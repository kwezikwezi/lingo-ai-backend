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71" r:id="rId2"/>
    <p:sldId id="341" r:id="rId3"/>
    <p:sldId id="320" r:id="rId4"/>
    <p:sldId id="428" r:id="rId5"/>
    <p:sldId id="446" r:id="rId6"/>
    <p:sldId id="448" r:id="rId7"/>
    <p:sldId id="449" r:id="rId8"/>
    <p:sldId id="450" r:id="rId9"/>
    <p:sldId id="451" r:id="rId10"/>
    <p:sldId id="352" r:id="rId11"/>
    <p:sldId id="447" r:id="rId12"/>
    <p:sldId id="413" r:id="rId13"/>
    <p:sldId id="429" r:id="rId14"/>
    <p:sldId id="430" r:id="rId15"/>
    <p:sldId id="431" r:id="rId16"/>
    <p:sldId id="432" r:id="rId17"/>
    <p:sldId id="433" r:id="rId18"/>
    <p:sldId id="442" r:id="rId19"/>
    <p:sldId id="434" r:id="rId20"/>
    <p:sldId id="435" r:id="rId21"/>
    <p:sldId id="443" r:id="rId22"/>
    <p:sldId id="436" r:id="rId23"/>
    <p:sldId id="437" r:id="rId24"/>
    <p:sldId id="444" r:id="rId25"/>
    <p:sldId id="339" r:id="rId26"/>
    <p:sldId id="438" r:id="rId27"/>
    <p:sldId id="439" r:id="rId28"/>
    <p:sldId id="440" r:id="rId29"/>
    <p:sldId id="441" r:id="rId30"/>
    <p:sldId id="423" r:id="rId31"/>
    <p:sldId id="445" r:id="rId32"/>
    <p:sldId id="269" r:id="rId33"/>
  </p:sldIdLst>
  <p:sldSz cx="9144000" cy="5143500" type="screen16x9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C000"/>
    <a:srgbClr val="9B221F"/>
    <a:srgbClr val="003057"/>
    <a:srgbClr val="001027"/>
    <a:srgbClr val="FFFFFF"/>
    <a:srgbClr val="00CC00"/>
    <a:srgbClr val="57BCE9"/>
    <a:srgbClr val="F14F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26" autoAdjust="0"/>
    <p:restoredTop sz="64612" autoAdjust="0"/>
  </p:normalViewPr>
  <p:slideViewPr>
    <p:cSldViewPr>
      <p:cViewPr varScale="1">
        <p:scale>
          <a:sx n="94" d="100"/>
          <a:sy n="94" d="100"/>
        </p:scale>
        <p:origin x="2160" y="84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mone Beets" userId="5adb261a4dd6137b" providerId="LiveId" clId="{5622D2CA-130E-490A-952A-3E9DD0BAA9CD}"/>
    <pc:docChg chg="undo redo custSel addSld delSld modSld sldOrd">
      <pc:chgData name="Simone Beets" userId="5adb261a4dd6137b" providerId="LiveId" clId="{5622D2CA-130E-490A-952A-3E9DD0BAA9CD}" dt="2025-03-03T07:56:46.227" v="6019" actId="20577"/>
      <pc:docMkLst>
        <pc:docMk/>
      </pc:docMkLst>
      <pc:sldChg chg="modSp mod ord modAnim">
        <pc:chgData name="Simone Beets" userId="5adb261a4dd6137b" providerId="LiveId" clId="{5622D2CA-130E-490A-952A-3E9DD0BAA9CD}" dt="2025-03-02T10:50:17.022" v="5505"/>
        <pc:sldMkLst>
          <pc:docMk/>
          <pc:sldMk cId="0" sldId="257"/>
        </pc:sldMkLst>
        <pc:spChg chg="mod">
          <ac:chgData name="Simone Beets" userId="5adb261a4dd6137b" providerId="LiveId" clId="{5622D2CA-130E-490A-952A-3E9DD0BAA9CD}" dt="2025-03-02T09:00:56.507" v="3271" actId="20577"/>
          <ac:spMkLst>
            <pc:docMk/>
            <pc:sldMk cId="0" sldId="257"/>
            <ac:spMk id="20482" creationId="{B22372D1-C1BC-8D02-5DE2-06417E4194EE}"/>
          </ac:spMkLst>
        </pc:spChg>
      </pc:sldChg>
      <pc:sldChg chg="modSp mod">
        <pc:chgData name="Simone Beets" userId="5adb261a4dd6137b" providerId="LiveId" clId="{5622D2CA-130E-490A-952A-3E9DD0BAA9CD}" dt="2025-03-02T07:20:58.435" v="18" actId="20577"/>
        <pc:sldMkLst>
          <pc:docMk/>
          <pc:sldMk cId="0" sldId="271"/>
        </pc:sldMkLst>
        <pc:spChg chg="mod">
          <ac:chgData name="Simone Beets" userId="5adb261a4dd6137b" providerId="LiveId" clId="{5622D2CA-130E-490A-952A-3E9DD0BAA9CD}" dt="2025-03-02T07:20:58.435" v="18" actId="20577"/>
          <ac:spMkLst>
            <pc:docMk/>
            <pc:sldMk cId="0" sldId="271"/>
            <ac:spMk id="17411" creationId="{25B10FB9-A15F-F8CA-E0F3-B4914ABDDFA6}"/>
          </ac:spMkLst>
        </pc:spChg>
      </pc:sldChg>
      <pc:sldChg chg="del">
        <pc:chgData name="Simone Beets" userId="5adb261a4dd6137b" providerId="LiveId" clId="{5622D2CA-130E-490A-952A-3E9DD0BAA9CD}" dt="2025-03-02T10:16:12.549" v="4819" actId="47"/>
        <pc:sldMkLst>
          <pc:docMk/>
          <pc:sldMk cId="0" sldId="274"/>
        </pc:sldMkLst>
      </pc:sldChg>
      <pc:sldChg chg="del">
        <pc:chgData name="Simone Beets" userId="5adb261a4dd6137b" providerId="LiveId" clId="{5622D2CA-130E-490A-952A-3E9DD0BAA9CD}" dt="2025-03-02T10:16:20.630" v="4824" actId="47"/>
        <pc:sldMkLst>
          <pc:docMk/>
          <pc:sldMk cId="0" sldId="276"/>
        </pc:sldMkLst>
      </pc:sldChg>
      <pc:sldChg chg="del">
        <pc:chgData name="Simone Beets" userId="5adb261a4dd6137b" providerId="LiveId" clId="{5622D2CA-130E-490A-952A-3E9DD0BAA9CD}" dt="2025-03-02T10:16:21.770" v="4825" actId="47"/>
        <pc:sldMkLst>
          <pc:docMk/>
          <pc:sldMk cId="0" sldId="277"/>
        </pc:sldMkLst>
      </pc:sldChg>
      <pc:sldChg chg="delSp modSp mod">
        <pc:chgData name="Simone Beets" userId="5adb261a4dd6137b" providerId="LiveId" clId="{5622D2CA-130E-490A-952A-3E9DD0BAA9CD}" dt="2025-03-03T06:45:08.386" v="5654" actId="20577"/>
        <pc:sldMkLst>
          <pc:docMk/>
          <pc:sldMk cId="0" sldId="321"/>
        </pc:sldMkLst>
        <pc:spChg chg="mod">
          <ac:chgData name="Simone Beets" userId="5adb261a4dd6137b" providerId="LiveId" clId="{5622D2CA-130E-490A-952A-3E9DD0BAA9CD}" dt="2025-03-02T10:16:28.515" v="4826" actId="20577"/>
          <ac:spMkLst>
            <pc:docMk/>
            <pc:sldMk cId="0" sldId="321"/>
            <ac:spMk id="81922" creationId="{65BFE1D5-329E-BB29-CE8A-ED38134D0C16}"/>
          </ac:spMkLst>
        </pc:spChg>
        <pc:spChg chg="mod">
          <ac:chgData name="Simone Beets" userId="5adb261a4dd6137b" providerId="LiveId" clId="{5622D2CA-130E-490A-952A-3E9DD0BAA9CD}" dt="2025-03-03T06:45:08.386" v="5654" actId="20577"/>
          <ac:spMkLst>
            <pc:docMk/>
            <pc:sldMk cId="0" sldId="321"/>
            <ac:spMk id="81923" creationId="{5C6BFA09-EEC3-E74B-06BD-B7D47D876082}"/>
          </ac:spMkLst>
        </pc:spChg>
      </pc:sldChg>
      <pc:sldChg chg="modNotesTx">
        <pc:chgData name="Simone Beets" userId="5adb261a4dd6137b" providerId="LiveId" clId="{5622D2CA-130E-490A-952A-3E9DD0BAA9CD}" dt="2025-03-03T07:56:46.227" v="6019" actId="20577"/>
        <pc:sldMkLst>
          <pc:docMk/>
          <pc:sldMk cId="465305782" sldId="323"/>
        </pc:sldMkLst>
      </pc:sldChg>
      <pc:sldChg chg="addSp delSp modSp mod modNotesTx">
        <pc:chgData name="Simone Beets" userId="5adb261a4dd6137b" providerId="LiveId" clId="{5622D2CA-130E-490A-952A-3E9DD0BAA9CD}" dt="2025-03-02T10:19:31.737" v="4921" actId="20577"/>
        <pc:sldMkLst>
          <pc:docMk/>
          <pc:sldMk cId="2369434495" sldId="324"/>
        </pc:sldMkLst>
      </pc:sldChg>
      <pc:sldChg chg="delSp modSp mod ord delAnim modAnim modNotesTx">
        <pc:chgData name="Simone Beets" userId="5adb261a4dd6137b" providerId="LiveId" clId="{5622D2CA-130E-490A-952A-3E9DD0BAA9CD}" dt="2025-03-02T10:52:45.737" v="5524"/>
        <pc:sldMkLst>
          <pc:docMk/>
          <pc:sldMk cId="1526733309" sldId="325"/>
        </pc:sldMkLst>
      </pc:sldChg>
      <pc:sldChg chg="addSp modSp mod ord modNotesTx">
        <pc:chgData name="Simone Beets" userId="5adb261a4dd6137b" providerId="LiveId" clId="{5622D2CA-130E-490A-952A-3E9DD0BAA9CD}" dt="2025-03-02T08:40:56.383" v="2189"/>
        <pc:sldMkLst>
          <pc:docMk/>
          <pc:sldMk cId="4035415485" sldId="326"/>
        </pc:sldMkLst>
      </pc:sldChg>
      <pc:sldChg chg="del">
        <pc:chgData name="Simone Beets" userId="5adb261a4dd6137b" providerId="LiveId" clId="{5622D2CA-130E-490A-952A-3E9DD0BAA9CD}" dt="2025-03-02T10:16:01.270" v="4812" actId="47"/>
        <pc:sldMkLst>
          <pc:docMk/>
          <pc:sldMk cId="349174243" sldId="327"/>
        </pc:sldMkLst>
      </pc:sldChg>
      <pc:sldChg chg="del">
        <pc:chgData name="Simone Beets" userId="5adb261a4dd6137b" providerId="LiveId" clId="{5622D2CA-130E-490A-952A-3E9DD0BAA9CD}" dt="2025-03-02T10:16:02.434" v="4813" actId="47"/>
        <pc:sldMkLst>
          <pc:docMk/>
          <pc:sldMk cId="1334398919" sldId="328"/>
        </pc:sldMkLst>
      </pc:sldChg>
      <pc:sldChg chg="del">
        <pc:chgData name="Simone Beets" userId="5adb261a4dd6137b" providerId="LiveId" clId="{5622D2CA-130E-490A-952A-3E9DD0BAA9CD}" dt="2025-03-02T10:16:03.984" v="4814" actId="47"/>
        <pc:sldMkLst>
          <pc:docMk/>
          <pc:sldMk cId="3603584948" sldId="329"/>
        </pc:sldMkLst>
      </pc:sldChg>
      <pc:sldChg chg="del">
        <pc:chgData name="Simone Beets" userId="5adb261a4dd6137b" providerId="LiveId" clId="{5622D2CA-130E-490A-952A-3E9DD0BAA9CD}" dt="2025-03-02T10:16:04.681" v="4815" actId="47"/>
        <pc:sldMkLst>
          <pc:docMk/>
          <pc:sldMk cId="853854565" sldId="330"/>
        </pc:sldMkLst>
      </pc:sldChg>
      <pc:sldChg chg="del">
        <pc:chgData name="Simone Beets" userId="5adb261a4dd6137b" providerId="LiveId" clId="{5622D2CA-130E-490A-952A-3E9DD0BAA9CD}" dt="2025-03-02T10:16:05.318" v="4816" actId="47"/>
        <pc:sldMkLst>
          <pc:docMk/>
          <pc:sldMk cId="3484037023" sldId="331"/>
        </pc:sldMkLst>
      </pc:sldChg>
      <pc:sldChg chg="del">
        <pc:chgData name="Simone Beets" userId="5adb261a4dd6137b" providerId="LiveId" clId="{5622D2CA-130E-490A-952A-3E9DD0BAA9CD}" dt="2025-03-02T10:16:06.288" v="4817" actId="47"/>
        <pc:sldMkLst>
          <pc:docMk/>
          <pc:sldMk cId="3083429794" sldId="332"/>
        </pc:sldMkLst>
      </pc:sldChg>
      <pc:sldChg chg="del">
        <pc:chgData name="Simone Beets" userId="5adb261a4dd6137b" providerId="LiveId" clId="{5622D2CA-130E-490A-952A-3E9DD0BAA9CD}" dt="2025-03-02T10:16:07.165" v="4818" actId="47"/>
        <pc:sldMkLst>
          <pc:docMk/>
          <pc:sldMk cId="911306211" sldId="333"/>
        </pc:sldMkLst>
      </pc:sldChg>
      <pc:sldChg chg="del">
        <pc:chgData name="Simone Beets" userId="5adb261a4dd6137b" providerId="LiveId" clId="{5622D2CA-130E-490A-952A-3E9DD0BAA9CD}" dt="2025-03-02T10:16:14.324" v="4820" actId="47"/>
        <pc:sldMkLst>
          <pc:docMk/>
          <pc:sldMk cId="1550497282" sldId="335"/>
        </pc:sldMkLst>
      </pc:sldChg>
      <pc:sldChg chg="del">
        <pc:chgData name="Simone Beets" userId="5adb261a4dd6137b" providerId="LiveId" clId="{5622D2CA-130E-490A-952A-3E9DD0BAA9CD}" dt="2025-03-02T10:16:15.460" v="4821" actId="47"/>
        <pc:sldMkLst>
          <pc:docMk/>
          <pc:sldMk cId="2128091170" sldId="336"/>
        </pc:sldMkLst>
      </pc:sldChg>
      <pc:sldChg chg="del">
        <pc:chgData name="Simone Beets" userId="5adb261a4dd6137b" providerId="LiveId" clId="{5622D2CA-130E-490A-952A-3E9DD0BAA9CD}" dt="2025-03-02T10:16:16.428" v="4822" actId="47"/>
        <pc:sldMkLst>
          <pc:docMk/>
          <pc:sldMk cId="3352296232" sldId="337"/>
        </pc:sldMkLst>
      </pc:sldChg>
      <pc:sldChg chg="del">
        <pc:chgData name="Simone Beets" userId="5adb261a4dd6137b" providerId="LiveId" clId="{5622D2CA-130E-490A-952A-3E9DD0BAA9CD}" dt="2025-03-02T10:16:17.304" v="4823" actId="47"/>
        <pc:sldMkLst>
          <pc:docMk/>
          <pc:sldMk cId="2679042903" sldId="338"/>
        </pc:sldMkLst>
      </pc:sldChg>
      <pc:sldChg chg="addSp modSp add mod modAnim modNotesTx">
        <pc:chgData name="Simone Beets" userId="5adb261a4dd6137b" providerId="LiveId" clId="{5622D2CA-130E-490A-952A-3E9DD0BAA9CD}" dt="2025-03-03T05:50:57.208" v="5650" actId="12"/>
        <pc:sldMkLst>
          <pc:docMk/>
          <pc:sldMk cId="1762635146" sldId="339"/>
        </pc:sldMkLst>
        <pc:spChg chg="add mod">
          <ac:chgData name="Simone Beets" userId="5adb261a4dd6137b" providerId="LiveId" clId="{5622D2CA-130E-490A-952A-3E9DD0BAA9CD}" dt="2025-03-02T08:12:25.064" v="974" actId="404"/>
          <ac:spMkLst>
            <pc:docMk/>
            <pc:sldMk cId="1762635146" sldId="339"/>
            <ac:spMk id="2" creationId="{BCA5A014-4B8B-0A33-ABB5-D4F80EB980CC}"/>
          </ac:spMkLst>
        </pc:spChg>
        <pc:spChg chg="mod">
          <ac:chgData name="Simone Beets" userId="5adb261a4dd6137b" providerId="LiveId" clId="{5622D2CA-130E-490A-952A-3E9DD0BAA9CD}" dt="2025-03-02T08:11:17.273" v="936" actId="1035"/>
          <ac:spMkLst>
            <pc:docMk/>
            <pc:sldMk cId="1762635146" sldId="339"/>
            <ac:spMk id="3" creationId="{2D7CFFAC-EAEC-A4A5-23FB-B3200E4B3C34}"/>
          </ac:spMkLst>
        </pc:spChg>
        <pc:picChg chg="mod">
          <ac:chgData name="Simone Beets" userId="5adb261a4dd6137b" providerId="LiveId" clId="{5622D2CA-130E-490A-952A-3E9DD0BAA9CD}" dt="2025-03-02T08:11:17.273" v="936" actId="1035"/>
          <ac:picMkLst>
            <pc:docMk/>
            <pc:sldMk cId="1762635146" sldId="339"/>
            <ac:picMk id="4" creationId="{9C844A58-6BF9-1121-A945-ADBE54B65004}"/>
          </ac:picMkLst>
        </pc:picChg>
      </pc:sldChg>
      <pc:sldChg chg="addSp delSp modSp add mod modAnim modNotesTx">
        <pc:chgData name="Simone Beets" userId="5adb261a4dd6137b" providerId="LiveId" clId="{5622D2CA-130E-490A-952A-3E9DD0BAA9CD}" dt="2025-03-02T08:01:59.787" v="888"/>
        <pc:sldMkLst>
          <pc:docMk/>
          <pc:sldMk cId="2049952096" sldId="340"/>
        </pc:sldMkLst>
        <pc:spChg chg="mod">
          <ac:chgData name="Simone Beets" userId="5adb261a4dd6137b" providerId="LiveId" clId="{5622D2CA-130E-490A-952A-3E9DD0BAA9CD}" dt="2025-03-02T07:59:09.755" v="661" actId="207"/>
          <ac:spMkLst>
            <pc:docMk/>
            <pc:sldMk cId="2049952096" sldId="340"/>
            <ac:spMk id="2" creationId="{7CEE84FB-DB33-819E-E5F9-D759CA4343DE}"/>
          </ac:spMkLst>
        </pc:spChg>
        <pc:spChg chg="mod">
          <ac:chgData name="Simone Beets" userId="5adb261a4dd6137b" providerId="LiveId" clId="{5622D2CA-130E-490A-952A-3E9DD0BAA9CD}" dt="2025-03-02T07:56:36.252" v="583" actId="1076"/>
          <ac:spMkLst>
            <pc:docMk/>
            <pc:sldMk cId="2049952096" sldId="340"/>
            <ac:spMk id="6" creationId="{94729AF2-8103-6153-03E4-036FBFCE6ABA}"/>
          </ac:spMkLst>
        </pc:spChg>
      </pc:sldChg>
      <pc:sldChg chg="modSp add mod ord modNotesTx">
        <pc:chgData name="Simone Beets" userId="5adb261a4dd6137b" providerId="LiveId" clId="{5622D2CA-130E-490A-952A-3E9DD0BAA9CD}" dt="2025-03-02T10:21:09.838" v="4922" actId="20577"/>
        <pc:sldMkLst>
          <pc:docMk/>
          <pc:sldMk cId="2150004531" sldId="341"/>
        </pc:sldMkLst>
      </pc:sldChg>
      <pc:sldChg chg="addSp delSp modSp add del mod">
        <pc:chgData name="Simone Beets" userId="5adb261a4dd6137b" providerId="LiveId" clId="{5622D2CA-130E-490A-952A-3E9DD0BAA9CD}" dt="2025-03-02T09:38:41.224" v="4233" actId="2696"/>
        <pc:sldMkLst>
          <pc:docMk/>
          <pc:sldMk cId="2276303544" sldId="342"/>
        </pc:sldMkLst>
      </pc:sldChg>
      <pc:sldChg chg="add del">
        <pc:chgData name="Simone Beets" userId="5adb261a4dd6137b" providerId="LiveId" clId="{5622D2CA-130E-490A-952A-3E9DD0BAA9CD}" dt="2025-03-02T08:15:09.380" v="1030" actId="2890"/>
        <pc:sldMkLst>
          <pc:docMk/>
          <pc:sldMk cId="2719054179" sldId="342"/>
        </pc:sldMkLst>
      </pc:sldChg>
      <pc:sldChg chg="addSp delSp modSp add mod ord modAnim modNotesTx">
        <pc:chgData name="Simone Beets" userId="5adb261a4dd6137b" providerId="LiveId" clId="{5622D2CA-130E-490A-952A-3E9DD0BAA9CD}" dt="2025-03-02T08:42:07.677" v="2196" actId="1076"/>
        <pc:sldMkLst>
          <pc:docMk/>
          <pc:sldMk cId="4071039046" sldId="343"/>
        </pc:sldMkLst>
      </pc:sldChg>
      <pc:sldChg chg="add del">
        <pc:chgData name="Simone Beets" userId="5adb261a4dd6137b" providerId="LiveId" clId="{5622D2CA-130E-490A-952A-3E9DD0BAA9CD}" dt="2025-03-02T10:15:58.156" v="4810" actId="2696"/>
        <pc:sldMkLst>
          <pc:docMk/>
          <pc:sldMk cId="1942782805" sldId="344"/>
        </pc:sldMkLst>
      </pc:sldChg>
      <pc:sldChg chg="addSp delSp modSp add mod ord modAnim modNotesTx">
        <pc:chgData name="Simone Beets" userId="5adb261a4dd6137b" providerId="LiveId" clId="{5622D2CA-130E-490A-952A-3E9DD0BAA9CD}" dt="2025-03-02T08:59:53.573" v="3251" actId="20577"/>
        <pc:sldMkLst>
          <pc:docMk/>
          <pc:sldMk cId="2320920587" sldId="345"/>
        </pc:sldMkLst>
      </pc:sldChg>
      <pc:sldChg chg="modSp add mod ord modAnim modNotesTx">
        <pc:chgData name="Simone Beets" userId="5adb261a4dd6137b" providerId="LiveId" clId="{5622D2CA-130E-490A-952A-3E9DD0BAA9CD}" dt="2025-03-02T10:50:35.501" v="5506"/>
        <pc:sldMkLst>
          <pc:docMk/>
          <pc:sldMk cId="4249415124" sldId="346"/>
        </pc:sldMkLst>
        <pc:spChg chg="mod">
          <ac:chgData name="Simone Beets" userId="5adb261a4dd6137b" providerId="LiveId" clId="{5622D2CA-130E-490A-952A-3E9DD0BAA9CD}" dt="2025-03-02T09:01:20.355" v="3293" actId="20577"/>
          <ac:spMkLst>
            <pc:docMk/>
            <pc:sldMk cId="4249415124" sldId="346"/>
            <ac:spMk id="20482" creationId="{BD428A95-7C31-1A07-B87C-E21D96C909D9}"/>
          </ac:spMkLst>
        </pc:spChg>
        <pc:spChg chg="mod">
          <ac:chgData name="Simone Beets" userId="5adb261a4dd6137b" providerId="LiveId" clId="{5622D2CA-130E-490A-952A-3E9DD0BAA9CD}" dt="2025-03-02T10:25:30.240" v="4928" actId="20577"/>
          <ac:spMkLst>
            <pc:docMk/>
            <pc:sldMk cId="4249415124" sldId="346"/>
            <ac:spMk id="20483" creationId="{B43AE6C6-3968-75B2-1F1B-DEF3DFC4A194}"/>
          </ac:spMkLst>
        </pc:spChg>
      </pc:sldChg>
      <pc:sldChg chg="modSp add del mod">
        <pc:chgData name="Simone Beets" userId="5adb261a4dd6137b" providerId="LiveId" clId="{5622D2CA-130E-490A-952A-3E9DD0BAA9CD}" dt="2025-03-02T09:04:54.025" v="3321" actId="47"/>
        <pc:sldMkLst>
          <pc:docMk/>
          <pc:sldMk cId="2658726820" sldId="347"/>
        </pc:sldMkLst>
      </pc:sldChg>
      <pc:sldChg chg="modSp add mod modAnim">
        <pc:chgData name="Simone Beets" userId="5adb261a4dd6137b" providerId="LiveId" clId="{5622D2CA-130E-490A-952A-3E9DD0BAA9CD}" dt="2025-03-02T10:50:43.962" v="5507"/>
        <pc:sldMkLst>
          <pc:docMk/>
          <pc:sldMk cId="4247069512" sldId="348"/>
        </pc:sldMkLst>
        <pc:spChg chg="mod">
          <ac:chgData name="Simone Beets" userId="5adb261a4dd6137b" providerId="LiveId" clId="{5622D2CA-130E-490A-952A-3E9DD0BAA9CD}" dt="2025-03-02T09:05:41.427" v="3331" actId="15"/>
          <ac:spMkLst>
            <pc:docMk/>
            <pc:sldMk cId="4247069512" sldId="348"/>
            <ac:spMk id="20483" creationId="{6CF76C83-9628-82EB-EEC2-12037642C096}"/>
          </ac:spMkLst>
        </pc:spChg>
      </pc:sldChg>
      <pc:sldChg chg="addSp modSp add mod modAnim modNotesTx">
        <pc:chgData name="Simone Beets" userId="5adb261a4dd6137b" providerId="LiveId" clId="{5622D2CA-130E-490A-952A-3E9DD0BAA9CD}" dt="2025-03-02T10:54:41.041" v="5529"/>
        <pc:sldMkLst>
          <pc:docMk/>
          <pc:sldMk cId="2920933396" sldId="349"/>
        </pc:sldMkLst>
      </pc:sldChg>
      <pc:sldChg chg="addSp delSp modSp add mod delAnim modAnim modNotesTx">
        <pc:chgData name="Simone Beets" userId="5adb261a4dd6137b" providerId="LiveId" clId="{5622D2CA-130E-490A-952A-3E9DD0BAA9CD}" dt="2025-03-02T10:55:28.053" v="5532"/>
        <pc:sldMkLst>
          <pc:docMk/>
          <pc:sldMk cId="4172721415" sldId="350"/>
        </pc:sldMkLst>
      </pc:sldChg>
      <pc:sldChg chg="addSp delSp modSp add mod modAnim">
        <pc:chgData name="Simone Beets" userId="5adb261a4dd6137b" providerId="LiveId" clId="{5622D2CA-130E-490A-952A-3E9DD0BAA9CD}" dt="2025-03-02T10:56:00.022" v="5533" actId="6549"/>
        <pc:sldMkLst>
          <pc:docMk/>
          <pc:sldMk cId="3808169131" sldId="351"/>
        </pc:sldMkLst>
      </pc:sldChg>
      <pc:sldChg chg="addSp delSp modSp add mod ord addAnim delAnim modAnim modNotesTx">
        <pc:chgData name="Simone Beets" userId="5adb261a4dd6137b" providerId="LiveId" clId="{5622D2CA-130E-490A-952A-3E9DD0BAA9CD}" dt="2025-03-02T09:37:42.894" v="4231" actId="20577"/>
        <pc:sldMkLst>
          <pc:docMk/>
          <pc:sldMk cId="583071382" sldId="352"/>
        </pc:sldMkLst>
      </pc:sldChg>
      <pc:sldChg chg="add del">
        <pc:chgData name="Simone Beets" userId="5adb261a4dd6137b" providerId="LiveId" clId="{5622D2CA-130E-490A-952A-3E9DD0BAA9CD}" dt="2025-03-02T10:15:59.877" v="4811" actId="47"/>
        <pc:sldMkLst>
          <pc:docMk/>
          <pc:sldMk cId="282828493" sldId="353"/>
        </pc:sldMkLst>
      </pc:sldChg>
      <pc:sldChg chg="add del ord">
        <pc:chgData name="Simone Beets" userId="5adb261a4dd6137b" providerId="LiveId" clId="{5622D2CA-130E-490A-952A-3E9DD0BAA9CD}" dt="2025-03-02T09:38:36.357" v="4232" actId="2696"/>
        <pc:sldMkLst>
          <pc:docMk/>
          <pc:sldMk cId="3330617832" sldId="353"/>
        </pc:sldMkLst>
      </pc:sldChg>
      <pc:sldChg chg="modSp add mod modNotesTx">
        <pc:chgData name="Simone Beets" userId="5adb261a4dd6137b" providerId="LiveId" clId="{5622D2CA-130E-490A-952A-3E9DD0BAA9CD}" dt="2025-03-02T10:31:06.831" v="5086" actId="6549"/>
        <pc:sldMkLst>
          <pc:docMk/>
          <pc:sldMk cId="2567004572" sldId="354"/>
        </pc:sldMkLst>
      </pc:sldChg>
      <pc:sldChg chg="addSp delSp modSp add mod ord delAnim modAnim modNotesTx">
        <pc:chgData name="Simone Beets" userId="5adb261a4dd6137b" providerId="LiveId" clId="{5622D2CA-130E-490A-952A-3E9DD0BAA9CD}" dt="2025-03-03T06:07:38.982" v="5651" actId="6549"/>
        <pc:sldMkLst>
          <pc:docMk/>
          <pc:sldMk cId="1094026494" sldId="355"/>
        </pc:sldMkLst>
      </pc:sldChg>
      <pc:sldChg chg="addSp delSp modSp add del mod ord delAnim modAnim">
        <pc:chgData name="Simone Beets" userId="5adb261a4dd6137b" providerId="LiveId" clId="{5622D2CA-130E-490A-952A-3E9DD0BAA9CD}" dt="2025-03-02T09:56:51.297" v="4506" actId="2696"/>
        <pc:sldMkLst>
          <pc:docMk/>
          <pc:sldMk cId="3434173093" sldId="356"/>
        </pc:sldMkLst>
      </pc:sldChg>
      <pc:sldChg chg="addSp delSp modSp add mod delAnim modAnim">
        <pc:chgData name="Simone Beets" userId="5adb261a4dd6137b" providerId="LiveId" clId="{5622D2CA-130E-490A-952A-3E9DD0BAA9CD}" dt="2025-03-02T10:33:17.815" v="5119" actId="20577"/>
        <pc:sldMkLst>
          <pc:docMk/>
          <pc:sldMk cId="3907085252" sldId="357"/>
        </pc:sldMkLst>
      </pc:sldChg>
      <pc:sldChg chg="delSp modSp add mod ord delAnim modAnim modNotesTx">
        <pc:chgData name="Simone Beets" userId="5adb261a4dd6137b" providerId="LiveId" clId="{5622D2CA-130E-490A-952A-3E9DD0BAA9CD}" dt="2025-03-02T10:52:55.564" v="5525"/>
        <pc:sldMkLst>
          <pc:docMk/>
          <pc:sldMk cId="1528914622" sldId="358"/>
        </pc:sldMkLst>
      </pc:sldChg>
      <pc:sldChg chg="add del">
        <pc:chgData name="Simone Beets" userId="5adb261a4dd6137b" providerId="LiveId" clId="{5622D2CA-130E-490A-952A-3E9DD0BAA9CD}" dt="2025-03-02T10:01:01.787" v="4565" actId="47"/>
        <pc:sldMkLst>
          <pc:docMk/>
          <pc:sldMk cId="1544276434" sldId="358"/>
        </pc:sldMkLst>
      </pc:sldChg>
      <pc:sldChg chg="addSp delSp modSp add mod delAnim modAnim modNotesTx">
        <pc:chgData name="Simone Beets" userId="5adb261a4dd6137b" providerId="LiveId" clId="{5622D2CA-130E-490A-952A-3E9DD0BAA9CD}" dt="2025-03-02T10:48:22.059" v="5503" actId="1036"/>
        <pc:sldMkLst>
          <pc:docMk/>
          <pc:sldMk cId="4062962358" sldId="359"/>
        </pc:sldMkLst>
      </pc:sldChg>
      <pc:sldChg chg="modSp add mod ord modAnim modNotesTx">
        <pc:chgData name="Simone Beets" userId="5adb261a4dd6137b" providerId="LiveId" clId="{5622D2CA-130E-490A-952A-3E9DD0BAA9CD}" dt="2025-03-02T10:53:04.710" v="5526"/>
        <pc:sldMkLst>
          <pc:docMk/>
          <pc:sldMk cId="1615067123" sldId="360"/>
        </pc:sldMkLst>
      </pc:sldChg>
      <pc:sldChg chg="addSp modSp add mod modAnim modNotesTx">
        <pc:chgData name="Simone Beets" userId="5adb261a4dd6137b" providerId="LiveId" clId="{5622D2CA-130E-490A-952A-3E9DD0BAA9CD}" dt="2025-03-02T10:14:53.273" v="4762" actId="6549"/>
        <pc:sldMkLst>
          <pc:docMk/>
          <pc:sldMk cId="2854956525" sldId="361"/>
        </pc:sldMkLst>
      </pc:sldChg>
      <pc:sldChg chg="modSp add mod ord modNotesTx">
        <pc:chgData name="Simone Beets" userId="5adb261a4dd6137b" providerId="LiveId" clId="{5622D2CA-130E-490A-952A-3E9DD0BAA9CD}" dt="2025-03-02T11:08:21.324" v="5648" actId="20577"/>
        <pc:sldMkLst>
          <pc:docMk/>
          <pc:sldMk cId="2845008166" sldId="362"/>
        </pc:sldMkLst>
      </pc:sldChg>
      <pc:sldChg chg="addSp delSp modSp add mod modAnim">
        <pc:chgData name="Simone Beets" userId="5adb261a4dd6137b" providerId="LiveId" clId="{5622D2CA-130E-490A-952A-3E9DD0BAA9CD}" dt="2025-03-02T10:32:12.287" v="5116" actId="1076"/>
        <pc:sldMkLst>
          <pc:docMk/>
          <pc:sldMk cId="2331509468" sldId="363"/>
        </pc:sldMkLst>
      </pc:sldChg>
    </pc:docChg>
  </pc:docChgLst>
  <pc:docChgLst>
    <pc:chgData name="Simone Beets" userId="5adb261a4dd6137b" providerId="LiveId" clId="{8E40C75F-2910-4AF8-AED2-E5C88E90B87F}"/>
    <pc:docChg chg="undo custSel addSld delSld modSld sldOrd">
      <pc:chgData name="Simone Beets" userId="5adb261a4dd6137b" providerId="LiveId" clId="{8E40C75F-2910-4AF8-AED2-E5C88E90B87F}" dt="2025-03-10T07:50:44.542" v="9130" actId="20577"/>
      <pc:docMkLst>
        <pc:docMk/>
      </pc:docMkLst>
      <pc:sldChg chg="addSp delSp modSp mod ord delAnim modAnim modNotesTx">
        <pc:chgData name="Simone Beets" userId="5adb261a4dd6137b" providerId="LiveId" clId="{8E40C75F-2910-4AF8-AED2-E5C88E90B87F}" dt="2025-03-09T17:13:56.735" v="2402" actId="20577"/>
        <pc:sldMkLst>
          <pc:docMk/>
          <pc:sldMk cId="0" sldId="257"/>
        </pc:sldMkLst>
        <pc:spChg chg="add del mod">
          <ac:chgData name="Simone Beets" userId="5adb261a4dd6137b" providerId="LiveId" clId="{8E40C75F-2910-4AF8-AED2-E5C88E90B87F}" dt="2025-03-09T16:45:41.553" v="740" actId="478"/>
          <ac:spMkLst>
            <pc:docMk/>
            <pc:sldMk cId="0" sldId="257"/>
            <ac:spMk id="2" creationId="{800FBB68-165B-BD10-3976-C77A2332C894}"/>
          </ac:spMkLst>
        </pc:spChg>
        <pc:spChg chg="add del mod">
          <ac:chgData name="Simone Beets" userId="5adb261a4dd6137b" providerId="LiveId" clId="{8E40C75F-2910-4AF8-AED2-E5C88E90B87F}" dt="2025-03-09T17:04:47.972" v="1403" actId="478"/>
          <ac:spMkLst>
            <pc:docMk/>
            <pc:sldMk cId="0" sldId="257"/>
            <ac:spMk id="5" creationId="{47CE47C6-DFAE-27DE-769A-92EC0DEEBC0D}"/>
          </ac:spMkLst>
        </pc:spChg>
        <pc:spChg chg="add del mod">
          <ac:chgData name="Simone Beets" userId="5adb261a4dd6137b" providerId="LiveId" clId="{8E40C75F-2910-4AF8-AED2-E5C88E90B87F}" dt="2025-03-09T17:04:47.972" v="1403" actId="478"/>
          <ac:spMkLst>
            <pc:docMk/>
            <pc:sldMk cId="0" sldId="257"/>
            <ac:spMk id="6" creationId="{63FC60AD-0D01-23CD-9FBA-101BE360BB99}"/>
          </ac:spMkLst>
        </pc:spChg>
        <pc:spChg chg="add del mod">
          <ac:chgData name="Simone Beets" userId="5adb261a4dd6137b" providerId="LiveId" clId="{8E40C75F-2910-4AF8-AED2-E5C88E90B87F}" dt="2025-03-09T17:04:47.972" v="1403" actId="478"/>
          <ac:spMkLst>
            <pc:docMk/>
            <pc:sldMk cId="0" sldId="257"/>
            <ac:spMk id="7" creationId="{55432376-0982-4799-80FC-563DD38865F5}"/>
          </ac:spMkLst>
        </pc:spChg>
        <pc:spChg chg="add del mod">
          <ac:chgData name="Simone Beets" userId="5adb261a4dd6137b" providerId="LiveId" clId="{8E40C75F-2910-4AF8-AED2-E5C88E90B87F}" dt="2025-03-09T16:46:01.833" v="743" actId="478"/>
          <ac:spMkLst>
            <pc:docMk/>
            <pc:sldMk cId="0" sldId="257"/>
            <ac:spMk id="8" creationId="{855908CC-39A5-3F55-C55A-B90367164DEF}"/>
          </ac:spMkLst>
        </pc:spChg>
        <pc:spChg chg="add del mod">
          <ac:chgData name="Simone Beets" userId="5adb261a4dd6137b" providerId="LiveId" clId="{8E40C75F-2910-4AF8-AED2-E5C88E90B87F}" dt="2025-03-09T17:04:50.350" v="1404" actId="478"/>
          <ac:spMkLst>
            <pc:docMk/>
            <pc:sldMk cId="0" sldId="257"/>
            <ac:spMk id="9" creationId="{C28FC20D-A4A7-D5A7-B064-20881AB01922}"/>
          </ac:spMkLst>
        </pc:spChg>
        <pc:spChg chg="add del mod">
          <ac:chgData name="Simone Beets" userId="5adb261a4dd6137b" providerId="LiveId" clId="{8E40C75F-2910-4AF8-AED2-E5C88E90B87F}" dt="2025-03-09T17:04:52.486" v="1405" actId="478"/>
          <ac:spMkLst>
            <pc:docMk/>
            <pc:sldMk cId="0" sldId="257"/>
            <ac:spMk id="10" creationId="{196ED3A0-7864-636B-1557-1D887C130AE1}"/>
          </ac:spMkLst>
        </pc:spChg>
        <pc:spChg chg="add del mod">
          <ac:chgData name="Simone Beets" userId="5adb261a4dd6137b" providerId="LiveId" clId="{8E40C75F-2910-4AF8-AED2-E5C88E90B87F}" dt="2025-03-09T17:04:50.350" v="1404" actId="478"/>
          <ac:spMkLst>
            <pc:docMk/>
            <pc:sldMk cId="0" sldId="257"/>
            <ac:spMk id="11" creationId="{5F79406B-D13E-0DBE-0BC3-FF7417701D37}"/>
          </ac:spMkLst>
        </pc:spChg>
        <pc:spChg chg="add del mod">
          <ac:chgData name="Simone Beets" userId="5adb261a4dd6137b" providerId="LiveId" clId="{8E40C75F-2910-4AF8-AED2-E5C88E90B87F}" dt="2025-03-09T17:04:47.972" v="1403" actId="478"/>
          <ac:spMkLst>
            <pc:docMk/>
            <pc:sldMk cId="0" sldId="257"/>
            <ac:spMk id="12" creationId="{8946D6A7-6524-4513-4D13-25A0D2253361}"/>
          </ac:spMkLst>
        </pc:spChg>
        <pc:spChg chg="del">
          <ac:chgData name="Simone Beets" userId="5adb261a4dd6137b" providerId="LiveId" clId="{8E40C75F-2910-4AF8-AED2-E5C88E90B87F}" dt="2025-03-09T17:04:47.972" v="1403" actId="478"/>
          <ac:spMkLst>
            <pc:docMk/>
            <pc:sldMk cId="0" sldId="257"/>
            <ac:spMk id="13" creationId="{2622C16E-80C6-7522-C42B-BAD11E6FD4D1}"/>
          </ac:spMkLst>
        </pc:spChg>
        <pc:spChg chg="add del mod">
          <ac:chgData name="Simone Beets" userId="5adb261a4dd6137b" providerId="LiveId" clId="{8E40C75F-2910-4AF8-AED2-E5C88E90B87F}" dt="2025-03-09T17:04:47.972" v="1403" actId="478"/>
          <ac:spMkLst>
            <pc:docMk/>
            <pc:sldMk cId="0" sldId="257"/>
            <ac:spMk id="14" creationId="{2122C134-FAA4-1C91-9749-334B64CF7A80}"/>
          </ac:spMkLst>
        </pc:spChg>
        <pc:spChg chg="add del mod">
          <ac:chgData name="Simone Beets" userId="5adb261a4dd6137b" providerId="LiveId" clId="{8E40C75F-2910-4AF8-AED2-E5C88E90B87F}" dt="2025-03-09T17:04:47.972" v="1403" actId="478"/>
          <ac:spMkLst>
            <pc:docMk/>
            <pc:sldMk cId="0" sldId="257"/>
            <ac:spMk id="15" creationId="{F130B026-9AAA-4F4F-1CF3-C9044923BE4B}"/>
          </ac:spMkLst>
        </pc:spChg>
        <pc:spChg chg="mod">
          <ac:chgData name="Simone Beets" userId="5adb261a4dd6137b" providerId="LiveId" clId="{8E40C75F-2910-4AF8-AED2-E5C88E90B87F}" dt="2025-03-09T17:04:58.748" v="1406"/>
          <ac:spMkLst>
            <pc:docMk/>
            <pc:sldMk cId="0" sldId="257"/>
            <ac:spMk id="19" creationId="{52D7C0F5-24CA-2D8E-A4BB-257AC2B93F59}"/>
          </ac:spMkLst>
        </pc:spChg>
        <pc:spChg chg="mod">
          <ac:chgData name="Simone Beets" userId="5adb261a4dd6137b" providerId="LiveId" clId="{8E40C75F-2910-4AF8-AED2-E5C88E90B87F}" dt="2025-03-09T17:04:58.748" v="1406"/>
          <ac:spMkLst>
            <pc:docMk/>
            <pc:sldMk cId="0" sldId="257"/>
            <ac:spMk id="20" creationId="{655F3371-B171-C59B-60A7-54BFA93BEE59}"/>
          </ac:spMkLst>
        </pc:spChg>
        <pc:spChg chg="mod">
          <ac:chgData name="Simone Beets" userId="5adb261a4dd6137b" providerId="LiveId" clId="{8E40C75F-2910-4AF8-AED2-E5C88E90B87F}" dt="2025-03-09T17:04:58.748" v="1406"/>
          <ac:spMkLst>
            <pc:docMk/>
            <pc:sldMk cId="0" sldId="257"/>
            <ac:spMk id="21" creationId="{94B004DF-B878-E9EB-74B0-13A6A9FFA0B8}"/>
          </ac:spMkLst>
        </pc:spChg>
        <pc:spChg chg="mod">
          <ac:chgData name="Simone Beets" userId="5adb261a4dd6137b" providerId="LiveId" clId="{8E40C75F-2910-4AF8-AED2-E5C88E90B87F}" dt="2025-03-09T17:04:58.748" v="1406"/>
          <ac:spMkLst>
            <pc:docMk/>
            <pc:sldMk cId="0" sldId="257"/>
            <ac:spMk id="23" creationId="{301D81AC-B0A8-5167-E235-08AAA44F45BC}"/>
          </ac:spMkLst>
        </pc:spChg>
        <pc:spChg chg="mod">
          <ac:chgData name="Simone Beets" userId="5adb261a4dd6137b" providerId="LiveId" clId="{8E40C75F-2910-4AF8-AED2-E5C88E90B87F}" dt="2025-03-09T17:04:58.748" v="1406"/>
          <ac:spMkLst>
            <pc:docMk/>
            <pc:sldMk cId="0" sldId="257"/>
            <ac:spMk id="24" creationId="{D9D23BBE-1B2C-ADD3-138F-6085CF71A775}"/>
          </ac:spMkLst>
        </pc:spChg>
        <pc:spChg chg="mod">
          <ac:chgData name="Simone Beets" userId="5adb261a4dd6137b" providerId="LiveId" clId="{8E40C75F-2910-4AF8-AED2-E5C88E90B87F}" dt="2025-03-09T17:04:58.748" v="1406"/>
          <ac:spMkLst>
            <pc:docMk/>
            <pc:sldMk cId="0" sldId="257"/>
            <ac:spMk id="25" creationId="{E17A9BB3-6D06-F2A4-4A85-8E1788B30E27}"/>
          </ac:spMkLst>
        </pc:spChg>
        <pc:spChg chg="add mod">
          <ac:chgData name="Simone Beets" userId="5adb261a4dd6137b" providerId="LiveId" clId="{8E40C75F-2910-4AF8-AED2-E5C88E90B87F}" dt="2025-03-09T17:04:58.748" v="1406"/>
          <ac:spMkLst>
            <pc:docMk/>
            <pc:sldMk cId="0" sldId="257"/>
            <ac:spMk id="26" creationId="{8EFAA2B9-6BC6-8867-6EF6-17F7C22343D1}"/>
          </ac:spMkLst>
        </pc:spChg>
        <pc:spChg chg="add mod">
          <ac:chgData name="Simone Beets" userId="5adb261a4dd6137b" providerId="LiveId" clId="{8E40C75F-2910-4AF8-AED2-E5C88E90B87F}" dt="2025-03-09T17:04:58.748" v="1406"/>
          <ac:spMkLst>
            <pc:docMk/>
            <pc:sldMk cId="0" sldId="257"/>
            <ac:spMk id="27" creationId="{EF8D09FF-D4D5-1987-07EF-6DEAA1332465}"/>
          </ac:spMkLst>
        </pc:spChg>
        <pc:spChg chg="add mod">
          <ac:chgData name="Simone Beets" userId="5adb261a4dd6137b" providerId="LiveId" clId="{8E40C75F-2910-4AF8-AED2-E5C88E90B87F}" dt="2025-03-09T17:04:58.748" v="1406"/>
          <ac:spMkLst>
            <pc:docMk/>
            <pc:sldMk cId="0" sldId="257"/>
            <ac:spMk id="29" creationId="{B618EEEC-F686-A299-310B-7C96487D8B6F}"/>
          </ac:spMkLst>
        </pc:spChg>
        <pc:spChg chg="mod">
          <ac:chgData name="Simone Beets" userId="5adb261a4dd6137b" providerId="LiveId" clId="{8E40C75F-2910-4AF8-AED2-E5C88E90B87F}" dt="2025-03-09T17:05:22.006" v="1412" actId="207"/>
          <ac:spMkLst>
            <pc:docMk/>
            <pc:sldMk cId="0" sldId="257"/>
            <ac:spMk id="33" creationId="{89B37642-905B-162F-FA54-B27A061D3657}"/>
          </ac:spMkLst>
        </pc:spChg>
        <pc:spChg chg="mod">
          <ac:chgData name="Simone Beets" userId="5adb261a4dd6137b" providerId="LiveId" clId="{8E40C75F-2910-4AF8-AED2-E5C88E90B87F}" dt="2025-03-09T17:06:40.515" v="1421" actId="207"/>
          <ac:spMkLst>
            <pc:docMk/>
            <pc:sldMk cId="0" sldId="257"/>
            <ac:spMk id="34" creationId="{981863FF-58B8-70E0-9B2C-BAE178ADB77A}"/>
          </ac:spMkLst>
        </pc:spChg>
        <pc:spChg chg="mod">
          <ac:chgData name="Simone Beets" userId="5adb261a4dd6137b" providerId="LiveId" clId="{8E40C75F-2910-4AF8-AED2-E5C88E90B87F}" dt="2025-03-09T17:06:43.396" v="1422" actId="207"/>
          <ac:spMkLst>
            <pc:docMk/>
            <pc:sldMk cId="0" sldId="257"/>
            <ac:spMk id="35" creationId="{513B5516-D1DD-BBF8-50A3-98505E9B8261}"/>
          </ac:spMkLst>
        </pc:spChg>
        <pc:spChg chg="mod">
          <ac:chgData name="Simone Beets" userId="5adb261a4dd6137b" providerId="LiveId" clId="{8E40C75F-2910-4AF8-AED2-E5C88E90B87F}" dt="2025-03-09T17:05:24.609" v="1413" actId="207"/>
          <ac:spMkLst>
            <pc:docMk/>
            <pc:sldMk cId="0" sldId="257"/>
            <ac:spMk id="37" creationId="{A8B4CD8A-6B48-DBB1-FEB3-62271E3D52E5}"/>
          </ac:spMkLst>
        </pc:spChg>
        <pc:spChg chg="mod">
          <ac:chgData name="Simone Beets" userId="5adb261a4dd6137b" providerId="LiveId" clId="{8E40C75F-2910-4AF8-AED2-E5C88E90B87F}" dt="2025-03-09T17:06:36.541" v="1420" actId="207"/>
          <ac:spMkLst>
            <pc:docMk/>
            <pc:sldMk cId="0" sldId="257"/>
            <ac:spMk id="38" creationId="{AAF8B9D9-8F69-8F4F-EB32-0B46553B8045}"/>
          </ac:spMkLst>
        </pc:spChg>
        <pc:spChg chg="mod">
          <ac:chgData name="Simone Beets" userId="5adb261a4dd6137b" providerId="LiveId" clId="{8E40C75F-2910-4AF8-AED2-E5C88E90B87F}" dt="2025-03-09T17:06:45.908" v="1423" actId="207"/>
          <ac:spMkLst>
            <pc:docMk/>
            <pc:sldMk cId="0" sldId="257"/>
            <ac:spMk id="39" creationId="{BC42EF65-83B0-A181-7CFD-D9187DD64E84}"/>
          </ac:spMkLst>
        </pc:spChg>
        <pc:spChg chg="add mod">
          <ac:chgData name="Simone Beets" userId="5adb261a4dd6137b" providerId="LiveId" clId="{8E40C75F-2910-4AF8-AED2-E5C88E90B87F}" dt="2025-03-09T17:05:39.076" v="1418" actId="208"/>
          <ac:spMkLst>
            <pc:docMk/>
            <pc:sldMk cId="0" sldId="257"/>
            <ac:spMk id="40" creationId="{E7F60494-472C-577F-6DE9-A143FF542D38}"/>
          </ac:spMkLst>
        </pc:spChg>
        <pc:spChg chg="add mod">
          <ac:chgData name="Simone Beets" userId="5adb261a4dd6137b" providerId="LiveId" clId="{8E40C75F-2910-4AF8-AED2-E5C88E90B87F}" dt="2025-03-09T17:05:36.751" v="1417" actId="208"/>
          <ac:spMkLst>
            <pc:docMk/>
            <pc:sldMk cId="0" sldId="257"/>
            <ac:spMk id="41" creationId="{1E4A76C7-7912-16F4-66E7-15A037806C41}"/>
          </ac:spMkLst>
        </pc:spChg>
        <pc:spChg chg="add mod">
          <ac:chgData name="Simone Beets" userId="5adb261a4dd6137b" providerId="LiveId" clId="{8E40C75F-2910-4AF8-AED2-E5C88E90B87F}" dt="2025-03-09T17:05:11.851" v="1409" actId="1076"/>
          <ac:spMkLst>
            <pc:docMk/>
            <pc:sldMk cId="0" sldId="257"/>
            <ac:spMk id="43" creationId="{CECDBF09-FC8A-5992-6F55-971782A74A2C}"/>
          </ac:spMkLst>
        </pc:spChg>
        <pc:spChg chg="mod">
          <ac:chgData name="Simone Beets" userId="5adb261a4dd6137b" providerId="LiveId" clId="{8E40C75F-2910-4AF8-AED2-E5C88E90B87F}" dt="2025-03-09T16:45:37.111" v="738" actId="20577"/>
          <ac:spMkLst>
            <pc:docMk/>
            <pc:sldMk cId="0" sldId="257"/>
            <ac:spMk id="20482" creationId="{B22372D1-C1BC-8D02-5DE2-06417E4194EE}"/>
          </ac:spMkLst>
        </pc:spChg>
        <pc:spChg chg="del">
          <ac:chgData name="Simone Beets" userId="5adb261a4dd6137b" providerId="LiveId" clId="{8E40C75F-2910-4AF8-AED2-E5C88E90B87F}" dt="2025-03-09T16:45:39.450" v="739" actId="478"/>
          <ac:spMkLst>
            <pc:docMk/>
            <pc:sldMk cId="0" sldId="257"/>
            <ac:spMk id="20483" creationId="{2765B96F-5E0B-4F16-853C-BC3176108521}"/>
          </ac:spMkLst>
        </pc:spChg>
        <pc:grpChg chg="add mod">
          <ac:chgData name="Simone Beets" userId="5adb261a4dd6137b" providerId="LiveId" clId="{8E40C75F-2910-4AF8-AED2-E5C88E90B87F}" dt="2025-03-09T17:04:58.748" v="1406"/>
          <ac:grpSpMkLst>
            <pc:docMk/>
            <pc:sldMk cId="0" sldId="257"/>
            <ac:grpSpMk id="22" creationId="{8EE144B8-5499-9B21-E73F-F54224CA02A6}"/>
          </ac:grpSpMkLst>
        </pc:grpChg>
        <pc:grpChg chg="mod">
          <ac:chgData name="Simone Beets" userId="5adb261a4dd6137b" providerId="LiveId" clId="{8E40C75F-2910-4AF8-AED2-E5C88E90B87F}" dt="2025-03-09T17:05:22.006" v="1412" actId="207"/>
          <ac:grpSpMkLst>
            <pc:docMk/>
            <pc:sldMk cId="0" sldId="257"/>
            <ac:grpSpMk id="32" creationId="{1CA9768C-5DF4-A333-FC37-48B9D3A124C1}"/>
          </ac:grpSpMkLst>
        </pc:grpChg>
        <pc:grpChg chg="add mod">
          <ac:chgData name="Simone Beets" userId="5adb261a4dd6137b" providerId="LiveId" clId="{8E40C75F-2910-4AF8-AED2-E5C88E90B87F}" dt="2025-03-09T17:05:24.609" v="1413" actId="207"/>
          <ac:grpSpMkLst>
            <pc:docMk/>
            <pc:sldMk cId="0" sldId="257"/>
            <ac:grpSpMk id="36" creationId="{1D45693E-B6E8-7B60-6272-6EC019230D47}"/>
          </ac:grpSpMkLst>
        </pc:grpChg>
        <pc:cxnChg chg="del mod">
          <ac:chgData name="Simone Beets" userId="5adb261a4dd6137b" providerId="LiveId" clId="{8E40C75F-2910-4AF8-AED2-E5C88E90B87F}" dt="2025-03-09T17:04:50.350" v="1404" actId="478"/>
          <ac:cxnSpMkLst>
            <pc:docMk/>
            <pc:sldMk cId="0" sldId="257"/>
            <ac:cxnSpMk id="3" creationId="{A7270B6A-4CB6-774D-C9BE-8971D4C2EC99}"/>
          </ac:cxnSpMkLst>
        </pc:cxnChg>
        <pc:cxnChg chg="del mod">
          <ac:chgData name="Simone Beets" userId="5adb261a4dd6137b" providerId="LiveId" clId="{8E40C75F-2910-4AF8-AED2-E5C88E90B87F}" dt="2025-03-09T17:04:50.350" v="1404" actId="478"/>
          <ac:cxnSpMkLst>
            <pc:docMk/>
            <pc:sldMk cId="0" sldId="257"/>
            <ac:cxnSpMk id="4" creationId="{AE5A2B31-E132-40DF-6E15-B81555409237}"/>
          </ac:cxnSpMkLst>
        </pc:cxnChg>
        <pc:cxnChg chg="mod">
          <ac:chgData name="Simone Beets" userId="5adb261a4dd6137b" providerId="LiveId" clId="{8E40C75F-2910-4AF8-AED2-E5C88E90B87F}" dt="2025-03-09T17:05:35.168" v="1416" actId="208"/>
          <ac:cxnSpMkLst>
            <pc:docMk/>
            <pc:sldMk cId="0" sldId="257"/>
            <ac:cxnSpMk id="30" creationId="{81C5F3C4-F77C-C828-5055-47388B8B1406}"/>
          </ac:cxnSpMkLst>
        </pc:cxnChg>
        <pc:cxnChg chg="mod">
          <ac:chgData name="Simone Beets" userId="5adb261a4dd6137b" providerId="LiveId" clId="{8E40C75F-2910-4AF8-AED2-E5C88E90B87F}" dt="2025-03-09T17:05:32.529" v="1415" actId="208"/>
          <ac:cxnSpMkLst>
            <pc:docMk/>
            <pc:sldMk cId="0" sldId="257"/>
            <ac:cxnSpMk id="31" creationId="{F6CC3EC1-5D48-837A-3E7E-C514B3D73035}"/>
          </ac:cxnSpMkLst>
        </pc:cxnChg>
        <pc:cxnChg chg="mod ord">
          <ac:chgData name="Simone Beets" userId="5adb261a4dd6137b" providerId="LiveId" clId="{8E40C75F-2910-4AF8-AED2-E5C88E90B87F}" dt="2025-03-09T17:05:46.798" v="1419" actId="167"/>
          <ac:cxnSpMkLst>
            <pc:docMk/>
            <pc:sldMk cId="0" sldId="257"/>
            <ac:cxnSpMk id="42" creationId="{7058EA0F-E00F-AE41-1B0D-03FB14FF2592}"/>
          </ac:cxnSpMkLst>
        </pc:cxnChg>
      </pc:sldChg>
      <pc:sldChg chg="modSp mod">
        <pc:chgData name="Simone Beets" userId="5adb261a4dd6137b" providerId="LiveId" clId="{8E40C75F-2910-4AF8-AED2-E5C88E90B87F}" dt="2025-03-09T16:11:02.485" v="37" actId="20577"/>
        <pc:sldMkLst>
          <pc:docMk/>
          <pc:sldMk cId="0" sldId="271"/>
        </pc:sldMkLst>
        <pc:spChg chg="mod">
          <ac:chgData name="Simone Beets" userId="5adb261a4dd6137b" providerId="LiveId" clId="{8E40C75F-2910-4AF8-AED2-E5C88E90B87F}" dt="2025-03-09T16:11:02.485" v="37" actId="20577"/>
          <ac:spMkLst>
            <pc:docMk/>
            <pc:sldMk cId="0" sldId="271"/>
            <ac:spMk id="17411" creationId="{25B10FB9-A15F-F8CA-E0F3-B4914ABDDFA6}"/>
          </ac:spMkLst>
        </pc:spChg>
      </pc:sldChg>
      <pc:sldChg chg="modSp mod">
        <pc:chgData name="Simone Beets" userId="5adb261a4dd6137b" providerId="LiveId" clId="{8E40C75F-2910-4AF8-AED2-E5C88E90B87F}" dt="2025-03-09T19:23:08.922" v="7695" actId="20577"/>
        <pc:sldMkLst>
          <pc:docMk/>
          <pc:sldMk cId="0" sldId="321"/>
        </pc:sldMkLst>
        <pc:spChg chg="mod">
          <ac:chgData name="Simone Beets" userId="5adb261a4dd6137b" providerId="LiveId" clId="{8E40C75F-2910-4AF8-AED2-E5C88E90B87F}" dt="2025-03-09T19:23:08.922" v="7695" actId="20577"/>
          <ac:spMkLst>
            <pc:docMk/>
            <pc:sldMk cId="0" sldId="321"/>
            <ac:spMk id="81923" creationId="{5C6BFA09-EEC3-E74B-06BD-B7D47D876082}"/>
          </ac:spMkLst>
        </pc:spChg>
      </pc:sldChg>
      <pc:sldChg chg="modNotesTx">
        <pc:chgData name="Simone Beets" userId="5adb261a4dd6137b" providerId="LiveId" clId="{8E40C75F-2910-4AF8-AED2-E5C88E90B87F}" dt="2025-03-09T16:40:05.977" v="570" actId="6549"/>
        <pc:sldMkLst>
          <pc:docMk/>
          <pc:sldMk cId="465305782" sldId="323"/>
        </pc:sldMkLst>
      </pc:sldChg>
      <pc:sldChg chg="del">
        <pc:chgData name="Simone Beets" userId="5adb261a4dd6137b" providerId="LiveId" clId="{8E40C75F-2910-4AF8-AED2-E5C88E90B87F}" dt="2025-03-09T16:40:31.578" v="571" actId="2696"/>
        <pc:sldMkLst>
          <pc:docMk/>
          <pc:sldMk cId="2369434495" sldId="324"/>
        </pc:sldMkLst>
      </pc:sldChg>
      <pc:sldChg chg="del">
        <pc:chgData name="Simone Beets" userId="5adb261a4dd6137b" providerId="LiveId" clId="{8E40C75F-2910-4AF8-AED2-E5C88E90B87F}" dt="2025-03-09T19:22:21.231" v="7568" actId="47"/>
        <pc:sldMkLst>
          <pc:docMk/>
          <pc:sldMk cId="1526733309" sldId="325"/>
        </pc:sldMkLst>
      </pc:sldChg>
      <pc:sldChg chg="del">
        <pc:chgData name="Simone Beets" userId="5adb261a4dd6137b" providerId="LiveId" clId="{8E40C75F-2910-4AF8-AED2-E5C88E90B87F}" dt="2025-03-09T19:22:15.259" v="7562" actId="47"/>
        <pc:sldMkLst>
          <pc:docMk/>
          <pc:sldMk cId="4035415485" sldId="326"/>
        </pc:sldMkLst>
      </pc:sldChg>
      <pc:sldChg chg="modSp mod modAnim modNotesTx">
        <pc:chgData name="Simone Beets" userId="5adb261a4dd6137b" providerId="LiveId" clId="{8E40C75F-2910-4AF8-AED2-E5C88E90B87F}" dt="2025-03-09T18:54:06.054" v="6596" actId="15"/>
        <pc:sldMkLst>
          <pc:docMk/>
          <pc:sldMk cId="1762635146" sldId="339"/>
        </pc:sldMkLst>
        <pc:spChg chg="mod">
          <ac:chgData name="Simone Beets" userId="5adb261a4dd6137b" providerId="LiveId" clId="{8E40C75F-2910-4AF8-AED2-E5C88E90B87F}" dt="2025-03-09T18:53:43.390" v="6586" actId="20577"/>
          <ac:spMkLst>
            <pc:docMk/>
            <pc:sldMk cId="1762635146" sldId="339"/>
            <ac:spMk id="2" creationId="{BCA5A014-4B8B-0A33-ABB5-D4F80EB980CC}"/>
          </ac:spMkLst>
        </pc:spChg>
        <pc:spChg chg="mod">
          <ac:chgData name="Simone Beets" userId="5adb261a4dd6137b" providerId="LiveId" clId="{8E40C75F-2910-4AF8-AED2-E5C88E90B87F}" dt="2025-03-09T18:53:14.126" v="6510" actId="20577"/>
          <ac:spMkLst>
            <pc:docMk/>
            <pc:sldMk cId="1762635146" sldId="339"/>
            <ac:spMk id="3" creationId="{2D7CFFAC-EAEC-A4A5-23FB-B3200E4B3C34}"/>
          </ac:spMkLst>
        </pc:spChg>
      </pc:sldChg>
      <pc:sldChg chg="addSp delSp modSp mod delAnim modAnim modNotesTx">
        <pc:chgData name="Simone Beets" userId="5adb261a4dd6137b" providerId="LiveId" clId="{8E40C75F-2910-4AF8-AED2-E5C88E90B87F}" dt="2025-03-09T18:52:31.868" v="6462" actId="20577"/>
        <pc:sldMkLst>
          <pc:docMk/>
          <pc:sldMk cId="2049952096" sldId="340"/>
        </pc:sldMkLst>
        <pc:spChg chg="add mod">
          <ac:chgData name="Simone Beets" userId="5adb261a4dd6137b" providerId="LiveId" clId="{8E40C75F-2910-4AF8-AED2-E5C88E90B87F}" dt="2025-03-09T18:52:31.868" v="6462" actId="20577"/>
          <ac:spMkLst>
            <pc:docMk/>
            <pc:sldMk cId="2049952096" sldId="340"/>
            <ac:spMk id="3" creationId="{5FC41105-4403-E8F4-410C-2D4F041B0E3A}"/>
          </ac:spMkLst>
        </pc:spChg>
        <pc:spChg chg="mod">
          <ac:chgData name="Simone Beets" userId="5adb261a4dd6137b" providerId="LiveId" clId="{8E40C75F-2910-4AF8-AED2-E5C88E90B87F}" dt="2025-03-09T16:40:43.149" v="579" actId="20577"/>
          <ac:spMkLst>
            <pc:docMk/>
            <pc:sldMk cId="2049952096" sldId="340"/>
            <ac:spMk id="6" creationId="{94729AF2-8103-6153-03E4-036FBFCE6ABA}"/>
          </ac:spMkLst>
        </pc:spChg>
        <pc:spChg chg="del mod">
          <ac:chgData name="Simone Beets" userId="5adb261a4dd6137b" providerId="LiveId" clId="{8E40C75F-2910-4AF8-AED2-E5C88E90B87F}" dt="2025-03-09T16:43:18.880" v="721" actId="478"/>
          <ac:spMkLst>
            <pc:docMk/>
            <pc:sldMk cId="2049952096" sldId="340"/>
            <ac:spMk id="8" creationId="{A1B1F15F-4EDE-1352-C0B2-6B86F776BE71}"/>
          </ac:spMkLst>
        </pc:spChg>
        <pc:spChg chg="del">
          <ac:chgData name="Simone Beets" userId="5adb261a4dd6137b" providerId="LiveId" clId="{8E40C75F-2910-4AF8-AED2-E5C88E90B87F}" dt="2025-03-09T16:43:21.730" v="722" actId="478"/>
          <ac:spMkLst>
            <pc:docMk/>
            <pc:sldMk cId="2049952096" sldId="340"/>
            <ac:spMk id="9" creationId="{8FF04EB4-852D-0231-449C-7205BC0E59B1}"/>
          </ac:spMkLst>
        </pc:spChg>
      </pc:sldChg>
      <pc:sldChg chg="del">
        <pc:chgData name="Simone Beets" userId="5adb261a4dd6137b" providerId="LiveId" clId="{8E40C75F-2910-4AF8-AED2-E5C88E90B87F}" dt="2025-03-09T19:22:14.279" v="7561" actId="47"/>
        <pc:sldMkLst>
          <pc:docMk/>
          <pc:sldMk cId="2150004531" sldId="341"/>
        </pc:sldMkLst>
      </pc:sldChg>
      <pc:sldChg chg="del">
        <pc:chgData name="Simone Beets" userId="5adb261a4dd6137b" providerId="LiveId" clId="{8E40C75F-2910-4AF8-AED2-E5C88E90B87F}" dt="2025-03-09T19:22:12.992" v="7560" actId="47"/>
        <pc:sldMkLst>
          <pc:docMk/>
          <pc:sldMk cId="4071039046" sldId="343"/>
        </pc:sldMkLst>
      </pc:sldChg>
      <pc:sldChg chg="del">
        <pc:chgData name="Simone Beets" userId="5adb261a4dd6137b" providerId="LiveId" clId="{8E40C75F-2910-4AF8-AED2-E5C88E90B87F}" dt="2025-03-09T19:22:16.417" v="7563" actId="47"/>
        <pc:sldMkLst>
          <pc:docMk/>
          <pc:sldMk cId="2320920587" sldId="345"/>
        </pc:sldMkLst>
      </pc:sldChg>
      <pc:sldChg chg="addSp modSp mod ord modAnim">
        <pc:chgData name="Simone Beets" userId="5adb261a4dd6137b" providerId="LiveId" clId="{8E40C75F-2910-4AF8-AED2-E5C88E90B87F}" dt="2025-03-09T18:55:27.924" v="6717" actId="1076"/>
        <pc:sldMkLst>
          <pc:docMk/>
          <pc:sldMk cId="4249415124" sldId="346"/>
        </pc:sldMkLst>
        <pc:spChg chg="add mod">
          <ac:chgData name="Simone Beets" userId="5adb261a4dd6137b" providerId="LiveId" clId="{8E40C75F-2910-4AF8-AED2-E5C88E90B87F}" dt="2025-03-09T18:55:27.924" v="6717" actId="1076"/>
          <ac:spMkLst>
            <pc:docMk/>
            <pc:sldMk cId="4249415124" sldId="346"/>
            <ac:spMk id="2" creationId="{A7896730-78C7-D2FB-F4C7-A4A6A2E7D05E}"/>
          </ac:spMkLst>
        </pc:spChg>
        <pc:spChg chg="mod">
          <ac:chgData name="Simone Beets" userId="5adb261a4dd6137b" providerId="LiveId" clId="{8E40C75F-2910-4AF8-AED2-E5C88E90B87F}" dt="2025-03-09T18:54:22.974" v="6610" actId="20577"/>
          <ac:spMkLst>
            <pc:docMk/>
            <pc:sldMk cId="4249415124" sldId="346"/>
            <ac:spMk id="20482" creationId="{BD428A95-7C31-1A07-B87C-E21D96C909D9}"/>
          </ac:spMkLst>
        </pc:spChg>
        <pc:spChg chg="mod">
          <ac:chgData name="Simone Beets" userId="5adb261a4dd6137b" providerId="LiveId" clId="{8E40C75F-2910-4AF8-AED2-E5C88E90B87F}" dt="2025-03-09T18:55:04.872" v="6678" actId="403"/>
          <ac:spMkLst>
            <pc:docMk/>
            <pc:sldMk cId="4249415124" sldId="346"/>
            <ac:spMk id="20483" creationId="{B43AE6C6-3968-75B2-1F1B-DEF3DFC4A194}"/>
          </ac:spMkLst>
        </pc:spChg>
      </pc:sldChg>
      <pc:sldChg chg="addSp modSp mod ord modAnim">
        <pc:chgData name="Simone Beets" userId="5adb261a4dd6137b" providerId="LiveId" clId="{8E40C75F-2910-4AF8-AED2-E5C88E90B87F}" dt="2025-03-09T18:58:28.264" v="6956"/>
        <pc:sldMkLst>
          <pc:docMk/>
          <pc:sldMk cId="4247069512" sldId="348"/>
        </pc:sldMkLst>
        <pc:spChg chg="mod">
          <ac:chgData name="Simone Beets" userId="5adb261a4dd6137b" providerId="LiveId" clId="{8E40C75F-2910-4AF8-AED2-E5C88E90B87F}" dt="2025-03-09T18:55:58.150" v="6746" actId="20577"/>
          <ac:spMkLst>
            <pc:docMk/>
            <pc:sldMk cId="4247069512" sldId="348"/>
            <ac:spMk id="20482" creationId="{DA623730-44A2-7876-7832-2E4BB653C41A}"/>
          </ac:spMkLst>
        </pc:spChg>
        <pc:spChg chg="mod">
          <ac:chgData name="Simone Beets" userId="5adb261a4dd6137b" providerId="LiveId" clId="{8E40C75F-2910-4AF8-AED2-E5C88E90B87F}" dt="2025-03-09T18:57:23.197" v="6952" actId="20577"/>
          <ac:spMkLst>
            <pc:docMk/>
            <pc:sldMk cId="4247069512" sldId="348"/>
            <ac:spMk id="20483" creationId="{6CF76C83-9628-82EB-EEC2-12037642C096}"/>
          </ac:spMkLst>
        </pc:spChg>
        <pc:picChg chg="add mod">
          <ac:chgData name="Simone Beets" userId="5adb261a4dd6137b" providerId="LiveId" clId="{8E40C75F-2910-4AF8-AED2-E5C88E90B87F}" dt="2025-03-09T18:58:23.489" v="6955" actId="207"/>
          <ac:picMkLst>
            <pc:docMk/>
            <pc:sldMk cId="4247069512" sldId="348"/>
            <ac:picMk id="3" creationId="{32DA34F6-650E-16AE-472A-B7D21F9D2A6E}"/>
          </ac:picMkLst>
        </pc:picChg>
      </pc:sldChg>
      <pc:sldChg chg="del">
        <pc:chgData name="Simone Beets" userId="5adb261a4dd6137b" providerId="LiveId" clId="{8E40C75F-2910-4AF8-AED2-E5C88E90B87F}" dt="2025-03-09T19:22:17.663" v="7564" actId="47"/>
        <pc:sldMkLst>
          <pc:docMk/>
          <pc:sldMk cId="2920933396" sldId="349"/>
        </pc:sldMkLst>
      </pc:sldChg>
      <pc:sldChg chg="del">
        <pc:chgData name="Simone Beets" userId="5adb261a4dd6137b" providerId="LiveId" clId="{8E40C75F-2910-4AF8-AED2-E5C88E90B87F}" dt="2025-03-09T19:22:18.616" v="7565" actId="47"/>
        <pc:sldMkLst>
          <pc:docMk/>
          <pc:sldMk cId="4172721415" sldId="350"/>
        </pc:sldMkLst>
      </pc:sldChg>
      <pc:sldChg chg="del">
        <pc:chgData name="Simone Beets" userId="5adb261a4dd6137b" providerId="LiveId" clId="{8E40C75F-2910-4AF8-AED2-E5C88E90B87F}" dt="2025-03-09T19:22:19.450" v="7566" actId="47"/>
        <pc:sldMkLst>
          <pc:docMk/>
          <pc:sldMk cId="3808169131" sldId="351"/>
        </pc:sldMkLst>
      </pc:sldChg>
      <pc:sldChg chg="del">
        <pc:chgData name="Simone Beets" userId="5adb261a4dd6137b" providerId="LiveId" clId="{8E40C75F-2910-4AF8-AED2-E5C88E90B87F}" dt="2025-03-09T19:22:20.328" v="7567" actId="47"/>
        <pc:sldMkLst>
          <pc:docMk/>
          <pc:sldMk cId="583071382" sldId="352"/>
        </pc:sldMkLst>
      </pc:sldChg>
      <pc:sldChg chg="del">
        <pc:chgData name="Simone Beets" userId="5adb261a4dd6137b" providerId="LiveId" clId="{8E40C75F-2910-4AF8-AED2-E5C88E90B87F}" dt="2025-03-09T19:22:22.314" v="7569" actId="47"/>
        <pc:sldMkLst>
          <pc:docMk/>
          <pc:sldMk cId="2567004572" sldId="354"/>
        </pc:sldMkLst>
      </pc:sldChg>
      <pc:sldChg chg="del">
        <pc:chgData name="Simone Beets" userId="5adb261a4dd6137b" providerId="LiveId" clId="{8E40C75F-2910-4AF8-AED2-E5C88E90B87F}" dt="2025-03-09T19:22:25.312" v="7572" actId="47"/>
        <pc:sldMkLst>
          <pc:docMk/>
          <pc:sldMk cId="1094026494" sldId="355"/>
        </pc:sldMkLst>
      </pc:sldChg>
      <pc:sldChg chg="del">
        <pc:chgData name="Simone Beets" userId="5adb261a4dd6137b" providerId="LiveId" clId="{8E40C75F-2910-4AF8-AED2-E5C88E90B87F}" dt="2025-03-09T19:22:24.350" v="7571" actId="47"/>
        <pc:sldMkLst>
          <pc:docMk/>
          <pc:sldMk cId="3907085252" sldId="357"/>
        </pc:sldMkLst>
      </pc:sldChg>
      <pc:sldChg chg="del">
        <pc:chgData name="Simone Beets" userId="5adb261a4dd6137b" providerId="LiveId" clId="{8E40C75F-2910-4AF8-AED2-E5C88E90B87F}" dt="2025-03-09T19:22:26.417" v="7573" actId="47"/>
        <pc:sldMkLst>
          <pc:docMk/>
          <pc:sldMk cId="1528914622" sldId="358"/>
        </pc:sldMkLst>
      </pc:sldChg>
      <pc:sldChg chg="del">
        <pc:chgData name="Simone Beets" userId="5adb261a4dd6137b" providerId="LiveId" clId="{8E40C75F-2910-4AF8-AED2-E5C88E90B87F}" dt="2025-03-09T19:22:27.202" v="7574" actId="47"/>
        <pc:sldMkLst>
          <pc:docMk/>
          <pc:sldMk cId="4062962358" sldId="359"/>
        </pc:sldMkLst>
      </pc:sldChg>
      <pc:sldChg chg="del">
        <pc:chgData name="Simone Beets" userId="5adb261a4dd6137b" providerId="LiveId" clId="{8E40C75F-2910-4AF8-AED2-E5C88E90B87F}" dt="2025-03-09T19:22:27.727" v="7575" actId="47"/>
        <pc:sldMkLst>
          <pc:docMk/>
          <pc:sldMk cId="1615067123" sldId="360"/>
        </pc:sldMkLst>
      </pc:sldChg>
      <pc:sldChg chg="del">
        <pc:chgData name="Simone Beets" userId="5adb261a4dd6137b" providerId="LiveId" clId="{8E40C75F-2910-4AF8-AED2-E5C88E90B87F}" dt="2025-03-09T19:22:28.505" v="7576" actId="47"/>
        <pc:sldMkLst>
          <pc:docMk/>
          <pc:sldMk cId="2854956525" sldId="361"/>
        </pc:sldMkLst>
      </pc:sldChg>
      <pc:sldChg chg="del">
        <pc:chgData name="Simone Beets" userId="5adb261a4dd6137b" providerId="LiveId" clId="{8E40C75F-2910-4AF8-AED2-E5C88E90B87F}" dt="2025-03-09T19:22:29.541" v="7577" actId="47"/>
        <pc:sldMkLst>
          <pc:docMk/>
          <pc:sldMk cId="2845008166" sldId="362"/>
        </pc:sldMkLst>
      </pc:sldChg>
      <pc:sldChg chg="del">
        <pc:chgData name="Simone Beets" userId="5adb261a4dd6137b" providerId="LiveId" clId="{8E40C75F-2910-4AF8-AED2-E5C88E90B87F}" dt="2025-03-09T19:22:23.377" v="7570" actId="47"/>
        <pc:sldMkLst>
          <pc:docMk/>
          <pc:sldMk cId="2331509468" sldId="363"/>
        </pc:sldMkLst>
      </pc:sldChg>
      <pc:sldChg chg="addSp modSp add mod ord modClrScheme modAnim chgLayout modNotesTx">
        <pc:chgData name="Simone Beets" userId="5adb261a4dd6137b" providerId="LiveId" clId="{8E40C75F-2910-4AF8-AED2-E5C88E90B87F}" dt="2025-03-09T16:21:18.937" v="413" actId="14100"/>
        <pc:sldMkLst>
          <pc:docMk/>
          <pc:sldMk cId="3867261677" sldId="364"/>
        </pc:sldMkLst>
        <pc:spChg chg="mod">
          <ac:chgData name="Simone Beets" userId="5adb261a4dd6137b" providerId="LiveId" clId="{8E40C75F-2910-4AF8-AED2-E5C88E90B87F}" dt="2025-03-09T16:19:08.516" v="62" actId="26606"/>
          <ac:spMkLst>
            <pc:docMk/>
            <pc:sldMk cId="3867261677" sldId="364"/>
            <ac:spMk id="20482" creationId="{A119BDA9-0931-E9A8-16D4-2BCF959DDB9B}"/>
          </ac:spMkLst>
        </pc:spChg>
        <pc:spChg chg="mod">
          <ac:chgData name="Simone Beets" userId="5adb261a4dd6137b" providerId="LiveId" clId="{8E40C75F-2910-4AF8-AED2-E5C88E90B87F}" dt="2025-03-09T16:21:18.937" v="413" actId="14100"/>
          <ac:spMkLst>
            <pc:docMk/>
            <pc:sldMk cId="3867261677" sldId="364"/>
            <ac:spMk id="20483" creationId="{3A1DE82A-4B0E-F7FB-8231-5BDDE37723BB}"/>
          </ac:spMkLst>
        </pc:spChg>
        <pc:picChg chg="add mod">
          <ac:chgData name="Simone Beets" userId="5adb261a4dd6137b" providerId="LiveId" clId="{8E40C75F-2910-4AF8-AED2-E5C88E90B87F}" dt="2025-03-09T16:19:08.516" v="62" actId="26606"/>
          <ac:picMkLst>
            <pc:docMk/>
            <pc:sldMk cId="3867261677" sldId="364"/>
            <ac:picMk id="3" creationId="{10D4C0E3-1FA9-6CDC-2F49-7F47016E5B64}"/>
          </ac:picMkLst>
        </pc:picChg>
      </pc:sldChg>
      <pc:sldChg chg="delSp add del mod">
        <pc:chgData name="Simone Beets" userId="5adb261a4dd6137b" providerId="LiveId" clId="{8E40C75F-2910-4AF8-AED2-E5C88E90B87F}" dt="2025-03-09T16:13:00.310" v="40" actId="2696"/>
        <pc:sldMkLst>
          <pc:docMk/>
          <pc:sldMk cId="4193560391" sldId="364"/>
        </pc:sldMkLst>
        <pc:spChg chg="del">
          <ac:chgData name="Simone Beets" userId="5adb261a4dd6137b" providerId="LiveId" clId="{8E40C75F-2910-4AF8-AED2-E5C88E90B87F}" dt="2025-03-09T16:12:55.887" v="39" actId="478"/>
          <ac:spMkLst>
            <pc:docMk/>
            <pc:sldMk cId="4193560391" sldId="364"/>
            <ac:spMk id="4" creationId="{C0EFA57A-8843-6764-A058-10E28ACBD486}"/>
          </ac:spMkLst>
        </pc:spChg>
      </pc:sldChg>
      <pc:sldChg chg="addSp modSp add mod modAnim">
        <pc:chgData name="Simone Beets" userId="5adb261a4dd6137b" providerId="LiveId" clId="{8E40C75F-2910-4AF8-AED2-E5C88E90B87F}" dt="2025-03-09T19:23:47.146" v="7696"/>
        <pc:sldMkLst>
          <pc:docMk/>
          <pc:sldMk cId="745339609" sldId="365"/>
        </pc:sldMkLst>
        <pc:spChg chg="mod">
          <ac:chgData name="Simone Beets" userId="5adb261a4dd6137b" providerId="LiveId" clId="{8E40C75F-2910-4AF8-AED2-E5C88E90B87F}" dt="2025-03-09T16:32:50.612" v="419" actId="20577"/>
          <ac:spMkLst>
            <pc:docMk/>
            <pc:sldMk cId="745339609" sldId="365"/>
            <ac:spMk id="20482" creationId="{39EC7514-B266-FDD3-095D-36B790D9F519}"/>
          </ac:spMkLst>
        </pc:spChg>
        <pc:spChg chg="mod">
          <ac:chgData name="Simone Beets" userId="5adb261a4dd6137b" providerId="LiveId" clId="{8E40C75F-2910-4AF8-AED2-E5C88E90B87F}" dt="2025-03-09T16:34:02.394" v="462" actId="5793"/>
          <ac:spMkLst>
            <pc:docMk/>
            <pc:sldMk cId="745339609" sldId="365"/>
            <ac:spMk id="20483" creationId="{4961AB9A-DC80-4B3E-B64F-8AF91D04B0DB}"/>
          </ac:spMkLst>
        </pc:spChg>
        <pc:graphicFrameChg chg="add mod modGraphic">
          <ac:chgData name="Simone Beets" userId="5adb261a4dd6137b" providerId="LiveId" clId="{8E40C75F-2910-4AF8-AED2-E5C88E90B87F}" dt="2025-03-09T16:39:15.826" v="568" actId="2164"/>
          <ac:graphicFrameMkLst>
            <pc:docMk/>
            <pc:sldMk cId="745339609" sldId="365"/>
            <ac:graphicFrameMk id="2" creationId="{649CA10D-F69E-5EF3-8076-F6A115F150DB}"/>
          </ac:graphicFrameMkLst>
        </pc:graphicFrameChg>
        <pc:picChg chg="mod">
          <ac:chgData name="Simone Beets" userId="5adb261a4dd6137b" providerId="LiveId" clId="{8E40C75F-2910-4AF8-AED2-E5C88E90B87F}" dt="2025-03-09T16:33:42.637" v="457" actId="14826"/>
          <ac:picMkLst>
            <pc:docMk/>
            <pc:sldMk cId="745339609" sldId="365"/>
            <ac:picMk id="3" creationId="{46F0FAEE-4330-AE09-62D4-570374655B23}"/>
          </ac:picMkLst>
        </pc:picChg>
      </pc:sldChg>
      <pc:sldChg chg="addSp delSp modSp add mod ord modAnim">
        <pc:chgData name="Simone Beets" userId="5adb261a4dd6137b" providerId="LiveId" clId="{8E40C75F-2910-4AF8-AED2-E5C88E90B87F}" dt="2025-03-09T17:40:55.756" v="2637"/>
        <pc:sldMkLst>
          <pc:docMk/>
          <pc:sldMk cId="193908100" sldId="366"/>
        </pc:sldMkLst>
        <pc:spChg chg="add del mod">
          <ac:chgData name="Simone Beets" userId="5adb261a4dd6137b" providerId="LiveId" clId="{8E40C75F-2910-4AF8-AED2-E5C88E90B87F}" dt="2025-03-09T17:22:11.875" v="2467" actId="478"/>
          <ac:spMkLst>
            <pc:docMk/>
            <pc:sldMk cId="193908100" sldId="366"/>
            <ac:spMk id="3" creationId="{E1657DC2-DC3D-4D5E-77E4-D1DAAB87A18A}"/>
          </ac:spMkLst>
        </pc:spChg>
        <pc:spChg chg="add mod">
          <ac:chgData name="Simone Beets" userId="5adb261a4dd6137b" providerId="LiveId" clId="{8E40C75F-2910-4AF8-AED2-E5C88E90B87F}" dt="2025-03-09T17:38:27.656" v="2617" actId="1037"/>
          <ac:spMkLst>
            <pc:docMk/>
            <pc:sldMk cId="193908100" sldId="366"/>
            <ac:spMk id="5" creationId="{77BAE64F-EC9A-594C-7440-0EC2B89A72C8}"/>
          </ac:spMkLst>
        </pc:spChg>
        <pc:spChg chg="add mod">
          <ac:chgData name="Simone Beets" userId="5adb261a4dd6137b" providerId="LiveId" clId="{8E40C75F-2910-4AF8-AED2-E5C88E90B87F}" dt="2025-03-09T17:38:27.656" v="2617" actId="1037"/>
          <ac:spMkLst>
            <pc:docMk/>
            <pc:sldMk cId="193908100" sldId="366"/>
            <ac:spMk id="6" creationId="{01060F83-A7AB-AC7A-22C8-D7BF2E927970}"/>
          </ac:spMkLst>
        </pc:spChg>
        <pc:spChg chg="add mod">
          <ac:chgData name="Simone Beets" userId="5adb261a4dd6137b" providerId="LiveId" clId="{8E40C75F-2910-4AF8-AED2-E5C88E90B87F}" dt="2025-03-09T17:38:27.656" v="2617" actId="1037"/>
          <ac:spMkLst>
            <pc:docMk/>
            <pc:sldMk cId="193908100" sldId="366"/>
            <ac:spMk id="8" creationId="{C8E1BBC1-0FCD-B86A-D934-B748367986F0}"/>
          </ac:spMkLst>
        </pc:spChg>
        <pc:spChg chg="add mod">
          <ac:chgData name="Simone Beets" userId="5adb261a4dd6137b" providerId="LiveId" clId="{8E40C75F-2910-4AF8-AED2-E5C88E90B87F}" dt="2025-03-09T17:38:27.656" v="2617" actId="1037"/>
          <ac:spMkLst>
            <pc:docMk/>
            <pc:sldMk cId="193908100" sldId="366"/>
            <ac:spMk id="9" creationId="{D10BAA21-A3C0-0E01-A628-3A05D09943BD}"/>
          </ac:spMkLst>
        </pc:spChg>
        <pc:spChg chg="add mod ord">
          <ac:chgData name="Simone Beets" userId="5adb261a4dd6137b" providerId="LiveId" clId="{8E40C75F-2910-4AF8-AED2-E5C88E90B87F}" dt="2025-03-09T17:33:51.317" v="2576" actId="167"/>
          <ac:spMkLst>
            <pc:docMk/>
            <pc:sldMk cId="193908100" sldId="366"/>
            <ac:spMk id="10" creationId="{788D3120-EF58-7706-84AE-8AB555F80F97}"/>
          </ac:spMkLst>
        </pc:spChg>
        <pc:spChg chg="add mod">
          <ac:chgData name="Simone Beets" userId="5adb261a4dd6137b" providerId="LiveId" clId="{8E40C75F-2910-4AF8-AED2-E5C88E90B87F}" dt="2025-03-09T17:38:34.113" v="2621" actId="1037"/>
          <ac:spMkLst>
            <pc:docMk/>
            <pc:sldMk cId="193908100" sldId="366"/>
            <ac:spMk id="11" creationId="{16C2E0B0-ED0C-827D-4451-853E8DA3DBF2}"/>
          </ac:spMkLst>
        </pc:spChg>
        <pc:spChg chg="add del mod">
          <ac:chgData name="Simone Beets" userId="5adb261a4dd6137b" providerId="LiveId" clId="{8E40C75F-2910-4AF8-AED2-E5C88E90B87F}" dt="2025-03-09T17:37:38.931" v="2604" actId="478"/>
          <ac:spMkLst>
            <pc:docMk/>
            <pc:sldMk cId="193908100" sldId="366"/>
            <ac:spMk id="12" creationId="{97F42D41-8FCD-DC52-954F-10FDC0BC66B8}"/>
          </ac:spMkLst>
        </pc:spChg>
        <pc:spChg chg="add del mod">
          <ac:chgData name="Simone Beets" userId="5adb261a4dd6137b" providerId="LiveId" clId="{8E40C75F-2910-4AF8-AED2-E5C88E90B87F}" dt="2025-03-09T17:37:43.153" v="2605" actId="478"/>
          <ac:spMkLst>
            <pc:docMk/>
            <pc:sldMk cId="193908100" sldId="366"/>
            <ac:spMk id="14" creationId="{76302407-6EEF-EE0B-F76B-1DDF2EFF4745}"/>
          </ac:spMkLst>
        </pc:spChg>
        <pc:spChg chg="mod">
          <ac:chgData name="Simone Beets" userId="5adb261a4dd6137b" providerId="LiveId" clId="{8E40C75F-2910-4AF8-AED2-E5C88E90B87F}" dt="2025-03-09T17:38:27.656" v="2617" actId="1037"/>
          <ac:spMkLst>
            <pc:docMk/>
            <pc:sldMk cId="193908100" sldId="366"/>
            <ac:spMk id="20482" creationId="{068E828A-DF08-4888-1CC0-9C93C744301E}"/>
          </ac:spMkLst>
        </pc:spChg>
        <pc:spChg chg="del mod">
          <ac:chgData name="Simone Beets" userId="5adb261a4dd6137b" providerId="LiveId" clId="{8E40C75F-2910-4AF8-AED2-E5C88E90B87F}" dt="2025-03-09T17:22:08.891" v="2466" actId="478"/>
          <ac:spMkLst>
            <pc:docMk/>
            <pc:sldMk cId="193908100" sldId="366"/>
            <ac:spMk id="20483" creationId="{34D18A8F-3411-755E-086D-88F267D62E60}"/>
          </ac:spMkLst>
        </pc:spChg>
        <pc:grpChg chg="add mod">
          <ac:chgData name="Simone Beets" userId="5adb261a4dd6137b" providerId="LiveId" clId="{8E40C75F-2910-4AF8-AED2-E5C88E90B87F}" dt="2025-03-09T17:38:27.656" v="2617" actId="1037"/>
          <ac:grpSpMkLst>
            <pc:docMk/>
            <pc:sldMk cId="193908100" sldId="366"/>
            <ac:grpSpMk id="4" creationId="{7C78D76A-1E50-97B2-B75C-2CFA57488B09}"/>
          </ac:grpSpMkLst>
        </pc:grpChg>
        <pc:grpChg chg="add mod">
          <ac:chgData name="Simone Beets" userId="5adb261a4dd6137b" providerId="LiveId" clId="{8E40C75F-2910-4AF8-AED2-E5C88E90B87F}" dt="2025-03-09T17:38:27.656" v="2617" actId="1037"/>
          <ac:grpSpMkLst>
            <pc:docMk/>
            <pc:sldMk cId="193908100" sldId="366"/>
            <ac:grpSpMk id="7" creationId="{F94F1BF6-238F-5D43-FCEA-983532D5FE10}"/>
          </ac:grpSpMkLst>
        </pc:grpChg>
        <pc:graphicFrameChg chg="add mod modGraphic">
          <ac:chgData name="Simone Beets" userId="5adb261a4dd6137b" providerId="LiveId" clId="{8E40C75F-2910-4AF8-AED2-E5C88E90B87F}" dt="2025-03-09T17:38:27.656" v="2617" actId="1037"/>
          <ac:graphicFrameMkLst>
            <pc:docMk/>
            <pc:sldMk cId="193908100" sldId="366"/>
            <ac:graphicFrameMk id="2" creationId="{3E3E02B3-0F03-44E1-0083-D89D22A8104D}"/>
          </ac:graphicFrameMkLst>
        </pc:graphicFrameChg>
        <pc:graphicFrameChg chg="add mod modGraphic">
          <ac:chgData name="Simone Beets" userId="5adb261a4dd6137b" providerId="LiveId" clId="{8E40C75F-2910-4AF8-AED2-E5C88E90B87F}" dt="2025-03-09T17:39:33.899" v="2633" actId="20577"/>
          <ac:graphicFrameMkLst>
            <pc:docMk/>
            <pc:sldMk cId="193908100" sldId="366"/>
            <ac:graphicFrameMk id="13" creationId="{AF34A65D-99AA-5A63-2C35-44B5CCD9016D}"/>
          </ac:graphicFrameMkLst>
        </pc:graphicFrameChg>
      </pc:sldChg>
      <pc:sldChg chg="addSp delSp modSp add mod delAnim modAnim modNotesTx">
        <pc:chgData name="Simone Beets" userId="5adb261a4dd6137b" providerId="LiveId" clId="{8E40C75F-2910-4AF8-AED2-E5C88E90B87F}" dt="2025-03-09T16:56:55.056" v="1400" actId="20577"/>
        <pc:sldMkLst>
          <pc:docMk/>
          <pc:sldMk cId="1943306920" sldId="367"/>
        </pc:sldMkLst>
        <pc:spChg chg="del">
          <ac:chgData name="Simone Beets" userId="5adb261a4dd6137b" providerId="LiveId" clId="{8E40C75F-2910-4AF8-AED2-E5C88E90B87F}" dt="2025-03-09T16:49:17.550" v="775" actId="478"/>
          <ac:spMkLst>
            <pc:docMk/>
            <pc:sldMk cId="1943306920" sldId="367"/>
            <ac:spMk id="5" creationId="{AD82F942-0CC3-2643-CA95-5A6192ECC54E}"/>
          </ac:spMkLst>
        </pc:spChg>
        <pc:spChg chg="del">
          <ac:chgData name="Simone Beets" userId="5adb261a4dd6137b" providerId="LiveId" clId="{8E40C75F-2910-4AF8-AED2-E5C88E90B87F}" dt="2025-03-09T16:49:17.550" v="775" actId="478"/>
          <ac:spMkLst>
            <pc:docMk/>
            <pc:sldMk cId="1943306920" sldId="367"/>
            <ac:spMk id="6" creationId="{E26FBC20-118B-0A16-C361-7C364580CB11}"/>
          </ac:spMkLst>
        </pc:spChg>
        <pc:spChg chg="del">
          <ac:chgData name="Simone Beets" userId="5adb261a4dd6137b" providerId="LiveId" clId="{8E40C75F-2910-4AF8-AED2-E5C88E90B87F}" dt="2025-03-09T16:49:17.550" v="775" actId="478"/>
          <ac:spMkLst>
            <pc:docMk/>
            <pc:sldMk cId="1943306920" sldId="367"/>
            <ac:spMk id="7" creationId="{940712D8-0ADA-30B4-4632-BD3309638981}"/>
          </ac:spMkLst>
        </pc:spChg>
        <pc:spChg chg="del">
          <ac:chgData name="Simone Beets" userId="5adb261a4dd6137b" providerId="LiveId" clId="{8E40C75F-2910-4AF8-AED2-E5C88E90B87F}" dt="2025-03-09T16:49:17.550" v="775" actId="478"/>
          <ac:spMkLst>
            <pc:docMk/>
            <pc:sldMk cId="1943306920" sldId="367"/>
            <ac:spMk id="9" creationId="{6AF60277-5527-8815-C1D9-B76CAE8B4B97}"/>
          </ac:spMkLst>
        </pc:spChg>
        <pc:spChg chg="del">
          <ac:chgData name="Simone Beets" userId="5adb261a4dd6137b" providerId="LiveId" clId="{8E40C75F-2910-4AF8-AED2-E5C88E90B87F}" dt="2025-03-09T16:49:17.550" v="775" actId="478"/>
          <ac:spMkLst>
            <pc:docMk/>
            <pc:sldMk cId="1943306920" sldId="367"/>
            <ac:spMk id="10" creationId="{812B5E2C-C85D-7F30-06C2-B28D08554BC0}"/>
          </ac:spMkLst>
        </pc:spChg>
        <pc:spChg chg="del">
          <ac:chgData name="Simone Beets" userId="5adb261a4dd6137b" providerId="LiveId" clId="{8E40C75F-2910-4AF8-AED2-E5C88E90B87F}" dt="2025-03-09T16:49:17.550" v="775" actId="478"/>
          <ac:spMkLst>
            <pc:docMk/>
            <pc:sldMk cId="1943306920" sldId="367"/>
            <ac:spMk id="11" creationId="{74BB90FB-6F05-3F75-558A-C4F7572D6D3E}"/>
          </ac:spMkLst>
        </pc:spChg>
        <pc:spChg chg="del">
          <ac:chgData name="Simone Beets" userId="5adb261a4dd6137b" providerId="LiveId" clId="{8E40C75F-2910-4AF8-AED2-E5C88E90B87F}" dt="2025-03-09T16:49:17.550" v="775" actId="478"/>
          <ac:spMkLst>
            <pc:docMk/>
            <pc:sldMk cId="1943306920" sldId="367"/>
            <ac:spMk id="12" creationId="{5717E7A6-9429-8A42-7148-BCA23E865A2C}"/>
          </ac:spMkLst>
        </pc:spChg>
        <pc:spChg chg="del">
          <ac:chgData name="Simone Beets" userId="5adb261a4dd6137b" providerId="LiveId" clId="{8E40C75F-2910-4AF8-AED2-E5C88E90B87F}" dt="2025-03-09T16:49:17.550" v="775" actId="478"/>
          <ac:spMkLst>
            <pc:docMk/>
            <pc:sldMk cId="1943306920" sldId="367"/>
            <ac:spMk id="13" creationId="{D454CCD1-608B-7687-90D0-C2DE4F4B6C10}"/>
          </ac:spMkLst>
        </pc:spChg>
        <pc:spChg chg="del">
          <ac:chgData name="Simone Beets" userId="5adb261a4dd6137b" providerId="LiveId" clId="{8E40C75F-2910-4AF8-AED2-E5C88E90B87F}" dt="2025-03-09T16:49:17.550" v="775" actId="478"/>
          <ac:spMkLst>
            <pc:docMk/>
            <pc:sldMk cId="1943306920" sldId="367"/>
            <ac:spMk id="14" creationId="{651CB429-85FF-33F3-74CC-652CC3237756}"/>
          </ac:spMkLst>
        </pc:spChg>
        <pc:spChg chg="del">
          <ac:chgData name="Simone Beets" userId="5adb261a4dd6137b" providerId="LiveId" clId="{8E40C75F-2910-4AF8-AED2-E5C88E90B87F}" dt="2025-03-09T16:49:17.550" v="775" actId="478"/>
          <ac:spMkLst>
            <pc:docMk/>
            <pc:sldMk cId="1943306920" sldId="367"/>
            <ac:spMk id="15" creationId="{F1EE0865-5FF7-4BD0-C16C-67258B7487DB}"/>
          </ac:spMkLst>
        </pc:spChg>
        <pc:spChg chg="add mod">
          <ac:chgData name="Simone Beets" userId="5adb261a4dd6137b" providerId="LiveId" clId="{8E40C75F-2910-4AF8-AED2-E5C88E90B87F}" dt="2025-03-09T16:49:42.120" v="825" actId="1037"/>
          <ac:spMkLst>
            <pc:docMk/>
            <pc:sldMk cId="1943306920" sldId="367"/>
            <ac:spMk id="16" creationId="{5379110F-E7AF-9048-57D8-70A171E8AE9F}"/>
          </ac:spMkLst>
        </pc:spChg>
        <pc:spChg chg="add mod">
          <ac:chgData name="Simone Beets" userId="5adb261a4dd6137b" providerId="LiveId" clId="{8E40C75F-2910-4AF8-AED2-E5C88E90B87F}" dt="2025-03-09T16:49:42.120" v="825" actId="1037"/>
          <ac:spMkLst>
            <pc:docMk/>
            <pc:sldMk cId="1943306920" sldId="367"/>
            <ac:spMk id="17" creationId="{3132D115-2336-A17B-3CA2-5168C8A2C8A9}"/>
          </ac:spMkLst>
        </pc:spChg>
        <pc:spChg chg="add mod">
          <ac:chgData name="Simone Beets" userId="5adb261a4dd6137b" providerId="LiveId" clId="{8E40C75F-2910-4AF8-AED2-E5C88E90B87F}" dt="2025-03-09T16:49:42.120" v="825" actId="1037"/>
          <ac:spMkLst>
            <pc:docMk/>
            <pc:sldMk cId="1943306920" sldId="367"/>
            <ac:spMk id="18" creationId="{B666E52A-6569-2B07-16BD-0176B0A05487}"/>
          </ac:spMkLst>
        </pc:spChg>
        <pc:spChg chg="add mod">
          <ac:chgData name="Simone Beets" userId="5adb261a4dd6137b" providerId="LiveId" clId="{8E40C75F-2910-4AF8-AED2-E5C88E90B87F}" dt="2025-03-09T16:52:25.854" v="853" actId="208"/>
          <ac:spMkLst>
            <pc:docMk/>
            <pc:sldMk cId="1943306920" sldId="367"/>
            <ac:spMk id="19" creationId="{7F4EC78A-2051-F61D-2196-E831594D9194}"/>
          </ac:spMkLst>
        </pc:spChg>
        <pc:spChg chg="add mod">
          <ac:chgData name="Simone Beets" userId="5adb261a4dd6137b" providerId="LiveId" clId="{8E40C75F-2910-4AF8-AED2-E5C88E90B87F}" dt="2025-03-09T16:49:42.120" v="825" actId="1037"/>
          <ac:spMkLst>
            <pc:docMk/>
            <pc:sldMk cId="1943306920" sldId="367"/>
            <ac:spMk id="20" creationId="{97F305C3-D506-AF50-6B00-4A6F7E47C498}"/>
          </ac:spMkLst>
        </pc:spChg>
        <pc:spChg chg="add mod">
          <ac:chgData name="Simone Beets" userId="5adb261a4dd6137b" providerId="LiveId" clId="{8E40C75F-2910-4AF8-AED2-E5C88E90B87F}" dt="2025-03-09T16:49:42.120" v="825" actId="1037"/>
          <ac:spMkLst>
            <pc:docMk/>
            <pc:sldMk cId="1943306920" sldId="367"/>
            <ac:spMk id="21" creationId="{E0635D27-E8F2-C386-CC4C-EE4583CC6607}"/>
          </ac:spMkLst>
        </pc:spChg>
        <pc:spChg chg="add mod">
          <ac:chgData name="Simone Beets" userId="5adb261a4dd6137b" providerId="LiveId" clId="{8E40C75F-2910-4AF8-AED2-E5C88E90B87F}" dt="2025-03-09T16:52:08.103" v="849" actId="1035"/>
          <ac:spMkLst>
            <pc:docMk/>
            <pc:sldMk cId="1943306920" sldId="367"/>
            <ac:spMk id="22" creationId="{209B2861-F6C0-05BE-0BAB-12D92D8BA052}"/>
          </ac:spMkLst>
        </pc:spChg>
        <pc:spChg chg="add mod">
          <ac:chgData name="Simone Beets" userId="5adb261a4dd6137b" providerId="LiveId" clId="{8E40C75F-2910-4AF8-AED2-E5C88E90B87F}" dt="2025-03-09T16:49:42.120" v="825" actId="1037"/>
          <ac:spMkLst>
            <pc:docMk/>
            <pc:sldMk cId="1943306920" sldId="367"/>
            <ac:spMk id="23" creationId="{199C2193-82DF-51B0-8E05-BF7CD52FFF25}"/>
          </ac:spMkLst>
        </pc:spChg>
        <pc:spChg chg="add mod">
          <ac:chgData name="Simone Beets" userId="5adb261a4dd6137b" providerId="LiveId" clId="{8E40C75F-2910-4AF8-AED2-E5C88E90B87F}" dt="2025-03-09T16:49:42.120" v="825" actId="1037"/>
          <ac:spMkLst>
            <pc:docMk/>
            <pc:sldMk cId="1943306920" sldId="367"/>
            <ac:spMk id="24" creationId="{D90DBD5B-5E9B-7733-5407-E67F4F06BD56}"/>
          </ac:spMkLst>
        </pc:spChg>
        <pc:spChg chg="add mod">
          <ac:chgData name="Simone Beets" userId="5adb261a4dd6137b" providerId="LiveId" clId="{8E40C75F-2910-4AF8-AED2-E5C88E90B87F}" dt="2025-03-09T16:49:42.120" v="825" actId="1037"/>
          <ac:spMkLst>
            <pc:docMk/>
            <pc:sldMk cId="1943306920" sldId="367"/>
            <ac:spMk id="25" creationId="{4D2B9622-47BE-2616-D415-0FF7DA4D1015}"/>
          </ac:spMkLst>
        </pc:spChg>
        <pc:cxnChg chg="mod">
          <ac:chgData name="Simone Beets" userId="5adb261a4dd6137b" providerId="LiveId" clId="{8E40C75F-2910-4AF8-AED2-E5C88E90B87F}" dt="2025-03-09T16:52:32.226" v="855" actId="208"/>
          <ac:cxnSpMkLst>
            <pc:docMk/>
            <pc:sldMk cId="1943306920" sldId="367"/>
            <ac:cxnSpMk id="2" creationId="{EBB3DED6-D58E-2ED9-D963-9527723AF80C}"/>
          </ac:cxnSpMkLst>
        </pc:cxnChg>
        <pc:cxnChg chg="del">
          <ac:chgData name="Simone Beets" userId="5adb261a4dd6137b" providerId="LiveId" clId="{8E40C75F-2910-4AF8-AED2-E5C88E90B87F}" dt="2025-03-09T16:49:18.527" v="776" actId="478"/>
          <ac:cxnSpMkLst>
            <pc:docMk/>
            <pc:sldMk cId="1943306920" sldId="367"/>
            <ac:cxnSpMk id="3" creationId="{D4052857-2502-ED43-33C4-6F243C3D124C}"/>
          </ac:cxnSpMkLst>
        </pc:cxnChg>
        <pc:cxnChg chg="del">
          <ac:chgData name="Simone Beets" userId="5adb261a4dd6137b" providerId="LiveId" clId="{8E40C75F-2910-4AF8-AED2-E5C88E90B87F}" dt="2025-03-09T16:49:19.408" v="777" actId="478"/>
          <ac:cxnSpMkLst>
            <pc:docMk/>
            <pc:sldMk cId="1943306920" sldId="367"/>
            <ac:cxnSpMk id="4" creationId="{1D7082E8-80F1-20C0-1B20-037E0316CFE9}"/>
          </ac:cxnSpMkLst>
        </pc:cxnChg>
        <pc:cxnChg chg="mod">
          <ac:chgData name="Simone Beets" userId="5adb261a4dd6137b" providerId="LiveId" clId="{8E40C75F-2910-4AF8-AED2-E5C88E90B87F}" dt="2025-03-09T16:52:29.842" v="854" actId="208"/>
          <ac:cxnSpMkLst>
            <pc:docMk/>
            <pc:sldMk cId="1943306920" sldId="367"/>
            <ac:cxnSpMk id="8" creationId="{EA89E212-DA97-F31E-41C6-11E6ABCAFB44}"/>
          </ac:cxnSpMkLst>
        </pc:cxnChg>
      </pc:sldChg>
      <pc:sldChg chg="addSp delSp modSp add mod modAnim">
        <pc:chgData name="Simone Beets" userId="5adb261a4dd6137b" providerId="LiveId" clId="{8E40C75F-2910-4AF8-AED2-E5C88E90B87F}" dt="2025-03-09T18:51:03.120" v="6354"/>
        <pc:sldMkLst>
          <pc:docMk/>
          <pc:sldMk cId="1679562004" sldId="368"/>
        </pc:sldMkLst>
        <pc:spChg chg="add del mod">
          <ac:chgData name="Simone Beets" userId="5adb261a4dd6137b" providerId="LiveId" clId="{8E40C75F-2910-4AF8-AED2-E5C88E90B87F}" dt="2025-03-09T17:41:54.976" v="2665" actId="478"/>
          <ac:spMkLst>
            <pc:docMk/>
            <pc:sldMk cId="1679562004" sldId="368"/>
            <ac:spMk id="2" creationId="{639716FC-02C5-0CCA-FEBE-804154F2B4B2}"/>
          </ac:spMkLst>
        </pc:spChg>
        <pc:spChg chg="mod">
          <ac:chgData name="Simone Beets" userId="5adb261a4dd6137b" providerId="LiveId" clId="{8E40C75F-2910-4AF8-AED2-E5C88E90B87F}" dt="2025-03-09T17:42:15.415" v="2668" actId="20577"/>
          <ac:spMkLst>
            <pc:docMk/>
            <pc:sldMk cId="1679562004" sldId="368"/>
            <ac:spMk id="20482" creationId="{E6DFF350-7440-0636-6DCC-328E1737F5F7}"/>
          </ac:spMkLst>
        </pc:spChg>
        <pc:spChg chg="del mod">
          <ac:chgData name="Simone Beets" userId="5adb261a4dd6137b" providerId="LiveId" clId="{8E40C75F-2910-4AF8-AED2-E5C88E90B87F}" dt="2025-03-09T17:41:53.618" v="2664" actId="478"/>
          <ac:spMkLst>
            <pc:docMk/>
            <pc:sldMk cId="1679562004" sldId="368"/>
            <ac:spMk id="20483" creationId="{8CAE7233-A2AB-508C-6E80-BAD2A1D40A4B}"/>
          </ac:spMkLst>
        </pc:spChg>
        <pc:graphicFrameChg chg="add mod">
          <ac:chgData name="Simone Beets" userId="5adb261a4dd6137b" providerId="LiveId" clId="{8E40C75F-2910-4AF8-AED2-E5C88E90B87F}" dt="2025-03-09T17:49:13.800" v="2781" actId="20577"/>
          <ac:graphicFrameMkLst>
            <pc:docMk/>
            <pc:sldMk cId="1679562004" sldId="368"/>
            <ac:graphicFrameMk id="3" creationId="{B3208646-606D-C958-9D0B-EBD8338044C8}"/>
          </ac:graphicFrameMkLst>
        </pc:graphicFrameChg>
      </pc:sldChg>
      <pc:sldChg chg="addSp delSp modSp add mod delAnim modAnim">
        <pc:chgData name="Simone Beets" userId="5adb261a4dd6137b" providerId="LiveId" clId="{8E40C75F-2910-4AF8-AED2-E5C88E90B87F}" dt="2025-03-09T17:44:04.295" v="2711" actId="207"/>
        <pc:sldMkLst>
          <pc:docMk/>
          <pc:sldMk cId="1853407" sldId="369"/>
        </pc:sldMkLst>
        <pc:spChg chg="add del mod">
          <ac:chgData name="Simone Beets" userId="5adb261a4dd6137b" providerId="LiveId" clId="{8E40C75F-2910-4AF8-AED2-E5C88E90B87F}" dt="2025-03-09T17:43:10.288" v="2679" actId="478"/>
          <ac:spMkLst>
            <pc:docMk/>
            <pc:sldMk cId="1853407" sldId="369"/>
            <ac:spMk id="4" creationId="{51AC373A-A66F-92C1-EF1B-086821405313}"/>
          </ac:spMkLst>
        </pc:spChg>
        <pc:spChg chg="add mod ord">
          <ac:chgData name="Simone Beets" userId="5adb261a4dd6137b" providerId="LiveId" clId="{8E40C75F-2910-4AF8-AED2-E5C88E90B87F}" dt="2025-03-09T17:43:38.744" v="2701" actId="167"/>
          <ac:spMkLst>
            <pc:docMk/>
            <pc:sldMk cId="1853407" sldId="369"/>
            <ac:spMk id="6" creationId="{203275C4-E855-21B8-46E7-B13D13FC2E88}"/>
          </ac:spMkLst>
        </pc:spChg>
        <pc:spChg chg="mod">
          <ac:chgData name="Simone Beets" userId="5adb261a4dd6137b" providerId="LiveId" clId="{8E40C75F-2910-4AF8-AED2-E5C88E90B87F}" dt="2025-03-09T17:43:25.002" v="2698" actId="20577"/>
          <ac:spMkLst>
            <pc:docMk/>
            <pc:sldMk cId="1853407" sldId="369"/>
            <ac:spMk id="20482" creationId="{01F62B34-18C1-0A0C-405E-48AA7CA08109}"/>
          </ac:spMkLst>
        </pc:spChg>
        <pc:graphicFrameChg chg="del">
          <ac:chgData name="Simone Beets" userId="5adb261a4dd6137b" providerId="LiveId" clId="{8E40C75F-2910-4AF8-AED2-E5C88E90B87F}" dt="2025-03-09T17:43:08.238" v="2678" actId="478"/>
          <ac:graphicFrameMkLst>
            <pc:docMk/>
            <pc:sldMk cId="1853407" sldId="369"/>
            <ac:graphicFrameMk id="3" creationId="{FC37B85D-4F13-68B3-AFAA-1D8A52B762D4}"/>
          </ac:graphicFrameMkLst>
        </pc:graphicFrameChg>
        <pc:graphicFrameChg chg="add mod">
          <ac:chgData name="Simone Beets" userId="5adb261a4dd6137b" providerId="LiveId" clId="{8E40C75F-2910-4AF8-AED2-E5C88E90B87F}" dt="2025-03-09T17:44:04.295" v="2711" actId="207"/>
          <ac:graphicFrameMkLst>
            <pc:docMk/>
            <pc:sldMk cId="1853407" sldId="369"/>
            <ac:graphicFrameMk id="5" creationId="{F2D491E8-EB63-ED2D-68A3-0455B92B1CF1}"/>
          </ac:graphicFrameMkLst>
        </pc:graphicFrameChg>
      </pc:sldChg>
      <pc:sldChg chg="addSp delSp modSp add mod delAnim modAnim modNotesTx">
        <pc:chgData name="Simone Beets" userId="5adb261a4dd6137b" providerId="LiveId" clId="{8E40C75F-2910-4AF8-AED2-E5C88E90B87F}" dt="2025-03-09T18:49:19.247" v="6351"/>
        <pc:sldMkLst>
          <pc:docMk/>
          <pc:sldMk cId="681711374" sldId="370"/>
        </pc:sldMkLst>
        <pc:spChg chg="add mod">
          <ac:chgData name="Simone Beets" userId="5adb261a4dd6137b" providerId="LiveId" clId="{8E40C75F-2910-4AF8-AED2-E5C88E90B87F}" dt="2025-03-09T17:45:07.143" v="2742" actId="1076"/>
          <ac:spMkLst>
            <pc:docMk/>
            <pc:sldMk cId="681711374" sldId="370"/>
            <ac:spMk id="2" creationId="{3B5DA7ED-E0F0-1A77-EA50-A8E7737E65DD}"/>
          </ac:spMkLst>
        </pc:spChg>
        <pc:spChg chg="add del mod">
          <ac:chgData name="Simone Beets" userId="5adb261a4dd6137b" providerId="LiveId" clId="{8E40C75F-2910-4AF8-AED2-E5C88E90B87F}" dt="2025-03-09T17:45:12.496" v="2743" actId="478"/>
          <ac:spMkLst>
            <pc:docMk/>
            <pc:sldMk cId="681711374" sldId="370"/>
            <ac:spMk id="3" creationId="{27F2CF44-B75D-6E77-D0BB-0AC25E3F3839}"/>
          </ac:spMkLst>
        </pc:spChg>
        <pc:spChg chg="add mod">
          <ac:chgData name="Simone Beets" userId="5adb261a4dd6137b" providerId="LiveId" clId="{8E40C75F-2910-4AF8-AED2-E5C88E90B87F}" dt="2025-03-09T17:49:36.308" v="2783" actId="207"/>
          <ac:spMkLst>
            <pc:docMk/>
            <pc:sldMk cId="681711374" sldId="370"/>
            <ac:spMk id="4" creationId="{34F33C1A-1B93-FE48-C28A-C4D77F0CAC3F}"/>
          </ac:spMkLst>
        </pc:spChg>
        <pc:spChg chg="add mod">
          <ac:chgData name="Simone Beets" userId="5adb261a4dd6137b" providerId="LiveId" clId="{8E40C75F-2910-4AF8-AED2-E5C88E90B87F}" dt="2025-03-09T17:49:38.109" v="2784" actId="207"/>
          <ac:spMkLst>
            <pc:docMk/>
            <pc:sldMk cId="681711374" sldId="370"/>
            <ac:spMk id="7" creationId="{EFB4C1C9-91F1-0758-68F8-0966B3501095}"/>
          </ac:spMkLst>
        </pc:spChg>
        <pc:spChg chg="add mod">
          <ac:chgData name="Simone Beets" userId="5adb261a4dd6137b" providerId="LiveId" clId="{8E40C75F-2910-4AF8-AED2-E5C88E90B87F}" dt="2025-03-09T17:49:32.813" v="2782" actId="207"/>
          <ac:spMkLst>
            <pc:docMk/>
            <pc:sldMk cId="681711374" sldId="370"/>
            <ac:spMk id="8" creationId="{33AF02DD-16C9-2FB7-1526-429755ABDC5D}"/>
          </ac:spMkLst>
        </pc:spChg>
        <pc:spChg chg="add mod">
          <ac:chgData name="Simone Beets" userId="5adb261a4dd6137b" providerId="LiveId" clId="{8E40C75F-2910-4AF8-AED2-E5C88E90B87F}" dt="2025-03-09T17:48:07.884" v="2779" actId="1076"/>
          <ac:spMkLst>
            <pc:docMk/>
            <pc:sldMk cId="681711374" sldId="370"/>
            <ac:spMk id="9" creationId="{C1D9D46B-8F45-AA56-973F-9E8588BDAAF7}"/>
          </ac:spMkLst>
        </pc:spChg>
        <pc:spChg chg="add mod">
          <ac:chgData name="Simone Beets" userId="5adb261a4dd6137b" providerId="LiveId" clId="{8E40C75F-2910-4AF8-AED2-E5C88E90B87F}" dt="2025-03-09T17:53:11.521" v="2969" actId="208"/>
          <ac:spMkLst>
            <pc:docMk/>
            <pc:sldMk cId="681711374" sldId="370"/>
            <ac:spMk id="10" creationId="{F74DC111-C44B-CC0A-6A9B-28C9B680B0E0}"/>
          </ac:spMkLst>
        </pc:spChg>
        <pc:spChg chg="mod">
          <ac:chgData name="Simone Beets" userId="5adb261a4dd6137b" providerId="LiveId" clId="{8E40C75F-2910-4AF8-AED2-E5C88E90B87F}" dt="2025-03-09T17:44:50.624" v="2738" actId="20577"/>
          <ac:spMkLst>
            <pc:docMk/>
            <pc:sldMk cId="681711374" sldId="370"/>
            <ac:spMk id="20482" creationId="{6105C732-AB45-60FC-075C-E2DABB451BDD}"/>
          </ac:spMkLst>
        </pc:spChg>
        <pc:graphicFrameChg chg="del">
          <ac:chgData name="Simone Beets" userId="5adb261a4dd6137b" providerId="LiveId" clId="{8E40C75F-2910-4AF8-AED2-E5C88E90B87F}" dt="2025-03-09T17:44:53.273" v="2739" actId="478"/>
          <ac:graphicFrameMkLst>
            <pc:docMk/>
            <pc:sldMk cId="681711374" sldId="370"/>
            <ac:graphicFrameMk id="5" creationId="{2BE1D980-1996-5330-CF8A-13C45A55BB58}"/>
          </ac:graphicFrameMkLst>
        </pc:graphicFrameChg>
      </pc:sldChg>
      <pc:sldChg chg="addSp modSp add mod ord modAnim modNotesTx">
        <pc:chgData name="Simone Beets" userId="5adb261a4dd6137b" providerId="LiveId" clId="{8E40C75F-2910-4AF8-AED2-E5C88E90B87F}" dt="2025-03-09T18:28:44.241" v="5448"/>
        <pc:sldMkLst>
          <pc:docMk/>
          <pc:sldMk cId="1043982446" sldId="371"/>
        </pc:sldMkLst>
        <pc:spChg chg="mod">
          <ac:chgData name="Simone Beets" userId="5adb261a4dd6137b" providerId="LiveId" clId="{8E40C75F-2910-4AF8-AED2-E5C88E90B87F}" dt="2025-03-09T17:54:13.126" v="3032" actId="20577"/>
          <ac:spMkLst>
            <pc:docMk/>
            <pc:sldMk cId="1043982446" sldId="371"/>
            <ac:spMk id="20482" creationId="{3CE42157-8B3B-9277-1864-3F126871002D}"/>
          </ac:spMkLst>
        </pc:spChg>
        <pc:spChg chg="mod">
          <ac:chgData name="Simone Beets" userId="5adb261a4dd6137b" providerId="LiveId" clId="{8E40C75F-2910-4AF8-AED2-E5C88E90B87F}" dt="2025-03-09T18:01:09.565" v="3200" actId="15"/>
          <ac:spMkLst>
            <pc:docMk/>
            <pc:sldMk cId="1043982446" sldId="371"/>
            <ac:spMk id="20483" creationId="{51E5000B-2B0A-DF36-0D00-E44BC94E97FC}"/>
          </ac:spMkLst>
        </pc:spChg>
        <pc:graphicFrameChg chg="add mod modGraphic">
          <ac:chgData name="Simone Beets" userId="5adb261a4dd6137b" providerId="LiveId" clId="{8E40C75F-2910-4AF8-AED2-E5C88E90B87F}" dt="2025-03-09T18:07:07.549" v="3814" actId="1036"/>
          <ac:graphicFrameMkLst>
            <pc:docMk/>
            <pc:sldMk cId="1043982446" sldId="371"/>
            <ac:graphicFrameMk id="2" creationId="{B626C321-78C8-0645-78DB-6510EB98842A}"/>
          </ac:graphicFrameMkLst>
        </pc:graphicFrameChg>
      </pc:sldChg>
      <pc:sldChg chg="add del">
        <pc:chgData name="Simone Beets" userId="5adb261a4dd6137b" providerId="LiveId" clId="{8E40C75F-2910-4AF8-AED2-E5C88E90B87F}" dt="2025-03-09T18:41:45.859" v="5885" actId="47"/>
        <pc:sldMkLst>
          <pc:docMk/>
          <pc:sldMk cId="3239395616" sldId="372"/>
        </pc:sldMkLst>
      </pc:sldChg>
      <pc:sldChg chg="delSp modSp add mod delAnim modAnim modNotesTx">
        <pc:chgData name="Simone Beets" userId="5adb261a4dd6137b" providerId="LiveId" clId="{8E40C75F-2910-4AF8-AED2-E5C88E90B87F}" dt="2025-03-09T18:48:55.160" v="6345"/>
        <pc:sldMkLst>
          <pc:docMk/>
          <pc:sldMk cId="734426289" sldId="373"/>
        </pc:sldMkLst>
        <pc:spChg chg="mod">
          <ac:chgData name="Simone Beets" userId="5adb261a4dd6137b" providerId="LiveId" clId="{8E40C75F-2910-4AF8-AED2-E5C88E90B87F}" dt="2025-03-09T18:09:13.629" v="3980" actId="20577"/>
          <ac:spMkLst>
            <pc:docMk/>
            <pc:sldMk cId="734426289" sldId="373"/>
            <ac:spMk id="20482" creationId="{2BEB102D-31C0-613A-3147-3B1995AE9DFB}"/>
          </ac:spMkLst>
        </pc:spChg>
        <pc:spChg chg="mod">
          <ac:chgData name="Simone Beets" userId="5adb261a4dd6137b" providerId="LiveId" clId="{8E40C75F-2910-4AF8-AED2-E5C88E90B87F}" dt="2025-03-09T18:16:20.171" v="4668" actId="20577"/>
          <ac:spMkLst>
            <pc:docMk/>
            <pc:sldMk cId="734426289" sldId="373"/>
            <ac:spMk id="20483" creationId="{2D685E7F-863E-1EBF-26CE-4C0D1E8CB041}"/>
          </ac:spMkLst>
        </pc:spChg>
        <pc:graphicFrameChg chg="del mod">
          <ac:chgData name="Simone Beets" userId="5adb261a4dd6137b" providerId="LiveId" clId="{8E40C75F-2910-4AF8-AED2-E5C88E90B87F}" dt="2025-03-09T18:09:23.543" v="3982" actId="478"/>
          <ac:graphicFrameMkLst>
            <pc:docMk/>
            <pc:sldMk cId="734426289" sldId="373"/>
            <ac:graphicFrameMk id="2" creationId="{DEAE5B8E-BF0E-6598-9841-75CB4BC3DA73}"/>
          </ac:graphicFrameMkLst>
        </pc:graphicFrameChg>
      </pc:sldChg>
      <pc:sldChg chg="addSp modSp add mod modAnim modNotesTx">
        <pc:chgData name="Simone Beets" userId="5adb261a4dd6137b" providerId="LiveId" clId="{8E40C75F-2910-4AF8-AED2-E5C88E90B87F}" dt="2025-03-09T18:30:45.812" v="5453"/>
        <pc:sldMkLst>
          <pc:docMk/>
          <pc:sldMk cId="4232052156" sldId="374"/>
        </pc:sldMkLst>
        <pc:spChg chg="add mod">
          <ac:chgData name="Simone Beets" userId="5adb261a4dd6137b" providerId="LiveId" clId="{8E40C75F-2910-4AF8-AED2-E5C88E90B87F}" dt="2025-03-09T18:24:48.742" v="5343" actId="14100"/>
          <ac:spMkLst>
            <pc:docMk/>
            <pc:sldMk cId="4232052156" sldId="374"/>
            <ac:spMk id="2" creationId="{BF67E0C9-4517-8AC4-4AA5-140F82FDF63D}"/>
          </ac:spMkLst>
        </pc:spChg>
        <pc:spChg chg="add mod">
          <ac:chgData name="Simone Beets" userId="5adb261a4dd6137b" providerId="LiveId" clId="{8E40C75F-2910-4AF8-AED2-E5C88E90B87F}" dt="2025-03-09T18:27:31.562" v="5445" actId="1036"/>
          <ac:spMkLst>
            <pc:docMk/>
            <pc:sldMk cId="4232052156" sldId="374"/>
            <ac:spMk id="3" creationId="{AF1281F2-70D0-8A0D-C19E-EC67C6E2F174}"/>
          </ac:spMkLst>
        </pc:spChg>
        <pc:spChg chg="add mod">
          <ac:chgData name="Simone Beets" userId="5adb261a4dd6137b" providerId="LiveId" clId="{8E40C75F-2910-4AF8-AED2-E5C88E90B87F}" dt="2025-03-09T18:27:28.662" v="5444" actId="122"/>
          <ac:spMkLst>
            <pc:docMk/>
            <pc:sldMk cId="4232052156" sldId="374"/>
            <ac:spMk id="5" creationId="{7A4054C6-4081-4D87-0030-418CA6CCE6F0}"/>
          </ac:spMkLst>
        </pc:spChg>
        <pc:spChg chg="add mod ord">
          <ac:chgData name="Simone Beets" userId="5adb261a4dd6137b" providerId="LiveId" clId="{8E40C75F-2910-4AF8-AED2-E5C88E90B87F}" dt="2025-03-09T18:27:15.243" v="5439" actId="167"/>
          <ac:spMkLst>
            <pc:docMk/>
            <pc:sldMk cId="4232052156" sldId="374"/>
            <ac:spMk id="6" creationId="{C19EB851-335A-F94E-0315-0E529948C16D}"/>
          </ac:spMkLst>
        </pc:spChg>
        <pc:spChg chg="mod">
          <ac:chgData name="Simone Beets" userId="5adb261a4dd6137b" providerId="LiveId" clId="{8E40C75F-2910-4AF8-AED2-E5C88E90B87F}" dt="2025-03-09T18:16:39.372" v="4675" actId="20577"/>
          <ac:spMkLst>
            <pc:docMk/>
            <pc:sldMk cId="4232052156" sldId="374"/>
            <ac:spMk id="20482" creationId="{2FE52C88-40C2-66DD-D28B-3A1DA85045CE}"/>
          </ac:spMkLst>
        </pc:spChg>
        <pc:spChg chg="mod">
          <ac:chgData name="Simone Beets" userId="5adb261a4dd6137b" providerId="LiveId" clId="{8E40C75F-2910-4AF8-AED2-E5C88E90B87F}" dt="2025-03-09T18:29:57.881" v="5450" actId="20577"/>
          <ac:spMkLst>
            <pc:docMk/>
            <pc:sldMk cId="4232052156" sldId="374"/>
            <ac:spMk id="20483" creationId="{AE198B9C-DF92-60DA-3617-025316C44835}"/>
          </ac:spMkLst>
        </pc:spChg>
      </pc:sldChg>
      <pc:sldChg chg="delSp modSp add mod delAnim modAnim modNotesTx">
        <pc:chgData name="Simone Beets" userId="5adb261a4dd6137b" providerId="LiveId" clId="{8E40C75F-2910-4AF8-AED2-E5C88E90B87F}" dt="2025-03-09T18:35:48.250" v="5803" actId="313"/>
        <pc:sldMkLst>
          <pc:docMk/>
          <pc:sldMk cId="1470916720" sldId="375"/>
        </pc:sldMkLst>
        <pc:spChg chg="del mod">
          <ac:chgData name="Simone Beets" userId="5adb261a4dd6137b" providerId="LiveId" clId="{8E40C75F-2910-4AF8-AED2-E5C88E90B87F}" dt="2025-03-09T18:33:27.450" v="5489" actId="478"/>
          <ac:spMkLst>
            <pc:docMk/>
            <pc:sldMk cId="1470916720" sldId="375"/>
            <ac:spMk id="2" creationId="{B2742709-529C-E923-F5EC-1D35EC35BBD1}"/>
          </ac:spMkLst>
        </pc:spChg>
        <pc:spChg chg="del mod">
          <ac:chgData name="Simone Beets" userId="5adb261a4dd6137b" providerId="LiveId" clId="{8E40C75F-2910-4AF8-AED2-E5C88E90B87F}" dt="2025-03-09T18:33:26.401" v="5488" actId="478"/>
          <ac:spMkLst>
            <pc:docMk/>
            <pc:sldMk cId="1470916720" sldId="375"/>
            <ac:spMk id="3" creationId="{C1A7299F-0364-E348-9745-3A9C363C7DA9}"/>
          </ac:spMkLst>
        </pc:spChg>
        <pc:spChg chg="del">
          <ac:chgData name="Simone Beets" userId="5adb261a4dd6137b" providerId="LiveId" clId="{8E40C75F-2910-4AF8-AED2-E5C88E90B87F}" dt="2025-03-09T18:32:56.250" v="5479" actId="478"/>
          <ac:spMkLst>
            <pc:docMk/>
            <pc:sldMk cId="1470916720" sldId="375"/>
            <ac:spMk id="5" creationId="{F859276D-FD6B-FDFA-574C-CF443AF5B0FD}"/>
          </ac:spMkLst>
        </pc:spChg>
        <pc:spChg chg="mod">
          <ac:chgData name="Simone Beets" userId="5adb261a4dd6137b" providerId="LiveId" clId="{8E40C75F-2910-4AF8-AED2-E5C88E90B87F}" dt="2025-03-09T18:31:20.888" v="5460" actId="20577"/>
          <ac:spMkLst>
            <pc:docMk/>
            <pc:sldMk cId="1470916720" sldId="375"/>
            <ac:spMk id="20482" creationId="{C483B895-5064-4600-58CB-58B737694962}"/>
          </ac:spMkLst>
        </pc:spChg>
        <pc:spChg chg="mod">
          <ac:chgData name="Simone Beets" userId="5adb261a4dd6137b" providerId="LiveId" clId="{8E40C75F-2910-4AF8-AED2-E5C88E90B87F}" dt="2025-03-09T18:33:38.050" v="5490" actId="6549"/>
          <ac:spMkLst>
            <pc:docMk/>
            <pc:sldMk cId="1470916720" sldId="375"/>
            <ac:spMk id="20483" creationId="{937E8B8B-6159-B92C-1CD3-ED607B96AE27}"/>
          </ac:spMkLst>
        </pc:spChg>
      </pc:sldChg>
      <pc:sldChg chg="delSp modSp add mod delAnim modAnim modNotesTx">
        <pc:chgData name="Simone Beets" userId="5adb261a4dd6137b" providerId="LiveId" clId="{8E40C75F-2910-4AF8-AED2-E5C88E90B87F}" dt="2025-03-09T18:33:22.810" v="5487" actId="6549"/>
        <pc:sldMkLst>
          <pc:docMk/>
          <pc:sldMk cId="558122889" sldId="376"/>
        </pc:sldMkLst>
        <pc:spChg chg="del">
          <ac:chgData name="Simone Beets" userId="5adb261a4dd6137b" providerId="LiveId" clId="{8E40C75F-2910-4AF8-AED2-E5C88E90B87F}" dt="2025-03-09T18:33:11.866" v="5484" actId="478"/>
          <ac:spMkLst>
            <pc:docMk/>
            <pc:sldMk cId="558122889" sldId="376"/>
            <ac:spMk id="2" creationId="{FDA22CD6-E0AB-B306-6CF1-AFF1D96206C7}"/>
          </ac:spMkLst>
        </pc:spChg>
        <pc:spChg chg="del">
          <ac:chgData name="Simone Beets" userId="5adb261a4dd6137b" providerId="LiveId" clId="{8E40C75F-2910-4AF8-AED2-E5C88E90B87F}" dt="2025-03-09T18:33:10.842" v="5483" actId="478"/>
          <ac:spMkLst>
            <pc:docMk/>
            <pc:sldMk cId="558122889" sldId="376"/>
            <ac:spMk id="3" creationId="{2C6E21A4-B314-5060-3E4B-509D8595D046}"/>
          </ac:spMkLst>
        </pc:spChg>
        <pc:spChg chg="mod">
          <ac:chgData name="Simone Beets" userId="5adb261a4dd6137b" providerId="LiveId" clId="{8E40C75F-2910-4AF8-AED2-E5C88E90B87F}" dt="2025-03-09T18:33:08.543" v="5482" actId="207"/>
          <ac:spMkLst>
            <pc:docMk/>
            <pc:sldMk cId="558122889" sldId="376"/>
            <ac:spMk id="20483" creationId="{C173EA2C-D855-7F48-7B5A-5241B5D0D1DB}"/>
          </ac:spMkLst>
        </pc:spChg>
      </pc:sldChg>
      <pc:sldChg chg="addSp delSp modSp add mod modAnim">
        <pc:chgData name="Simone Beets" userId="5adb261a4dd6137b" providerId="LiveId" clId="{8E40C75F-2910-4AF8-AED2-E5C88E90B87F}" dt="2025-03-09T18:40:10.182" v="5851"/>
        <pc:sldMkLst>
          <pc:docMk/>
          <pc:sldMk cId="1978091042" sldId="377"/>
        </pc:sldMkLst>
        <pc:spChg chg="add del mod">
          <ac:chgData name="Simone Beets" userId="5adb261a4dd6137b" providerId="LiveId" clId="{8E40C75F-2910-4AF8-AED2-E5C88E90B87F}" dt="2025-03-09T18:36:44.889" v="5816" actId="478"/>
          <ac:spMkLst>
            <pc:docMk/>
            <pc:sldMk cId="1978091042" sldId="377"/>
            <ac:spMk id="2" creationId="{97A04F16-7498-60CD-E8BA-8BB37B7D3BF1}"/>
          </ac:spMkLst>
        </pc:spChg>
        <pc:spChg chg="add mod">
          <ac:chgData name="Simone Beets" userId="5adb261a4dd6137b" providerId="LiveId" clId="{8E40C75F-2910-4AF8-AED2-E5C88E90B87F}" dt="2025-03-09T18:39:11.140" v="5835" actId="14100"/>
          <ac:spMkLst>
            <pc:docMk/>
            <pc:sldMk cId="1978091042" sldId="377"/>
            <ac:spMk id="4" creationId="{53EC0B76-EB2D-5271-D0BA-4BFEEB584D98}"/>
          </ac:spMkLst>
        </pc:spChg>
        <pc:spChg chg="add mod">
          <ac:chgData name="Simone Beets" userId="5adb261a4dd6137b" providerId="LiveId" clId="{8E40C75F-2910-4AF8-AED2-E5C88E90B87F}" dt="2025-03-09T18:39:30.085" v="5839" actId="14100"/>
          <ac:spMkLst>
            <pc:docMk/>
            <pc:sldMk cId="1978091042" sldId="377"/>
            <ac:spMk id="5" creationId="{DA62F0A4-DDC1-18B1-5C1E-9D51FADA6F27}"/>
          </ac:spMkLst>
        </pc:spChg>
        <pc:spChg chg="add mod">
          <ac:chgData name="Simone Beets" userId="5adb261a4dd6137b" providerId="LiveId" clId="{8E40C75F-2910-4AF8-AED2-E5C88E90B87F}" dt="2025-03-09T18:39:59.604" v="5848" actId="14100"/>
          <ac:spMkLst>
            <pc:docMk/>
            <pc:sldMk cId="1978091042" sldId="377"/>
            <ac:spMk id="7" creationId="{E8399960-7C05-AB2D-4A86-A609B7C9B223}"/>
          </ac:spMkLst>
        </pc:spChg>
        <pc:spChg chg="add del mod">
          <ac:chgData name="Simone Beets" userId="5adb261a4dd6137b" providerId="LiveId" clId="{8E40C75F-2910-4AF8-AED2-E5C88E90B87F}" dt="2025-03-09T18:39:56.708" v="5847" actId="478"/>
          <ac:spMkLst>
            <pc:docMk/>
            <pc:sldMk cId="1978091042" sldId="377"/>
            <ac:spMk id="8" creationId="{1A33E8BC-9C1B-A057-274F-99DD7111E666}"/>
          </ac:spMkLst>
        </pc:spChg>
        <pc:spChg chg="add del mod">
          <ac:chgData name="Simone Beets" userId="5adb261a4dd6137b" providerId="LiveId" clId="{8E40C75F-2910-4AF8-AED2-E5C88E90B87F}" dt="2025-03-09T18:39:55.456" v="5846" actId="478"/>
          <ac:spMkLst>
            <pc:docMk/>
            <pc:sldMk cId="1978091042" sldId="377"/>
            <ac:spMk id="9" creationId="{5FB8F9EF-5466-C2E8-EDAB-A15CEC9BA748}"/>
          </ac:spMkLst>
        </pc:spChg>
        <pc:spChg chg="mod">
          <ac:chgData name="Simone Beets" userId="5adb261a4dd6137b" providerId="LiveId" clId="{8E40C75F-2910-4AF8-AED2-E5C88E90B87F}" dt="2025-03-09T18:36:38.801" v="5814" actId="20577"/>
          <ac:spMkLst>
            <pc:docMk/>
            <pc:sldMk cId="1978091042" sldId="377"/>
            <ac:spMk id="20482" creationId="{11D37229-4CE8-67F4-FC44-ACA499ADF3A3}"/>
          </ac:spMkLst>
        </pc:spChg>
        <pc:spChg chg="del">
          <ac:chgData name="Simone Beets" userId="5adb261a4dd6137b" providerId="LiveId" clId="{8E40C75F-2910-4AF8-AED2-E5C88E90B87F}" dt="2025-03-09T18:36:42.681" v="5815" actId="478"/>
          <ac:spMkLst>
            <pc:docMk/>
            <pc:sldMk cId="1978091042" sldId="377"/>
            <ac:spMk id="20483" creationId="{3629C512-6B2B-493A-0F1A-7BD87A0639E2}"/>
          </ac:spMkLst>
        </pc:spChg>
        <pc:graphicFrameChg chg="add mod modGraphic">
          <ac:chgData name="Simone Beets" userId="5adb261a4dd6137b" providerId="LiveId" clId="{8E40C75F-2910-4AF8-AED2-E5C88E90B87F}" dt="2025-03-09T18:37:50.927" v="5827"/>
          <ac:graphicFrameMkLst>
            <pc:docMk/>
            <pc:sldMk cId="1978091042" sldId="377"/>
            <ac:graphicFrameMk id="3" creationId="{4082FE79-561F-E2B0-B26B-4EB6B49FA4AC}"/>
          </ac:graphicFrameMkLst>
        </pc:graphicFrameChg>
      </pc:sldChg>
      <pc:sldChg chg="delSp modSp add mod ord modAnim modNotesTx">
        <pc:chgData name="Simone Beets" userId="5adb261a4dd6137b" providerId="LiveId" clId="{8E40C75F-2910-4AF8-AED2-E5C88E90B87F}" dt="2025-03-09T19:09:11.875" v="7217" actId="478"/>
        <pc:sldMkLst>
          <pc:docMk/>
          <pc:sldMk cId="3002671383" sldId="378"/>
        </pc:sldMkLst>
        <pc:spChg chg="del">
          <ac:chgData name="Simone Beets" userId="5adb261a4dd6137b" providerId="LiveId" clId="{8E40C75F-2910-4AF8-AED2-E5C88E90B87F}" dt="2025-03-09T19:09:11.875" v="7217" actId="478"/>
          <ac:spMkLst>
            <pc:docMk/>
            <pc:sldMk cId="3002671383" sldId="378"/>
            <ac:spMk id="6" creationId="{53E39775-9FE8-D2FA-9A71-CD720C2E04AF}"/>
          </ac:spMkLst>
        </pc:spChg>
        <pc:spChg chg="mod">
          <ac:chgData name="Simone Beets" userId="5adb261a4dd6137b" providerId="LiveId" clId="{8E40C75F-2910-4AF8-AED2-E5C88E90B87F}" dt="2025-03-09T18:40:27.815" v="5873" actId="20577"/>
          <ac:spMkLst>
            <pc:docMk/>
            <pc:sldMk cId="3002671383" sldId="378"/>
            <ac:spMk id="20482" creationId="{38ED525E-407A-6CF2-3337-083742D71B0D}"/>
          </ac:spMkLst>
        </pc:spChg>
        <pc:spChg chg="mod">
          <ac:chgData name="Simone Beets" userId="5adb261a4dd6137b" providerId="LiveId" clId="{8E40C75F-2910-4AF8-AED2-E5C88E90B87F}" dt="2025-03-09T18:42:09.848" v="5902" actId="20577"/>
          <ac:spMkLst>
            <pc:docMk/>
            <pc:sldMk cId="3002671383" sldId="378"/>
            <ac:spMk id="20483" creationId="{A8A98DBE-542A-2FC3-BA78-2F16CFCC9647}"/>
          </ac:spMkLst>
        </pc:spChg>
      </pc:sldChg>
      <pc:sldChg chg="modSp add mod ord modAnim">
        <pc:chgData name="Simone Beets" userId="5adb261a4dd6137b" providerId="LiveId" clId="{8E40C75F-2910-4AF8-AED2-E5C88E90B87F}" dt="2025-03-09T18:52:18.910" v="6460" actId="20577"/>
        <pc:sldMkLst>
          <pc:docMk/>
          <pc:sldMk cId="4237056731" sldId="379"/>
        </pc:sldMkLst>
        <pc:spChg chg="mod">
          <ac:chgData name="Simone Beets" userId="5adb261a4dd6137b" providerId="LiveId" clId="{8E40C75F-2910-4AF8-AED2-E5C88E90B87F}" dt="2025-03-09T18:51:13.855" v="6355" actId="207"/>
          <ac:spMkLst>
            <pc:docMk/>
            <pc:sldMk cId="4237056731" sldId="379"/>
            <ac:spMk id="2" creationId="{8E5BD929-AC5E-B0D4-78FE-51F61EEF425B}"/>
          </ac:spMkLst>
        </pc:spChg>
        <pc:spChg chg="mod">
          <ac:chgData name="Simone Beets" userId="5adb261a4dd6137b" providerId="LiveId" clId="{8E40C75F-2910-4AF8-AED2-E5C88E90B87F}" dt="2025-03-09T18:52:18.910" v="6460" actId="20577"/>
          <ac:spMkLst>
            <pc:docMk/>
            <pc:sldMk cId="4237056731" sldId="379"/>
            <ac:spMk id="3" creationId="{308230C5-331C-9968-BDF0-1F4065687BB7}"/>
          </ac:spMkLst>
        </pc:spChg>
        <pc:spChg chg="mod">
          <ac:chgData name="Simone Beets" userId="5adb261a4dd6137b" providerId="LiveId" clId="{8E40C75F-2910-4AF8-AED2-E5C88E90B87F}" dt="2025-03-09T18:51:51.288" v="6386" actId="122"/>
          <ac:spMkLst>
            <pc:docMk/>
            <pc:sldMk cId="4237056731" sldId="379"/>
            <ac:spMk id="6" creationId="{E42391C6-ECE5-EEC5-975A-44F397091D90}"/>
          </ac:spMkLst>
        </pc:spChg>
      </pc:sldChg>
      <pc:sldChg chg="addSp delSp modSp add mod delAnim modAnim">
        <pc:chgData name="Simone Beets" userId="5adb261a4dd6137b" providerId="LiveId" clId="{8E40C75F-2910-4AF8-AED2-E5C88E90B87F}" dt="2025-03-09T19:01:17.432" v="6993" actId="207"/>
        <pc:sldMkLst>
          <pc:docMk/>
          <pc:sldMk cId="2112352835" sldId="380"/>
        </pc:sldMkLst>
        <pc:spChg chg="add mod">
          <ac:chgData name="Simone Beets" userId="5adb261a4dd6137b" providerId="LiveId" clId="{8E40C75F-2910-4AF8-AED2-E5C88E90B87F}" dt="2025-03-09T19:01:17.432" v="6993" actId="207"/>
          <ac:spMkLst>
            <pc:docMk/>
            <pc:sldMk cId="2112352835" sldId="380"/>
            <ac:spMk id="2" creationId="{6BEFA816-2247-3082-105C-EDAD93898DD8}"/>
          </ac:spMkLst>
        </pc:spChg>
        <pc:spChg chg="mod">
          <ac:chgData name="Simone Beets" userId="5adb261a4dd6137b" providerId="LiveId" clId="{8E40C75F-2910-4AF8-AED2-E5C88E90B87F}" dt="2025-03-09T18:58:49.421" v="6972" actId="20577"/>
          <ac:spMkLst>
            <pc:docMk/>
            <pc:sldMk cId="2112352835" sldId="380"/>
            <ac:spMk id="20482" creationId="{900CD3A3-EAED-F884-EC55-20BB2BE036A3}"/>
          </ac:spMkLst>
        </pc:spChg>
        <pc:spChg chg="mod">
          <ac:chgData name="Simone Beets" userId="5adb261a4dd6137b" providerId="LiveId" clId="{8E40C75F-2910-4AF8-AED2-E5C88E90B87F}" dt="2025-03-09T18:59:58.994" v="6991" actId="14100"/>
          <ac:spMkLst>
            <pc:docMk/>
            <pc:sldMk cId="2112352835" sldId="380"/>
            <ac:spMk id="20483" creationId="{80B25D59-D7F7-D0FE-F83F-242D67F95C63}"/>
          </ac:spMkLst>
        </pc:spChg>
        <pc:picChg chg="del">
          <ac:chgData name="Simone Beets" userId="5adb261a4dd6137b" providerId="LiveId" clId="{8E40C75F-2910-4AF8-AED2-E5C88E90B87F}" dt="2025-03-09T18:59:01.792" v="6974" actId="478"/>
          <ac:picMkLst>
            <pc:docMk/>
            <pc:sldMk cId="2112352835" sldId="380"/>
            <ac:picMk id="3" creationId="{F776A831-C7F6-6537-210D-DECB351F9FB0}"/>
          </ac:picMkLst>
        </pc:picChg>
      </pc:sldChg>
      <pc:sldChg chg="delSp modSp add mod modAnim">
        <pc:chgData name="Simone Beets" userId="5adb261a4dd6137b" providerId="LiveId" clId="{8E40C75F-2910-4AF8-AED2-E5C88E90B87F}" dt="2025-03-09T19:03:13.364" v="7048" actId="20577"/>
        <pc:sldMkLst>
          <pc:docMk/>
          <pc:sldMk cId="3520987890" sldId="381"/>
        </pc:sldMkLst>
        <pc:spChg chg="del">
          <ac:chgData name="Simone Beets" userId="5adb261a4dd6137b" providerId="LiveId" clId="{8E40C75F-2910-4AF8-AED2-E5C88E90B87F}" dt="2025-03-09T19:01:32.507" v="6995" actId="478"/>
          <ac:spMkLst>
            <pc:docMk/>
            <pc:sldMk cId="3520987890" sldId="381"/>
            <ac:spMk id="2" creationId="{13C34CC1-53D8-5FD4-BB53-0850555F83F1}"/>
          </ac:spMkLst>
        </pc:spChg>
        <pc:spChg chg="mod">
          <ac:chgData name="Simone Beets" userId="5adb261a4dd6137b" providerId="LiveId" clId="{8E40C75F-2910-4AF8-AED2-E5C88E90B87F}" dt="2025-03-09T19:01:41.862" v="7028" actId="20577"/>
          <ac:spMkLst>
            <pc:docMk/>
            <pc:sldMk cId="3520987890" sldId="381"/>
            <ac:spMk id="20482" creationId="{BE503D1D-0E60-1076-0AE2-A5E09B6AB066}"/>
          </ac:spMkLst>
        </pc:spChg>
        <pc:spChg chg="mod">
          <ac:chgData name="Simone Beets" userId="5adb261a4dd6137b" providerId="LiveId" clId="{8E40C75F-2910-4AF8-AED2-E5C88E90B87F}" dt="2025-03-09T19:03:13.364" v="7048" actId="20577"/>
          <ac:spMkLst>
            <pc:docMk/>
            <pc:sldMk cId="3520987890" sldId="381"/>
            <ac:spMk id="20483" creationId="{79F1DDC0-06EE-D030-3F98-A6706613526B}"/>
          </ac:spMkLst>
        </pc:spChg>
      </pc:sldChg>
      <pc:sldChg chg="addSp delSp modSp add mod ord modAnim">
        <pc:chgData name="Simone Beets" userId="5adb261a4dd6137b" providerId="LiveId" clId="{8E40C75F-2910-4AF8-AED2-E5C88E90B87F}" dt="2025-03-09T19:06:00.115" v="7084" actId="14100"/>
        <pc:sldMkLst>
          <pc:docMk/>
          <pc:sldMk cId="1482955239" sldId="382"/>
        </pc:sldMkLst>
        <pc:spChg chg="mod">
          <ac:chgData name="Simone Beets" userId="5adb261a4dd6137b" providerId="LiveId" clId="{8E40C75F-2910-4AF8-AED2-E5C88E90B87F}" dt="2025-03-09T19:04:17.846" v="7063" actId="14100"/>
          <ac:spMkLst>
            <pc:docMk/>
            <pc:sldMk cId="1482955239" sldId="382"/>
            <ac:spMk id="2" creationId="{B03286B7-1F1D-907A-885F-42B1CFD3B00F}"/>
          </ac:spMkLst>
        </pc:spChg>
        <pc:spChg chg="add del mod">
          <ac:chgData name="Simone Beets" userId="5adb261a4dd6137b" providerId="LiveId" clId="{8E40C75F-2910-4AF8-AED2-E5C88E90B87F}" dt="2025-03-09T19:03:39.740" v="7060" actId="478"/>
          <ac:spMkLst>
            <pc:docMk/>
            <pc:sldMk cId="1482955239" sldId="382"/>
            <ac:spMk id="3" creationId="{673E0DD7-332B-6FCB-960B-8D4A4BEAE60F}"/>
          </ac:spMkLst>
        </pc:spChg>
        <pc:spChg chg="add del">
          <ac:chgData name="Simone Beets" userId="5adb261a4dd6137b" providerId="LiveId" clId="{8E40C75F-2910-4AF8-AED2-E5C88E90B87F}" dt="2025-03-09T19:04:35.060" v="7065" actId="478"/>
          <ac:spMkLst>
            <pc:docMk/>
            <pc:sldMk cId="1482955239" sldId="382"/>
            <ac:spMk id="4" creationId="{B7264EE6-34C4-62F2-6B3D-4BE8DE19DA85}"/>
          </ac:spMkLst>
        </pc:spChg>
        <pc:spChg chg="add mod">
          <ac:chgData name="Simone Beets" userId="5adb261a4dd6137b" providerId="LiveId" clId="{8E40C75F-2910-4AF8-AED2-E5C88E90B87F}" dt="2025-03-09T19:04:55.777" v="7070" actId="208"/>
          <ac:spMkLst>
            <pc:docMk/>
            <pc:sldMk cId="1482955239" sldId="382"/>
            <ac:spMk id="5" creationId="{257B015A-CB09-8F41-B180-747B328A8FED}"/>
          </ac:spMkLst>
        </pc:spChg>
        <pc:spChg chg="add del">
          <ac:chgData name="Simone Beets" userId="5adb261a4dd6137b" providerId="LiveId" clId="{8E40C75F-2910-4AF8-AED2-E5C88E90B87F}" dt="2025-03-09T19:05:01.923" v="7073" actId="22"/>
          <ac:spMkLst>
            <pc:docMk/>
            <pc:sldMk cId="1482955239" sldId="382"/>
            <ac:spMk id="7" creationId="{2EF189CE-8DDE-E14F-8E65-8BF2218DD0B0}"/>
          </ac:spMkLst>
        </pc:spChg>
        <pc:spChg chg="add mod">
          <ac:chgData name="Simone Beets" userId="5adb261a4dd6137b" providerId="LiveId" clId="{8E40C75F-2910-4AF8-AED2-E5C88E90B87F}" dt="2025-03-09T19:05:05.592" v="7075" actId="1076"/>
          <ac:spMkLst>
            <pc:docMk/>
            <pc:sldMk cId="1482955239" sldId="382"/>
            <ac:spMk id="8" creationId="{05D709FE-6BEC-DA2D-7D60-A90ED17C2AE5}"/>
          </ac:spMkLst>
        </pc:spChg>
        <pc:spChg chg="add mod">
          <ac:chgData name="Simone Beets" userId="5adb261a4dd6137b" providerId="LiveId" clId="{8E40C75F-2910-4AF8-AED2-E5C88E90B87F}" dt="2025-03-09T19:05:09.298" v="7077" actId="1076"/>
          <ac:spMkLst>
            <pc:docMk/>
            <pc:sldMk cId="1482955239" sldId="382"/>
            <ac:spMk id="9" creationId="{6589F929-FA01-F4D5-4793-6AEB635797B8}"/>
          </ac:spMkLst>
        </pc:spChg>
        <pc:spChg chg="add mod">
          <ac:chgData name="Simone Beets" userId="5adb261a4dd6137b" providerId="LiveId" clId="{8E40C75F-2910-4AF8-AED2-E5C88E90B87F}" dt="2025-03-09T19:05:13.123" v="7079" actId="1076"/>
          <ac:spMkLst>
            <pc:docMk/>
            <pc:sldMk cId="1482955239" sldId="382"/>
            <ac:spMk id="10" creationId="{68571CD9-ADD9-2E11-AF75-68E1DD0B6CAA}"/>
          </ac:spMkLst>
        </pc:spChg>
        <pc:spChg chg="add mod">
          <ac:chgData name="Simone Beets" userId="5adb261a4dd6137b" providerId="LiveId" clId="{8E40C75F-2910-4AF8-AED2-E5C88E90B87F}" dt="2025-03-09T19:06:00.115" v="7084" actId="14100"/>
          <ac:spMkLst>
            <pc:docMk/>
            <pc:sldMk cId="1482955239" sldId="382"/>
            <ac:spMk id="12" creationId="{63CCEACE-6385-696B-2262-C915F97B9E04}"/>
          </ac:spMkLst>
        </pc:spChg>
        <pc:spChg chg="mod">
          <ac:chgData name="Simone Beets" userId="5adb261a4dd6137b" providerId="LiveId" clId="{8E40C75F-2910-4AF8-AED2-E5C88E90B87F}" dt="2025-03-09T19:03:34.414" v="7058" actId="20577"/>
          <ac:spMkLst>
            <pc:docMk/>
            <pc:sldMk cId="1482955239" sldId="382"/>
            <ac:spMk id="20482" creationId="{A4BDBBFC-B831-4BCA-E676-1B70902F6E58}"/>
          </ac:spMkLst>
        </pc:spChg>
        <pc:spChg chg="del">
          <ac:chgData name="Simone Beets" userId="5adb261a4dd6137b" providerId="LiveId" clId="{8E40C75F-2910-4AF8-AED2-E5C88E90B87F}" dt="2025-03-09T19:03:37.999" v="7059" actId="478"/>
          <ac:spMkLst>
            <pc:docMk/>
            <pc:sldMk cId="1482955239" sldId="382"/>
            <ac:spMk id="20483" creationId="{8ED8EB8F-D2C5-A378-91AD-F89BFBE83870}"/>
          </ac:spMkLst>
        </pc:spChg>
      </pc:sldChg>
      <pc:sldChg chg="addSp delSp modSp add mod delAnim modAnim modNotesTx">
        <pc:chgData name="Simone Beets" userId="5adb261a4dd6137b" providerId="LiveId" clId="{8E40C75F-2910-4AF8-AED2-E5C88E90B87F}" dt="2025-03-10T07:50:44.542" v="9130" actId="20577"/>
        <pc:sldMkLst>
          <pc:docMk/>
          <pc:sldMk cId="2193058390" sldId="383"/>
        </pc:sldMkLst>
        <pc:spChg chg="del">
          <ac:chgData name="Simone Beets" userId="5adb261a4dd6137b" providerId="LiveId" clId="{8E40C75F-2910-4AF8-AED2-E5C88E90B87F}" dt="2025-03-09T19:06:15.116" v="7086" actId="478"/>
          <ac:spMkLst>
            <pc:docMk/>
            <pc:sldMk cId="2193058390" sldId="383"/>
            <ac:spMk id="2" creationId="{82D7ED6D-AADE-BF6E-43F5-2ED551F6011C}"/>
          </ac:spMkLst>
        </pc:spChg>
        <pc:spChg chg="add mod">
          <ac:chgData name="Simone Beets" userId="5adb261a4dd6137b" providerId="LiveId" clId="{8E40C75F-2910-4AF8-AED2-E5C88E90B87F}" dt="2025-03-09T19:09:53.525" v="7228" actId="1076"/>
          <ac:spMkLst>
            <pc:docMk/>
            <pc:sldMk cId="2193058390" sldId="383"/>
            <ac:spMk id="3" creationId="{07C1EFB8-4D5D-AB23-28CC-3DBB07198293}"/>
          </ac:spMkLst>
        </pc:spChg>
        <pc:spChg chg="del">
          <ac:chgData name="Simone Beets" userId="5adb261a4dd6137b" providerId="LiveId" clId="{8E40C75F-2910-4AF8-AED2-E5C88E90B87F}" dt="2025-03-09T19:06:16.386" v="7087" actId="478"/>
          <ac:spMkLst>
            <pc:docMk/>
            <pc:sldMk cId="2193058390" sldId="383"/>
            <ac:spMk id="5" creationId="{E9F20EDC-BBA2-AA74-DB73-3570878D58D7}"/>
          </ac:spMkLst>
        </pc:spChg>
        <pc:spChg chg="add mod ord">
          <ac:chgData name="Simone Beets" userId="5adb261a4dd6137b" providerId="LiveId" clId="{8E40C75F-2910-4AF8-AED2-E5C88E90B87F}" dt="2025-03-09T19:09:18.880" v="7219" actId="167"/>
          <ac:spMkLst>
            <pc:docMk/>
            <pc:sldMk cId="2193058390" sldId="383"/>
            <ac:spMk id="6" creationId="{8ABC03AE-24B7-C558-5406-1ED79E44D155}"/>
          </ac:spMkLst>
        </pc:spChg>
        <pc:spChg chg="add mod">
          <ac:chgData name="Simone Beets" userId="5adb261a4dd6137b" providerId="LiveId" clId="{8E40C75F-2910-4AF8-AED2-E5C88E90B87F}" dt="2025-03-09T19:10:20.546" v="7244" actId="1076"/>
          <ac:spMkLst>
            <pc:docMk/>
            <pc:sldMk cId="2193058390" sldId="383"/>
            <ac:spMk id="7" creationId="{46D2D018-4C67-A17A-C2D5-D16AEFA54E96}"/>
          </ac:spMkLst>
        </pc:spChg>
        <pc:spChg chg="del">
          <ac:chgData name="Simone Beets" userId="5adb261a4dd6137b" providerId="LiveId" clId="{8E40C75F-2910-4AF8-AED2-E5C88E90B87F}" dt="2025-03-09T19:06:17.227" v="7088" actId="478"/>
          <ac:spMkLst>
            <pc:docMk/>
            <pc:sldMk cId="2193058390" sldId="383"/>
            <ac:spMk id="8" creationId="{CBE39EBB-57BB-A91A-6C31-092169224D31}"/>
          </ac:spMkLst>
        </pc:spChg>
        <pc:spChg chg="del">
          <ac:chgData name="Simone Beets" userId="5adb261a4dd6137b" providerId="LiveId" clId="{8E40C75F-2910-4AF8-AED2-E5C88E90B87F}" dt="2025-03-09T19:06:18.103" v="7089" actId="478"/>
          <ac:spMkLst>
            <pc:docMk/>
            <pc:sldMk cId="2193058390" sldId="383"/>
            <ac:spMk id="9" creationId="{74F6A575-F31D-42A0-7CCB-7AE6747031F2}"/>
          </ac:spMkLst>
        </pc:spChg>
        <pc:spChg chg="del">
          <ac:chgData name="Simone Beets" userId="5adb261a4dd6137b" providerId="LiveId" clId="{8E40C75F-2910-4AF8-AED2-E5C88E90B87F}" dt="2025-03-09T19:06:18.549" v="7090" actId="478"/>
          <ac:spMkLst>
            <pc:docMk/>
            <pc:sldMk cId="2193058390" sldId="383"/>
            <ac:spMk id="10" creationId="{25190DCE-D8F1-890B-96DC-0BA58963A242}"/>
          </ac:spMkLst>
        </pc:spChg>
        <pc:spChg chg="add mod">
          <ac:chgData name="Simone Beets" userId="5adb261a4dd6137b" providerId="LiveId" clId="{8E40C75F-2910-4AF8-AED2-E5C88E90B87F}" dt="2025-03-09T19:10:29.105" v="7256" actId="1076"/>
          <ac:spMkLst>
            <pc:docMk/>
            <pc:sldMk cId="2193058390" sldId="383"/>
            <ac:spMk id="11" creationId="{7EDAD9FF-48E2-673E-C673-2A981E23F944}"/>
          </ac:spMkLst>
        </pc:spChg>
        <pc:spChg chg="del">
          <ac:chgData name="Simone Beets" userId="5adb261a4dd6137b" providerId="LiveId" clId="{8E40C75F-2910-4AF8-AED2-E5C88E90B87F}" dt="2025-03-09T19:06:20.435" v="7091" actId="478"/>
          <ac:spMkLst>
            <pc:docMk/>
            <pc:sldMk cId="2193058390" sldId="383"/>
            <ac:spMk id="12" creationId="{6157EDEB-85C8-DBDF-7760-D220DE60E867}"/>
          </ac:spMkLst>
        </pc:spChg>
        <pc:spChg chg="mod">
          <ac:chgData name="Simone Beets" userId="5adb261a4dd6137b" providerId="LiveId" clId="{8E40C75F-2910-4AF8-AED2-E5C88E90B87F}" dt="2025-03-09T19:06:40.101" v="7113" actId="20577"/>
          <ac:spMkLst>
            <pc:docMk/>
            <pc:sldMk cId="2193058390" sldId="383"/>
            <ac:spMk id="20482" creationId="{3B6EF6B8-BD9A-66AD-DB09-F0ED62C4ECF3}"/>
          </ac:spMkLst>
        </pc:spChg>
        <pc:graphicFrameChg chg="add mod modGraphic">
          <ac:chgData name="Simone Beets" userId="5adb261a4dd6137b" providerId="LiveId" clId="{8E40C75F-2910-4AF8-AED2-E5C88E90B87F}" dt="2025-03-09T19:09:58.460" v="7229" actId="1035"/>
          <ac:graphicFrameMkLst>
            <pc:docMk/>
            <pc:sldMk cId="2193058390" sldId="383"/>
            <ac:graphicFrameMk id="4" creationId="{0223DE7E-D68E-6A52-9479-A9FBC6171BA3}"/>
          </ac:graphicFrameMkLst>
        </pc:graphicFrameChg>
        <pc:cxnChg chg="add mod">
          <ac:chgData name="Simone Beets" userId="5adb261a4dd6137b" providerId="LiveId" clId="{8E40C75F-2910-4AF8-AED2-E5C88E90B87F}" dt="2025-03-09T19:10:48.185" v="7259" actId="1582"/>
          <ac:cxnSpMkLst>
            <pc:docMk/>
            <pc:sldMk cId="2193058390" sldId="383"/>
            <ac:cxnSpMk id="14" creationId="{8E6F0AB5-3376-7E3C-4FF4-4DCFFE787CF3}"/>
          </ac:cxnSpMkLst>
        </pc:cxnChg>
        <pc:cxnChg chg="add mod">
          <ac:chgData name="Simone Beets" userId="5adb261a4dd6137b" providerId="LiveId" clId="{8E40C75F-2910-4AF8-AED2-E5C88E90B87F}" dt="2025-03-09T19:10:57.065" v="7262" actId="14100"/>
          <ac:cxnSpMkLst>
            <pc:docMk/>
            <pc:sldMk cId="2193058390" sldId="383"/>
            <ac:cxnSpMk id="15" creationId="{3984E449-6FCA-CA85-A52F-1D5DC8C6947F}"/>
          </ac:cxnSpMkLst>
        </pc:cxnChg>
        <pc:cxnChg chg="add mod">
          <ac:chgData name="Simone Beets" userId="5adb261a4dd6137b" providerId="LiveId" clId="{8E40C75F-2910-4AF8-AED2-E5C88E90B87F}" dt="2025-03-09T19:11:14.480" v="7267" actId="14100"/>
          <ac:cxnSpMkLst>
            <pc:docMk/>
            <pc:sldMk cId="2193058390" sldId="383"/>
            <ac:cxnSpMk id="18" creationId="{210EC5B1-22C3-F7EB-875B-CF34CBFE4BA3}"/>
          </ac:cxnSpMkLst>
        </pc:cxnChg>
        <pc:cxnChg chg="add mod">
          <ac:chgData name="Simone Beets" userId="5adb261a4dd6137b" providerId="LiveId" clId="{8E40C75F-2910-4AF8-AED2-E5C88E90B87F}" dt="2025-03-09T19:11:22.025" v="7270" actId="14100"/>
          <ac:cxnSpMkLst>
            <pc:docMk/>
            <pc:sldMk cId="2193058390" sldId="383"/>
            <ac:cxnSpMk id="22" creationId="{2C14E20D-49AE-272C-A8F7-D4AAC4DEA9E0}"/>
          </ac:cxnSpMkLst>
        </pc:cxnChg>
      </pc:sldChg>
      <pc:sldChg chg="addSp modSp add mod ord modAnim">
        <pc:chgData name="Simone Beets" userId="5adb261a4dd6137b" providerId="LiveId" clId="{8E40C75F-2910-4AF8-AED2-E5C88E90B87F}" dt="2025-03-09T19:17:54.413" v="7391"/>
        <pc:sldMkLst>
          <pc:docMk/>
          <pc:sldMk cId="2755305679" sldId="384"/>
        </pc:sldMkLst>
        <pc:spChg chg="add mod">
          <ac:chgData name="Simone Beets" userId="5adb261a4dd6137b" providerId="LiveId" clId="{8E40C75F-2910-4AF8-AED2-E5C88E90B87F}" dt="2025-03-09T19:16:13.403" v="7341" actId="1076"/>
          <ac:spMkLst>
            <pc:docMk/>
            <pc:sldMk cId="2755305679" sldId="384"/>
            <ac:spMk id="2" creationId="{DCA9B16E-95F9-55CF-B3EB-574789765860}"/>
          </ac:spMkLst>
        </pc:spChg>
        <pc:spChg chg="mod">
          <ac:chgData name="Simone Beets" userId="5adb261a4dd6137b" providerId="LiveId" clId="{8E40C75F-2910-4AF8-AED2-E5C88E90B87F}" dt="2025-03-09T19:15:00.685" v="7324" actId="20577"/>
          <ac:spMkLst>
            <pc:docMk/>
            <pc:sldMk cId="2755305679" sldId="384"/>
            <ac:spMk id="20482" creationId="{7562FAE8-0792-6BC4-C7B8-551FFC5A6965}"/>
          </ac:spMkLst>
        </pc:spChg>
        <pc:spChg chg="mod">
          <ac:chgData name="Simone Beets" userId="5adb261a4dd6137b" providerId="LiveId" clId="{8E40C75F-2910-4AF8-AED2-E5C88E90B87F}" dt="2025-03-09T19:15:37.363" v="7331" actId="15"/>
          <ac:spMkLst>
            <pc:docMk/>
            <pc:sldMk cId="2755305679" sldId="384"/>
            <ac:spMk id="20483" creationId="{38135EFE-5362-E039-2605-4D832F79BC2C}"/>
          </ac:spMkLst>
        </pc:spChg>
      </pc:sldChg>
      <pc:sldChg chg="modSp add mod modAnim modNotesTx">
        <pc:chgData name="Simone Beets" userId="5adb261a4dd6137b" providerId="LiveId" clId="{8E40C75F-2910-4AF8-AED2-E5C88E90B87F}" dt="2025-03-09T19:18:02.248" v="7392" actId="14100"/>
        <pc:sldMkLst>
          <pc:docMk/>
          <pc:sldMk cId="3435839152" sldId="385"/>
        </pc:sldMkLst>
        <pc:spChg chg="mod">
          <ac:chgData name="Simone Beets" userId="5adb261a4dd6137b" providerId="LiveId" clId="{8E40C75F-2910-4AF8-AED2-E5C88E90B87F}" dt="2025-03-09T19:18:02.248" v="7392" actId="14100"/>
          <ac:spMkLst>
            <pc:docMk/>
            <pc:sldMk cId="3435839152" sldId="385"/>
            <ac:spMk id="2" creationId="{AD25480E-BD2B-021A-EC68-8CD18581ADE2}"/>
          </ac:spMkLst>
        </pc:spChg>
        <pc:spChg chg="mod">
          <ac:chgData name="Simone Beets" userId="5adb261a4dd6137b" providerId="LiveId" clId="{8E40C75F-2910-4AF8-AED2-E5C88E90B87F}" dt="2025-03-09T19:16:28.908" v="7354" actId="20577"/>
          <ac:spMkLst>
            <pc:docMk/>
            <pc:sldMk cId="3435839152" sldId="385"/>
            <ac:spMk id="20482" creationId="{E1574DFC-46E0-5AB1-3767-AEB1E1A1F0DA}"/>
          </ac:spMkLst>
        </pc:spChg>
        <pc:spChg chg="mod">
          <ac:chgData name="Simone Beets" userId="5adb261a4dd6137b" providerId="LiveId" clId="{8E40C75F-2910-4AF8-AED2-E5C88E90B87F}" dt="2025-03-09T19:16:41.009" v="7357" actId="15"/>
          <ac:spMkLst>
            <pc:docMk/>
            <pc:sldMk cId="3435839152" sldId="385"/>
            <ac:spMk id="20483" creationId="{B400380E-AE4D-A454-3208-21257CADB927}"/>
          </ac:spMkLst>
        </pc:spChg>
      </pc:sldChg>
      <pc:sldChg chg="modSp add mod modAnim modNotesTx">
        <pc:chgData name="Simone Beets" userId="5adb261a4dd6137b" providerId="LiveId" clId="{8E40C75F-2910-4AF8-AED2-E5C88E90B87F}" dt="2025-03-09T19:18:52.759" v="7449" actId="20577"/>
        <pc:sldMkLst>
          <pc:docMk/>
          <pc:sldMk cId="2665890241" sldId="386"/>
        </pc:sldMkLst>
        <pc:spChg chg="mod">
          <ac:chgData name="Simone Beets" userId="5adb261a4dd6137b" providerId="LiveId" clId="{8E40C75F-2910-4AF8-AED2-E5C88E90B87F}" dt="2025-03-09T19:18:47.994" v="7448" actId="1035"/>
          <ac:spMkLst>
            <pc:docMk/>
            <pc:sldMk cId="2665890241" sldId="386"/>
            <ac:spMk id="2" creationId="{C6D8B963-E463-9C5C-1F30-17A58ABD3ED6}"/>
          </ac:spMkLst>
        </pc:spChg>
        <pc:spChg chg="mod">
          <ac:chgData name="Simone Beets" userId="5adb261a4dd6137b" providerId="LiveId" clId="{8E40C75F-2910-4AF8-AED2-E5C88E90B87F}" dt="2025-03-09T19:18:35.743" v="7437" actId="20577"/>
          <ac:spMkLst>
            <pc:docMk/>
            <pc:sldMk cId="2665890241" sldId="386"/>
            <ac:spMk id="20483" creationId="{05264D96-2AFF-3CFF-BF41-61ED1D9AC171}"/>
          </ac:spMkLst>
        </pc:spChg>
      </pc:sldChg>
      <pc:sldChg chg="modSp add mod modAnim">
        <pc:chgData name="Simone Beets" userId="5adb261a4dd6137b" providerId="LiveId" clId="{8E40C75F-2910-4AF8-AED2-E5C88E90B87F}" dt="2025-03-09T19:28:56.451" v="7702"/>
        <pc:sldMkLst>
          <pc:docMk/>
          <pc:sldMk cId="2929070598" sldId="387"/>
        </pc:sldMkLst>
        <pc:spChg chg="mod">
          <ac:chgData name="Simone Beets" userId="5adb261a4dd6137b" providerId="LiveId" clId="{8E40C75F-2910-4AF8-AED2-E5C88E90B87F}" dt="2025-03-09T19:20:20.270" v="7534" actId="14100"/>
          <ac:spMkLst>
            <pc:docMk/>
            <pc:sldMk cId="2929070598" sldId="387"/>
            <ac:spMk id="2" creationId="{FB6902F0-CEF6-701D-9038-77661DBF2AF4}"/>
          </ac:spMkLst>
        </pc:spChg>
        <pc:spChg chg="mod">
          <ac:chgData name="Simone Beets" userId="5adb261a4dd6137b" providerId="LiveId" clId="{8E40C75F-2910-4AF8-AED2-E5C88E90B87F}" dt="2025-03-09T19:20:15.298" v="7533" actId="20577"/>
          <ac:spMkLst>
            <pc:docMk/>
            <pc:sldMk cId="2929070598" sldId="387"/>
            <ac:spMk id="20483" creationId="{E7F739D5-2A74-7367-32E4-AA9066CF8CA6}"/>
          </ac:spMkLst>
        </pc:spChg>
      </pc:sldChg>
      <pc:sldChg chg="delSp modSp add mod delAnim modAnim">
        <pc:chgData name="Simone Beets" userId="5adb261a4dd6137b" providerId="LiveId" clId="{8E40C75F-2910-4AF8-AED2-E5C88E90B87F}" dt="2025-03-09T19:29:31.978" v="7703"/>
        <pc:sldMkLst>
          <pc:docMk/>
          <pc:sldMk cId="3566379816" sldId="388"/>
        </pc:sldMkLst>
        <pc:spChg chg="del">
          <ac:chgData name="Simone Beets" userId="5adb261a4dd6137b" providerId="LiveId" clId="{8E40C75F-2910-4AF8-AED2-E5C88E90B87F}" dt="2025-03-09T19:20:30.420" v="7536" actId="478"/>
          <ac:spMkLst>
            <pc:docMk/>
            <pc:sldMk cId="3566379816" sldId="388"/>
            <ac:spMk id="2" creationId="{4E77095C-3C49-0D64-D992-5FE2067C11B1}"/>
          </ac:spMkLst>
        </pc:spChg>
        <pc:spChg chg="mod">
          <ac:chgData name="Simone Beets" userId="5adb261a4dd6137b" providerId="LiveId" clId="{8E40C75F-2910-4AF8-AED2-E5C88E90B87F}" dt="2025-03-09T19:22:06.472" v="7559" actId="207"/>
          <ac:spMkLst>
            <pc:docMk/>
            <pc:sldMk cId="3566379816" sldId="388"/>
            <ac:spMk id="20483" creationId="{95AF7334-790D-09CB-025A-4FB1BDD73037}"/>
          </ac:spMkLst>
        </pc:spChg>
      </pc:sldChg>
    </pc:docChg>
  </pc:docChgLst>
  <pc:docChgLst>
    <pc:chgData name="Beets, Simone (Dr) (Summerstrand Campus South)" userId="a9ed24f3-f7e1-440a-a32f-a1285e0bd405" providerId="ADAL" clId="{3F78B3CC-A020-4338-87F9-D481C103E431}"/>
    <pc:docChg chg="undo custSel addSld delSld modSld sldOrd">
      <pc:chgData name="Beets, Simone (Dr) (Summerstrand Campus South)" userId="a9ed24f3-f7e1-440a-a32f-a1285e0bd405" providerId="ADAL" clId="{3F78B3CC-A020-4338-87F9-D481C103E431}" dt="2025-08-17T21:34:26.311" v="11666" actId="6549"/>
      <pc:docMkLst>
        <pc:docMk/>
      </pc:docMkLst>
      <pc:sldChg chg="modSp mod modNotesTx">
        <pc:chgData name="Beets, Simone (Dr) (Summerstrand Campus South)" userId="a9ed24f3-f7e1-440a-a32f-a1285e0bd405" providerId="ADAL" clId="{3F78B3CC-A020-4338-87F9-D481C103E431}" dt="2025-08-17T18:30:53.428" v="52"/>
        <pc:sldMkLst>
          <pc:docMk/>
          <pc:sldMk cId="0" sldId="271"/>
        </pc:sldMkLst>
        <pc:spChg chg="mod">
          <ac:chgData name="Beets, Simone (Dr) (Summerstrand Campus South)" userId="a9ed24f3-f7e1-440a-a32f-a1285e0bd405" providerId="ADAL" clId="{3F78B3CC-A020-4338-87F9-D481C103E431}" dt="2025-08-17T18:29:35.794" v="9" actId="20577"/>
          <ac:spMkLst>
            <pc:docMk/>
            <pc:sldMk cId="0" sldId="271"/>
            <ac:spMk id="17411" creationId="{25B10FB9-A15F-F8CA-E0F3-B4914ABDDFA6}"/>
          </ac:spMkLst>
        </pc:spChg>
      </pc:sldChg>
      <pc:sldChg chg="modSp mod modNotesTx">
        <pc:chgData name="Beets, Simone (Dr) (Summerstrand Campus South)" userId="a9ed24f3-f7e1-440a-a32f-a1285e0bd405" providerId="ADAL" clId="{3F78B3CC-A020-4338-87F9-D481C103E431}" dt="2025-08-17T19:30:13.978" v="4380" actId="6549"/>
        <pc:sldMkLst>
          <pc:docMk/>
          <pc:sldMk cId="1762635146" sldId="339"/>
        </pc:sldMkLst>
        <pc:spChg chg="mod">
          <ac:chgData name="Beets, Simone (Dr) (Summerstrand Campus South)" userId="a9ed24f3-f7e1-440a-a32f-a1285e0bd405" providerId="ADAL" clId="{3F78B3CC-A020-4338-87F9-D481C103E431}" dt="2025-08-17T19:24:29.938" v="4306" actId="20577"/>
          <ac:spMkLst>
            <pc:docMk/>
            <pc:sldMk cId="1762635146" sldId="339"/>
            <ac:spMk id="3" creationId="{2D7CFFAC-EAEC-A4A5-23FB-B3200E4B3C34}"/>
          </ac:spMkLst>
        </pc:spChg>
      </pc:sldChg>
      <pc:sldChg chg="del">
        <pc:chgData name="Beets, Simone (Dr) (Summerstrand Campus South)" userId="a9ed24f3-f7e1-440a-a32f-a1285e0bd405" providerId="ADAL" clId="{3F78B3CC-A020-4338-87F9-D481C103E431}" dt="2025-08-17T19:28:45.049" v="4362" actId="47"/>
        <pc:sldMkLst>
          <pc:docMk/>
          <pc:sldMk cId="4237056731" sldId="379"/>
        </pc:sldMkLst>
      </pc:sldChg>
      <pc:sldChg chg="del">
        <pc:chgData name="Beets, Simone (Dr) (Summerstrand Campus South)" userId="a9ed24f3-f7e1-440a-a32f-a1285e0bd405" providerId="ADAL" clId="{3F78B3CC-A020-4338-87F9-D481C103E431}" dt="2025-08-17T19:28:49.601" v="4368" actId="47"/>
        <pc:sldMkLst>
          <pc:docMk/>
          <pc:sldMk cId="469056813" sldId="389"/>
        </pc:sldMkLst>
      </pc:sldChg>
      <pc:sldChg chg="del">
        <pc:chgData name="Beets, Simone (Dr) (Summerstrand Campus South)" userId="a9ed24f3-f7e1-440a-a32f-a1285e0bd405" providerId="ADAL" clId="{3F78B3CC-A020-4338-87F9-D481C103E431}" dt="2025-08-17T19:28:48.323" v="4366" actId="47"/>
        <pc:sldMkLst>
          <pc:docMk/>
          <pc:sldMk cId="754971171" sldId="391"/>
        </pc:sldMkLst>
      </pc:sldChg>
      <pc:sldChg chg="del">
        <pc:chgData name="Beets, Simone (Dr) (Summerstrand Campus South)" userId="a9ed24f3-f7e1-440a-a32f-a1285e0bd405" providerId="ADAL" clId="{3F78B3CC-A020-4338-87F9-D481C103E431}" dt="2025-08-17T19:28:49.976" v="4369" actId="47"/>
        <pc:sldMkLst>
          <pc:docMk/>
          <pc:sldMk cId="611852424" sldId="392"/>
        </pc:sldMkLst>
      </pc:sldChg>
      <pc:sldChg chg="delSp modSp add mod modNotesTx">
        <pc:chgData name="Beets, Simone (Dr) (Summerstrand Campus South)" userId="a9ed24f3-f7e1-440a-a32f-a1285e0bd405" providerId="ADAL" clId="{3F78B3CC-A020-4338-87F9-D481C103E431}" dt="2025-08-17T21:34:26.311" v="11666" actId="6549"/>
        <pc:sldMkLst>
          <pc:docMk/>
          <pc:sldMk cId="76496665" sldId="411"/>
        </pc:sldMkLst>
        <pc:spChg chg="del">
          <ac:chgData name="Beets, Simone (Dr) (Summerstrand Campus South)" userId="a9ed24f3-f7e1-440a-a32f-a1285e0bd405" providerId="ADAL" clId="{3F78B3CC-A020-4338-87F9-D481C103E431}" dt="2025-08-17T21:30:27.407" v="11231" actId="478"/>
          <ac:spMkLst>
            <pc:docMk/>
            <pc:sldMk cId="76496665" sldId="411"/>
            <ac:spMk id="5" creationId="{29557598-3063-48C5-84D8-71D258EEDEAA}"/>
          </ac:spMkLst>
        </pc:spChg>
        <pc:spChg chg="mod">
          <ac:chgData name="Beets, Simone (Dr) (Summerstrand Campus South)" userId="a9ed24f3-f7e1-440a-a32f-a1285e0bd405" providerId="ADAL" clId="{3F78B3CC-A020-4338-87F9-D481C103E431}" dt="2025-08-17T21:29:55.664" v="11165" actId="5793"/>
          <ac:spMkLst>
            <pc:docMk/>
            <pc:sldMk cId="76496665" sldId="411"/>
            <ac:spMk id="7" creationId="{26843B51-4B40-4BD3-8546-6C233E35CA59}"/>
          </ac:spMkLst>
        </pc:spChg>
      </pc:sldChg>
      <pc:sldChg chg="del">
        <pc:chgData name="Beets, Simone (Dr) (Summerstrand Campus South)" userId="a9ed24f3-f7e1-440a-a32f-a1285e0bd405" providerId="ADAL" clId="{3F78B3CC-A020-4338-87F9-D481C103E431}" dt="2025-08-17T19:28:46.447" v="4363" actId="47"/>
        <pc:sldMkLst>
          <pc:docMk/>
          <pc:sldMk cId="1280253110" sldId="412"/>
        </pc:sldMkLst>
      </pc:sldChg>
      <pc:sldChg chg="addSp modSp mod ord modAnim modNotesTx">
        <pc:chgData name="Beets, Simone (Dr) (Summerstrand Campus South)" userId="a9ed24f3-f7e1-440a-a32f-a1285e0bd405" providerId="ADAL" clId="{3F78B3CC-A020-4338-87F9-D481C103E431}" dt="2025-08-17T19:51:58.337" v="5617" actId="20577"/>
        <pc:sldMkLst>
          <pc:docMk/>
          <pc:sldMk cId="172338004" sldId="413"/>
        </pc:sldMkLst>
        <pc:spChg chg="mod">
          <ac:chgData name="Beets, Simone (Dr) (Summerstrand Campus South)" userId="a9ed24f3-f7e1-440a-a32f-a1285e0bd405" providerId="ADAL" clId="{3F78B3CC-A020-4338-87F9-D481C103E431}" dt="2025-08-17T18:31:20.169" v="68" actId="20577"/>
          <ac:spMkLst>
            <pc:docMk/>
            <pc:sldMk cId="172338004" sldId="413"/>
            <ac:spMk id="20482" creationId="{DA623730-44A2-7876-7832-2E4BB653C41A}"/>
          </ac:spMkLst>
        </pc:spChg>
        <pc:spChg chg="mod">
          <ac:chgData name="Beets, Simone (Dr) (Summerstrand Campus South)" userId="a9ed24f3-f7e1-440a-a32f-a1285e0bd405" providerId="ADAL" clId="{3F78B3CC-A020-4338-87F9-D481C103E431}" dt="2025-08-17T19:03:17.849" v="4066" actId="20577"/>
          <ac:spMkLst>
            <pc:docMk/>
            <pc:sldMk cId="172338004" sldId="413"/>
            <ac:spMk id="20483" creationId="{6CF76C83-9628-82EB-EEC2-12037642C096}"/>
          </ac:spMkLst>
        </pc:spChg>
        <pc:picChg chg="add mod">
          <ac:chgData name="Beets, Simone (Dr) (Summerstrand Campus South)" userId="a9ed24f3-f7e1-440a-a32f-a1285e0bd405" providerId="ADAL" clId="{3F78B3CC-A020-4338-87F9-D481C103E431}" dt="2025-08-17T18:33:09.266" v="465" actId="1076"/>
          <ac:picMkLst>
            <pc:docMk/>
            <pc:sldMk cId="172338004" sldId="413"/>
            <ac:picMk id="4" creationId="{133FDF8E-109E-402D-B921-AAE1BC5078E3}"/>
          </ac:picMkLst>
        </pc:picChg>
      </pc:sldChg>
      <pc:sldChg chg="del">
        <pc:chgData name="Beets, Simone (Dr) (Summerstrand Campus South)" userId="a9ed24f3-f7e1-440a-a32f-a1285e0bd405" providerId="ADAL" clId="{3F78B3CC-A020-4338-87F9-D481C103E431}" dt="2025-08-17T19:28:46.927" v="4364" actId="47"/>
        <pc:sldMkLst>
          <pc:docMk/>
          <pc:sldMk cId="620854141" sldId="415"/>
        </pc:sldMkLst>
      </pc:sldChg>
      <pc:sldChg chg="del">
        <pc:chgData name="Beets, Simone (Dr) (Summerstrand Campus South)" userId="a9ed24f3-f7e1-440a-a32f-a1285e0bd405" providerId="ADAL" clId="{3F78B3CC-A020-4338-87F9-D481C103E431}" dt="2025-08-17T19:28:47.296" v="4365" actId="47"/>
        <pc:sldMkLst>
          <pc:docMk/>
          <pc:sldMk cId="155996312" sldId="416"/>
        </pc:sldMkLst>
      </pc:sldChg>
      <pc:sldChg chg="del">
        <pc:chgData name="Beets, Simone (Dr) (Summerstrand Campus South)" userId="a9ed24f3-f7e1-440a-a32f-a1285e0bd405" providerId="ADAL" clId="{3F78B3CC-A020-4338-87F9-D481C103E431}" dt="2025-08-17T19:28:48.606" v="4367" actId="47"/>
        <pc:sldMkLst>
          <pc:docMk/>
          <pc:sldMk cId="3611652329" sldId="417"/>
        </pc:sldMkLst>
      </pc:sldChg>
      <pc:sldChg chg="del">
        <pc:chgData name="Beets, Simone (Dr) (Summerstrand Campus South)" userId="a9ed24f3-f7e1-440a-a32f-a1285e0bd405" providerId="ADAL" clId="{3F78B3CC-A020-4338-87F9-D481C103E431}" dt="2025-08-17T19:28:50.881" v="4370" actId="47"/>
        <pc:sldMkLst>
          <pc:docMk/>
          <pc:sldMk cId="3543209284" sldId="418"/>
        </pc:sldMkLst>
      </pc:sldChg>
      <pc:sldChg chg="del">
        <pc:chgData name="Beets, Simone (Dr) (Summerstrand Campus South)" userId="a9ed24f3-f7e1-440a-a32f-a1285e0bd405" providerId="ADAL" clId="{3F78B3CC-A020-4338-87F9-D481C103E431}" dt="2025-08-17T19:28:51.135" v="4371" actId="47"/>
        <pc:sldMkLst>
          <pc:docMk/>
          <pc:sldMk cId="2780342218" sldId="419"/>
        </pc:sldMkLst>
      </pc:sldChg>
      <pc:sldChg chg="del">
        <pc:chgData name="Beets, Simone (Dr) (Summerstrand Campus South)" userId="a9ed24f3-f7e1-440a-a32f-a1285e0bd405" providerId="ADAL" clId="{3F78B3CC-A020-4338-87F9-D481C103E431}" dt="2025-08-17T19:28:52.170" v="4372" actId="47"/>
        <pc:sldMkLst>
          <pc:docMk/>
          <pc:sldMk cId="954162796" sldId="420"/>
        </pc:sldMkLst>
      </pc:sldChg>
      <pc:sldChg chg="del">
        <pc:chgData name="Beets, Simone (Dr) (Summerstrand Campus South)" userId="a9ed24f3-f7e1-440a-a32f-a1285e0bd405" providerId="ADAL" clId="{3F78B3CC-A020-4338-87F9-D481C103E431}" dt="2025-08-17T19:28:52.463" v="4373" actId="47"/>
        <pc:sldMkLst>
          <pc:docMk/>
          <pc:sldMk cId="3083852305" sldId="421"/>
        </pc:sldMkLst>
      </pc:sldChg>
      <pc:sldChg chg="del">
        <pc:chgData name="Beets, Simone (Dr) (Summerstrand Campus South)" userId="a9ed24f3-f7e1-440a-a32f-a1285e0bd405" providerId="ADAL" clId="{3F78B3CC-A020-4338-87F9-D481C103E431}" dt="2025-08-17T19:28:53.817" v="4374" actId="47"/>
        <pc:sldMkLst>
          <pc:docMk/>
          <pc:sldMk cId="1941373636" sldId="422"/>
        </pc:sldMkLst>
      </pc:sldChg>
      <pc:sldChg chg="del">
        <pc:chgData name="Beets, Simone (Dr) (Summerstrand Campus South)" userId="a9ed24f3-f7e1-440a-a32f-a1285e0bd405" providerId="ADAL" clId="{3F78B3CC-A020-4338-87F9-D481C103E431}" dt="2025-08-17T19:28:54.097" v="4375" actId="47"/>
        <pc:sldMkLst>
          <pc:docMk/>
          <pc:sldMk cId="3547852466" sldId="423"/>
        </pc:sldMkLst>
      </pc:sldChg>
      <pc:sldChg chg="del">
        <pc:chgData name="Beets, Simone (Dr) (Summerstrand Campus South)" userId="a9ed24f3-f7e1-440a-a32f-a1285e0bd405" providerId="ADAL" clId="{3F78B3CC-A020-4338-87F9-D481C103E431}" dt="2025-08-17T19:28:54.555" v="4376" actId="47"/>
        <pc:sldMkLst>
          <pc:docMk/>
          <pc:sldMk cId="1219812784" sldId="424"/>
        </pc:sldMkLst>
      </pc:sldChg>
      <pc:sldChg chg="del">
        <pc:chgData name="Beets, Simone (Dr) (Summerstrand Campus South)" userId="a9ed24f3-f7e1-440a-a32f-a1285e0bd405" providerId="ADAL" clId="{3F78B3CC-A020-4338-87F9-D481C103E431}" dt="2025-08-17T19:28:55.375" v="4377" actId="47"/>
        <pc:sldMkLst>
          <pc:docMk/>
          <pc:sldMk cId="891647617" sldId="425"/>
        </pc:sldMkLst>
      </pc:sldChg>
      <pc:sldChg chg="del">
        <pc:chgData name="Beets, Simone (Dr) (Summerstrand Campus South)" userId="a9ed24f3-f7e1-440a-a32f-a1285e0bd405" providerId="ADAL" clId="{3F78B3CC-A020-4338-87F9-D481C103E431}" dt="2025-08-17T19:28:56.509" v="4378" actId="47"/>
        <pc:sldMkLst>
          <pc:docMk/>
          <pc:sldMk cId="2351558204" sldId="426"/>
        </pc:sldMkLst>
      </pc:sldChg>
      <pc:sldChg chg="del">
        <pc:chgData name="Beets, Simone (Dr) (Summerstrand Campus South)" userId="a9ed24f3-f7e1-440a-a32f-a1285e0bd405" providerId="ADAL" clId="{3F78B3CC-A020-4338-87F9-D481C103E431}" dt="2025-08-17T19:28:59.463" v="4379" actId="47"/>
        <pc:sldMkLst>
          <pc:docMk/>
          <pc:sldMk cId="3218752395" sldId="427"/>
        </pc:sldMkLst>
      </pc:sldChg>
      <pc:sldChg chg="addSp delSp modSp add del mod ord modAnim modNotesTx">
        <pc:chgData name="Beets, Simone (Dr) (Summerstrand Campus South)" userId="a9ed24f3-f7e1-440a-a32f-a1285e0bd405" providerId="ADAL" clId="{3F78B3CC-A020-4338-87F9-D481C103E431}" dt="2025-08-17T19:44:56.481" v="4767" actId="20577"/>
        <pc:sldMkLst>
          <pc:docMk/>
          <pc:sldMk cId="776202293" sldId="428"/>
        </pc:sldMkLst>
        <pc:spChg chg="add del mod">
          <ac:chgData name="Beets, Simone (Dr) (Summerstrand Campus South)" userId="a9ed24f3-f7e1-440a-a32f-a1285e0bd405" providerId="ADAL" clId="{3F78B3CC-A020-4338-87F9-D481C103E431}" dt="2025-08-17T19:44:36.944" v="4766" actId="20577"/>
          <ac:spMkLst>
            <pc:docMk/>
            <pc:sldMk cId="776202293" sldId="428"/>
            <ac:spMk id="2" creationId="{BCA5A014-4B8B-0A33-ABB5-D4F80EB980CC}"/>
          </ac:spMkLst>
        </pc:spChg>
        <pc:spChg chg="mod">
          <ac:chgData name="Beets, Simone (Dr) (Summerstrand Campus South)" userId="a9ed24f3-f7e1-440a-a32f-a1285e0bd405" providerId="ADAL" clId="{3F78B3CC-A020-4338-87F9-D481C103E431}" dt="2025-08-17T19:43:01.721" v="4422" actId="20577"/>
          <ac:spMkLst>
            <pc:docMk/>
            <pc:sldMk cId="776202293" sldId="428"/>
            <ac:spMk id="3" creationId="{2D7CFFAC-EAEC-A4A5-23FB-B3200E4B3C34}"/>
          </ac:spMkLst>
        </pc:spChg>
        <pc:spChg chg="add del mod">
          <ac:chgData name="Beets, Simone (Dr) (Summerstrand Campus South)" userId="a9ed24f3-f7e1-440a-a32f-a1285e0bd405" providerId="ADAL" clId="{3F78B3CC-A020-4338-87F9-D481C103E431}" dt="2025-08-17T18:54:25.452" v="2880" actId="21"/>
          <ac:spMkLst>
            <pc:docMk/>
            <pc:sldMk cId="776202293" sldId="428"/>
            <ac:spMk id="5" creationId="{BBF13213-455E-40B8-BBAC-644445E64E63}"/>
          </ac:spMkLst>
        </pc:spChg>
      </pc:sldChg>
      <pc:sldChg chg="addSp delSp modSp add mod modAnim modNotesTx">
        <pc:chgData name="Beets, Simone (Dr) (Summerstrand Campus South)" userId="a9ed24f3-f7e1-440a-a32f-a1285e0bd405" providerId="ADAL" clId="{3F78B3CC-A020-4338-87F9-D481C103E431}" dt="2025-08-17T20:54:37.938" v="10692" actId="20577"/>
        <pc:sldMkLst>
          <pc:docMk/>
          <pc:sldMk cId="2291933711" sldId="429"/>
        </pc:sldMkLst>
        <pc:spChg chg="mod topLvl">
          <ac:chgData name="Beets, Simone (Dr) (Summerstrand Campus South)" userId="a9ed24f3-f7e1-440a-a32f-a1285e0bd405" providerId="ADAL" clId="{3F78B3CC-A020-4338-87F9-D481C103E431}" dt="2025-08-17T19:32:18.019" v="4394" actId="207"/>
          <ac:spMkLst>
            <pc:docMk/>
            <pc:sldMk cId="2291933711" sldId="429"/>
            <ac:spMk id="6" creationId="{F8399972-729E-4868-857C-B63343D5E443}"/>
          </ac:spMkLst>
        </pc:spChg>
        <pc:spChg chg="mod topLvl">
          <ac:chgData name="Beets, Simone (Dr) (Summerstrand Campus South)" userId="a9ed24f3-f7e1-440a-a32f-a1285e0bd405" providerId="ADAL" clId="{3F78B3CC-A020-4338-87F9-D481C103E431}" dt="2025-08-17T19:04:26.670" v="4073" actId="165"/>
          <ac:spMkLst>
            <pc:docMk/>
            <pc:sldMk cId="2291933711" sldId="429"/>
            <ac:spMk id="7" creationId="{A7E52BBD-EC52-4D8F-BBDE-16119D0116EB}"/>
          </ac:spMkLst>
        </pc:spChg>
        <pc:spChg chg="mod topLvl">
          <ac:chgData name="Beets, Simone (Dr) (Summerstrand Campus South)" userId="a9ed24f3-f7e1-440a-a32f-a1285e0bd405" providerId="ADAL" clId="{3F78B3CC-A020-4338-87F9-D481C103E431}" dt="2025-08-17T19:31:16.107" v="4387" actId="208"/>
          <ac:spMkLst>
            <pc:docMk/>
            <pc:sldMk cId="2291933711" sldId="429"/>
            <ac:spMk id="8" creationId="{77E09AF1-9822-407C-A381-DB0AA02B8A5F}"/>
          </ac:spMkLst>
        </pc:spChg>
        <pc:spChg chg="mod topLvl">
          <ac:chgData name="Beets, Simone (Dr) (Summerstrand Campus South)" userId="a9ed24f3-f7e1-440a-a32f-a1285e0bd405" providerId="ADAL" clId="{3F78B3CC-A020-4338-87F9-D481C103E431}" dt="2025-08-17T19:32:03.228" v="4392" actId="207"/>
          <ac:spMkLst>
            <pc:docMk/>
            <pc:sldMk cId="2291933711" sldId="429"/>
            <ac:spMk id="10" creationId="{A6321406-0C91-409E-9818-8C0693F6BF81}"/>
          </ac:spMkLst>
        </pc:spChg>
        <pc:spChg chg="mod topLvl">
          <ac:chgData name="Beets, Simone (Dr) (Summerstrand Campus South)" userId="a9ed24f3-f7e1-440a-a32f-a1285e0bd405" providerId="ADAL" clId="{3F78B3CC-A020-4338-87F9-D481C103E431}" dt="2025-08-17T19:32:06.923" v="4393" actId="207"/>
          <ac:spMkLst>
            <pc:docMk/>
            <pc:sldMk cId="2291933711" sldId="429"/>
            <ac:spMk id="11" creationId="{3A50EB51-36D9-457A-BFF5-5D69DB275905}"/>
          </ac:spMkLst>
        </pc:spChg>
        <pc:spChg chg="mod topLvl">
          <ac:chgData name="Beets, Simone (Dr) (Summerstrand Campus South)" userId="a9ed24f3-f7e1-440a-a32f-a1285e0bd405" providerId="ADAL" clId="{3F78B3CC-A020-4338-87F9-D481C103E431}" dt="2025-08-17T19:04:26.670" v="4073" actId="165"/>
          <ac:spMkLst>
            <pc:docMk/>
            <pc:sldMk cId="2291933711" sldId="429"/>
            <ac:spMk id="14" creationId="{72FA9A27-4E24-463B-87A4-5F210019163F}"/>
          </ac:spMkLst>
        </pc:spChg>
        <pc:spChg chg="mod topLvl">
          <ac:chgData name="Beets, Simone (Dr) (Summerstrand Campus South)" userId="a9ed24f3-f7e1-440a-a32f-a1285e0bd405" providerId="ADAL" clId="{3F78B3CC-A020-4338-87F9-D481C103E431}" dt="2025-08-17T19:04:40.682" v="4075" actId="122"/>
          <ac:spMkLst>
            <pc:docMk/>
            <pc:sldMk cId="2291933711" sldId="429"/>
            <ac:spMk id="15" creationId="{00747ECE-938F-4237-8D37-5EB26DF9ED0C}"/>
          </ac:spMkLst>
        </pc:spChg>
        <pc:spChg chg="mod topLvl">
          <ac:chgData name="Beets, Simone (Dr) (Summerstrand Campus South)" userId="a9ed24f3-f7e1-440a-a32f-a1285e0bd405" providerId="ADAL" clId="{3F78B3CC-A020-4338-87F9-D481C103E431}" dt="2025-08-17T19:04:43.434" v="4076" actId="122"/>
          <ac:spMkLst>
            <pc:docMk/>
            <pc:sldMk cId="2291933711" sldId="429"/>
            <ac:spMk id="17" creationId="{7660C7ED-9B6C-4F3B-AEA9-DA490EB5B387}"/>
          </ac:spMkLst>
        </pc:spChg>
        <pc:spChg chg="mod topLvl">
          <ac:chgData name="Beets, Simone (Dr) (Summerstrand Campus South)" userId="a9ed24f3-f7e1-440a-a32f-a1285e0bd405" providerId="ADAL" clId="{3F78B3CC-A020-4338-87F9-D481C103E431}" dt="2025-08-17T19:04:26.670" v="4073" actId="165"/>
          <ac:spMkLst>
            <pc:docMk/>
            <pc:sldMk cId="2291933711" sldId="429"/>
            <ac:spMk id="18" creationId="{8E04347D-CEF1-452F-A4CC-FB9343363194}"/>
          </ac:spMkLst>
        </pc:spChg>
        <pc:spChg chg="mod">
          <ac:chgData name="Beets, Simone (Dr) (Summerstrand Campus South)" userId="a9ed24f3-f7e1-440a-a32f-a1285e0bd405" providerId="ADAL" clId="{3F78B3CC-A020-4338-87F9-D481C103E431}" dt="2025-08-17T18:33:29.283" v="482" actId="20577"/>
          <ac:spMkLst>
            <pc:docMk/>
            <pc:sldMk cId="2291933711" sldId="429"/>
            <ac:spMk id="20482" creationId="{DA623730-44A2-7876-7832-2E4BB653C41A}"/>
          </ac:spMkLst>
        </pc:spChg>
        <pc:spChg chg="mod">
          <ac:chgData name="Beets, Simone (Dr) (Summerstrand Campus South)" userId="a9ed24f3-f7e1-440a-a32f-a1285e0bd405" providerId="ADAL" clId="{3F78B3CC-A020-4338-87F9-D481C103E431}" dt="2025-08-17T19:03:41.919" v="4068" actId="207"/>
          <ac:spMkLst>
            <pc:docMk/>
            <pc:sldMk cId="2291933711" sldId="429"/>
            <ac:spMk id="20483" creationId="{6CF76C83-9628-82EB-EEC2-12037642C096}"/>
          </ac:spMkLst>
        </pc:spChg>
        <pc:grpChg chg="add del mod">
          <ac:chgData name="Beets, Simone (Dr) (Summerstrand Campus South)" userId="a9ed24f3-f7e1-440a-a32f-a1285e0bd405" providerId="ADAL" clId="{3F78B3CC-A020-4338-87F9-D481C103E431}" dt="2025-08-17T19:04:26.670" v="4073" actId="165"/>
          <ac:grpSpMkLst>
            <pc:docMk/>
            <pc:sldMk cId="2291933711" sldId="429"/>
            <ac:grpSpMk id="5" creationId="{E2951899-4EF8-4FAA-B9FB-8F6F3EA95A21}"/>
          </ac:grpSpMkLst>
        </pc:grpChg>
        <pc:picChg chg="del">
          <ac:chgData name="Beets, Simone (Dr) (Summerstrand Campus South)" userId="a9ed24f3-f7e1-440a-a32f-a1285e0bd405" providerId="ADAL" clId="{3F78B3CC-A020-4338-87F9-D481C103E431}" dt="2025-08-17T18:33:30.595" v="483" actId="478"/>
          <ac:picMkLst>
            <pc:docMk/>
            <pc:sldMk cId="2291933711" sldId="429"/>
            <ac:picMk id="4" creationId="{133FDF8E-109E-402D-B921-AAE1BC5078E3}"/>
          </ac:picMkLst>
        </pc:picChg>
        <pc:cxnChg chg="mod topLvl">
          <ac:chgData name="Beets, Simone (Dr) (Summerstrand Campus South)" userId="a9ed24f3-f7e1-440a-a32f-a1285e0bd405" providerId="ADAL" clId="{3F78B3CC-A020-4338-87F9-D481C103E431}" dt="2025-08-17T19:05:31.714" v="4082" actId="404"/>
          <ac:cxnSpMkLst>
            <pc:docMk/>
            <pc:sldMk cId="2291933711" sldId="429"/>
            <ac:cxnSpMk id="9" creationId="{4D65128F-FE05-4301-972F-97778CC3D082}"/>
          </ac:cxnSpMkLst>
        </pc:cxnChg>
        <pc:cxnChg chg="mod topLvl">
          <ac:chgData name="Beets, Simone (Dr) (Summerstrand Campus South)" userId="a9ed24f3-f7e1-440a-a32f-a1285e0bd405" providerId="ADAL" clId="{3F78B3CC-A020-4338-87F9-D481C103E431}" dt="2025-08-17T19:04:26.670" v="4073" actId="165"/>
          <ac:cxnSpMkLst>
            <pc:docMk/>
            <pc:sldMk cId="2291933711" sldId="429"/>
            <ac:cxnSpMk id="12" creationId="{6DBD3742-8FB1-4316-8AE5-CB77108A4CCC}"/>
          </ac:cxnSpMkLst>
        </pc:cxnChg>
        <pc:cxnChg chg="mod topLvl">
          <ac:chgData name="Beets, Simone (Dr) (Summerstrand Campus South)" userId="a9ed24f3-f7e1-440a-a32f-a1285e0bd405" providerId="ADAL" clId="{3F78B3CC-A020-4338-87F9-D481C103E431}" dt="2025-08-17T19:04:26.670" v="4073" actId="165"/>
          <ac:cxnSpMkLst>
            <pc:docMk/>
            <pc:sldMk cId="2291933711" sldId="429"/>
            <ac:cxnSpMk id="13" creationId="{80BF69FD-C05D-4B22-89B9-91E2B4159DE7}"/>
          </ac:cxnSpMkLst>
        </pc:cxnChg>
        <pc:cxnChg chg="mod topLvl">
          <ac:chgData name="Beets, Simone (Dr) (Summerstrand Campus South)" userId="a9ed24f3-f7e1-440a-a32f-a1285e0bd405" providerId="ADAL" clId="{3F78B3CC-A020-4338-87F9-D481C103E431}" dt="2025-08-17T19:04:46.750" v="4077" actId="208"/>
          <ac:cxnSpMkLst>
            <pc:docMk/>
            <pc:sldMk cId="2291933711" sldId="429"/>
            <ac:cxnSpMk id="16" creationId="{55C096D6-151C-49F8-9D82-7D75D9CF669D}"/>
          </ac:cxnSpMkLst>
        </pc:cxnChg>
      </pc:sldChg>
      <pc:sldChg chg="addSp delSp modSp add mod modAnim modNotesTx">
        <pc:chgData name="Beets, Simone (Dr) (Summerstrand Campus South)" userId="a9ed24f3-f7e1-440a-a32f-a1285e0bd405" providerId="ADAL" clId="{3F78B3CC-A020-4338-87F9-D481C103E431}" dt="2025-08-17T20:37:40.263" v="8772" actId="20577"/>
        <pc:sldMkLst>
          <pc:docMk/>
          <pc:sldMk cId="2807785357" sldId="430"/>
        </pc:sldMkLst>
        <pc:spChg chg="add del mod">
          <ac:chgData name="Beets, Simone (Dr) (Summerstrand Campus South)" userId="a9ed24f3-f7e1-440a-a32f-a1285e0bd405" providerId="ADAL" clId="{3F78B3CC-A020-4338-87F9-D481C103E431}" dt="2025-08-17T18:38:46.283" v="1125" actId="478"/>
          <ac:spMkLst>
            <pc:docMk/>
            <pc:sldMk cId="2807785357" sldId="430"/>
            <ac:spMk id="3" creationId="{8115F245-35F4-404E-A0AC-C3E7A953D50A}"/>
          </ac:spMkLst>
        </pc:spChg>
        <pc:spChg chg="add del mod">
          <ac:chgData name="Beets, Simone (Dr) (Summerstrand Campus South)" userId="a9ed24f3-f7e1-440a-a32f-a1285e0bd405" providerId="ADAL" clId="{3F78B3CC-A020-4338-87F9-D481C103E431}" dt="2025-08-17T18:36:03.953" v="707" actId="478"/>
          <ac:spMkLst>
            <pc:docMk/>
            <pc:sldMk cId="2807785357" sldId="430"/>
            <ac:spMk id="19" creationId="{E0D4CD13-8EF9-4FAC-961E-A1D52E1FC6A3}"/>
          </ac:spMkLst>
        </pc:spChg>
        <pc:spChg chg="add mod ord">
          <ac:chgData name="Beets, Simone (Dr) (Summerstrand Campus South)" userId="a9ed24f3-f7e1-440a-a32f-a1285e0bd405" providerId="ADAL" clId="{3F78B3CC-A020-4338-87F9-D481C103E431}" dt="2025-08-17T19:10:00.715" v="4139" actId="167"/>
          <ac:spMkLst>
            <pc:docMk/>
            <pc:sldMk cId="2807785357" sldId="430"/>
            <ac:spMk id="21" creationId="{FD2125DC-AFC5-4EFB-AE19-9B6BED77E90A}"/>
          </ac:spMkLst>
        </pc:spChg>
        <pc:spChg chg="mod">
          <ac:chgData name="Beets, Simone (Dr) (Summerstrand Campus South)" userId="a9ed24f3-f7e1-440a-a32f-a1285e0bd405" providerId="ADAL" clId="{3F78B3CC-A020-4338-87F9-D481C103E431}" dt="2025-08-17T18:35:26.842" v="701" actId="20577"/>
          <ac:spMkLst>
            <pc:docMk/>
            <pc:sldMk cId="2807785357" sldId="430"/>
            <ac:spMk id="20482" creationId="{DA623730-44A2-7876-7832-2E4BB653C41A}"/>
          </ac:spMkLst>
        </pc:spChg>
        <pc:spChg chg="del mod">
          <ac:chgData name="Beets, Simone (Dr) (Summerstrand Campus South)" userId="a9ed24f3-f7e1-440a-a32f-a1285e0bd405" providerId="ADAL" clId="{3F78B3CC-A020-4338-87F9-D481C103E431}" dt="2025-08-17T18:38:43.579" v="1124" actId="478"/>
          <ac:spMkLst>
            <pc:docMk/>
            <pc:sldMk cId="2807785357" sldId="430"/>
            <ac:spMk id="20483" creationId="{6CF76C83-9628-82EB-EEC2-12037642C096}"/>
          </ac:spMkLst>
        </pc:spChg>
        <pc:grpChg chg="del">
          <ac:chgData name="Beets, Simone (Dr) (Summerstrand Campus South)" userId="a9ed24f3-f7e1-440a-a32f-a1285e0bd405" providerId="ADAL" clId="{3F78B3CC-A020-4338-87F9-D481C103E431}" dt="2025-08-17T18:35:29.395" v="702" actId="478"/>
          <ac:grpSpMkLst>
            <pc:docMk/>
            <pc:sldMk cId="2807785357" sldId="430"/>
            <ac:grpSpMk id="5" creationId="{E2951899-4EF8-4FAA-B9FB-8F6F3EA95A21}"/>
          </ac:grpSpMkLst>
        </pc:grpChg>
        <pc:graphicFrameChg chg="add mod modGraphic">
          <ac:chgData name="Beets, Simone (Dr) (Summerstrand Campus South)" userId="a9ed24f3-f7e1-440a-a32f-a1285e0bd405" providerId="ADAL" clId="{3F78B3CC-A020-4338-87F9-D481C103E431}" dt="2025-08-17T19:10:39.601" v="4146" actId="1036"/>
          <ac:graphicFrameMkLst>
            <pc:docMk/>
            <pc:sldMk cId="2807785357" sldId="430"/>
            <ac:graphicFrameMk id="2" creationId="{82F42479-E930-4AED-ABCB-9193DB301120}"/>
          </ac:graphicFrameMkLst>
        </pc:graphicFrameChg>
        <pc:cxnChg chg="mod">
          <ac:chgData name="Beets, Simone (Dr) (Summerstrand Campus South)" userId="a9ed24f3-f7e1-440a-a32f-a1285e0bd405" providerId="ADAL" clId="{3F78B3CC-A020-4338-87F9-D481C103E431}" dt="2025-08-17T18:35:29.395" v="702" actId="478"/>
          <ac:cxnSpMkLst>
            <pc:docMk/>
            <pc:sldMk cId="2807785357" sldId="430"/>
            <ac:cxnSpMk id="9" creationId="{4D65128F-FE05-4301-972F-97778CC3D082}"/>
          </ac:cxnSpMkLst>
        </pc:cxnChg>
      </pc:sldChg>
      <pc:sldChg chg="addSp delSp modSp add mod">
        <pc:chgData name="Beets, Simone (Dr) (Summerstrand Campus South)" userId="a9ed24f3-f7e1-440a-a32f-a1285e0bd405" providerId="ADAL" clId="{3F78B3CC-A020-4338-87F9-D481C103E431}" dt="2025-08-17T19:14:44.927" v="4181" actId="207"/>
        <pc:sldMkLst>
          <pc:docMk/>
          <pc:sldMk cId="1726554397" sldId="431"/>
        </pc:sldMkLst>
        <pc:spChg chg="mod">
          <ac:chgData name="Beets, Simone (Dr) (Summerstrand Campus South)" userId="a9ed24f3-f7e1-440a-a32f-a1285e0bd405" providerId="ADAL" clId="{3F78B3CC-A020-4338-87F9-D481C103E431}" dt="2025-08-17T19:12:59.245" v="4155" actId="207"/>
          <ac:spMkLst>
            <pc:docMk/>
            <pc:sldMk cId="1726554397" sldId="431"/>
            <ac:spMk id="7" creationId="{AC572879-064F-4E3C-857F-3D9809845A66}"/>
          </ac:spMkLst>
        </pc:spChg>
        <pc:spChg chg="mod">
          <ac:chgData name="Beets, Simone (Dr) (Summerstrand Campus South)" userId="a9ed24f3-f7e1-440a-a32f-a1285e0bd405" providerId="ADAL" clId="{3F78B3CC-A020-4338-87F9-D481C103E431}" dt="2025-08-17T19:14:37.836" v="4180" actId="207"/>
          <ac:spMkLst>
            <pc:docMk/>
            <pc:sldMk cId="1726554397" sldId="431"/>
            <ac:spMk id="9" creationId="{051E1D83-E861-4FEB-91BC-AAC039D5E23E}"/>
          </ac:spMkLst>
        </pc:spChg>
        <pc:spChg chg="mod">
          <ac:chgData name="Beets, Simone (Dr) (Summerstrand Campus South)" userId="a9ed24f3-f7e1-440a-a32f-a1285e0bd405" providerId="ADAL" clId="{3F78B3CC-A020-4338-87F9-D481C103E431}" dt="2025-08-17T19:13:51.722" v="4177" actId="1036"/>
          <ac:spMkLst>
            <pc:docMk/>
            <pc:sldMk cId="1726554397" sldId="431"/>
            <ac:spMk id="11" creationId="{4E4AB7FF-0F4F-43AA-9CC4-365EB8CD5979}"/>
          </ac:spMkLst>
        </pc:spChg>
        <pc:spChg chg="mod">
          <ac:chgData name="Beets, Simone (Dr) (Summerstrand Campus South)" userId="a9ed24f3-f7e1-440a-a32f-a1285e0bd405" providerId="ADAL" clId="{3F78B3CC-A020-4338-87F9-D481C103E431}" dt="2025-08-17T19:14:44.927" v="4181" actId="207"/>
          <ac:spMkLst>
            <pc:docMk/>
            <pc:sldMk cId="1726554397" sldId="431"/>
            <ac:spMk id="12" creationId="{290FA4B5-0105-443E-984D-0CD035850053}"/>
          </ac:spMkLst>
        </pc:spChg>
        <pc:spChg chg="mod">
          <ac:chgData name="Beets, Simone (Dr) (Summerstrand Campus South)" userId="a9ed24f3-f7e1-440a-a32f-a1285e0bd405" providerId="ADAL" clId="{3F78B3CC-A020-4338-87F9-D481C103E431}" dt="2025-08-17T19:14:12.614" v="4179" actId="207"/>
          <ac:spMkLst>
            <pc:docMk/>
            <pc:sldMk cId="1726554397" sldId="431"/>
            <ac:spMk id="13" creationId="{020D712F-758B-41F1-A6A1-F350CA9FBFEA}"/>
          </ac:spMkLst>
        </pc:spChg>
        <pc:spChg chg="mod">
          <ac:chgData name="Beets, Simone (Dr) (Summerstrand Campus South)" userId="a9ed24f3-f7e1-440a-a32f-a1285e0bd405" providerId="ADAL" clId="{3F78B3CC-A020-4338-87F9-D481C103E431}" dt="2025-08-17T19:12:07.862" v="4152" actId="255"/>
          <ac:spMkLst>
            <pc:docMk/>
            <pc:sldMk cId="1726554397" sldId="431"/>
            <ac:spMk id="15" creationId="{99379D3D-A666-416F-8BB7-E9DC665B42F0}"/>
          </ac:spMkLst>
        </pc:spChg>
        <pc:spChg chg="mod">
          <ac:chgData name="Beets, Simone (Dr) (Summerstrand Campus South)" userId="a9ed24f3-f7e1-440a-a32f-a1285e0bd405" providerId="ADAL" clId="{3F78B3CC-A020-4338-87F9-D481C103E431}" dt="2025-08-17T19:12:07.862" v="4152" actId="255"/>
          <ac:spMkLst>
            <pc:docMk/>
            <pc:sldMk cId="1726554397" sldId="431"/>
            <ac:spMk id="16" creationId="{FB9237C7-DBCD-48E5-A2E2-DC4FF2489259}"/>
          </ac:spMkLst>
        </pc:spChg>
        <pc:spChg chg="mod">
          <ac:chgData name="Beets, Simone (Dr) (Summerstrand Campus South)" userId="a9ed24f3-f7e1-440a-a32f-a1285e0bd405" providerId="ADAL" clId="{3F78B3CC-A020-4338-87F9-D481C103E431}" dt="2025-08-17T19:12:07.862" v="4152" actId="255"/>
          <ac:spMkLst>
            <pc:docMk/>
            <pc:sldMk cId="1726554397" sldId="431"/>
            <ac:spMk id="17" creationId="{92B37022-6FCF-4482-8632-89AB27E61E5F}"/>
          </ac:spMkLst>
        </pc:spChg>
        <pc:spChg chg="mod">
          <ac:chgData name="Beets, Simone (Dr) (Summerstrand Campus South)" userId="a9ed24f3-f7e1-440a-a32f-a1285e0bd405" providerId="ADAL" clId="{3F78B3CC-A020-4338-87F9-D481C103E431}" dt="2025-08-17T19:12:07.862" v="4152" actId="255"/>
          <ac:spMkLst>
            <pc:docMk/>
            <pc:sldMk cId="1726554397" sldId="431"/>
            <ac:spMk id="18" creationId="{B3D28341-8D2F-429E-87F8-B8E612EA77B1}"/>
          </ac:spMkLst>
        </pc:spChg>
        <pc:spChg chg="mod">
          <ac:chgData name="Beets, Simone (Dr) (Summerstrand Campus South)" userId="a9ed24f3-f7e1-440a-a32f-a1285e0bd405" providerId="ADAL" clId="{3F78B3CC-A020-4338-87F9-D481C103E431}" dt="2025-08-17T19:12:07.862" v="4152" actId="255"/>
          <ac:spMkLst>
            <pc:docMk/>
            <pc:sldMk cId="1726554397" sldId="431"/>
            <ac:spMk id="19" creationId="{AE597F2F-36EB-4B84-8A78-3A1779B5A342}"/>
          </ac:spMkLst>
        </pc:spChg>
        <pc:spChg chg="mod">
          <ac:chgData name="Beets, Simone (Dr) (Summerstrand Campus South)" userId="a9ed24f3-f7e1-440a-a32f-a1285e0bd405" providerId="ADAL" clId="{3F78B3CC-A020-4338-87F9-D481C103E431}" dt="2025-08-17T19:12:07.862" v="4152" actId="255"/>
          <ac:spMkLst>
            <pc:docMk/>
            <pc:sldMk cId="1726554397" sldId="431"/>
            <ac:spMk id="20" creationId="{35D8645A-C6F3-49CB-BC02-10473AF2378F}"/>
          </ac:spMkLst>
        </pc:spChg>
        <pc:spChg chg="mod">
          <ac:chgData name="Beets, Simone (Dr) (Summerstrand Campus South)" userId="a9ed24f3-f7e1-440a-a32f-a1285e0bd405" providerId="ADAL" clId="{3F78B3CC-A020-4338-87F9-D481C103E431}" dt="2025-08-17T19:12:07.862" v="4152" actId="255"/>
          <ac:spMkLst>
            <pc:docMk/>
            <pc:sldMk cId="1726554397" sldId="431"/>
            <ac:spMk id="21" creationId="{08BC0AA5-AAA4-44E8-B457-2BDD3B16C88B}"/>
          </ac:spMkLst>
        </pc:spChg>
        <pc:spChg chg="mod">
          <ac:chgData name="Beets, Simone (Dr) (Summerstrand Campus South)" userId="a9ed24f3-f7e1-440a-a32f-a1285e0bd405" providerId="ADAL" clId="{3F78B3CC-A020-4338-87F9-D481C103E431}" dt="2025-08-17T19:12:07.862" v="4152" actId="255"/>
          <ac:spMkLst>
            <pc:docMk/>
            <pc:sldMk cId="1726554397" sldId="431"/>
            <ac:spMk id="22" creationId="{561E8914-8EB7-4F42-AFD2-FA4656C97DCE}"/>
          </ac:spMkLst>
        </pc:spChg>
        <pc:spChg chg="mod">
          <ac:chgData name="Beets, Simone (Dr) (Summerstrand Campus South)" userId="a9ed24f3-f7e1-440a-a32f-a1285e0bd405" providerId="ADAL" clId="{3F78B3CC-A020-4338-87F9-D481C103E431}" dt="2025-08-17T19:12:07.862" v="4152" actId="255"/>
          <ac:spMkLst>
            <pc:docMk/>
            <pc:sldMk cId="1726554397" sldId="431"/>
            <ac:spMk id="23" creationId="{E35DDFD5-E5C5-4DC6-A496-73CE2B045C9D}"/>
          </ac:spMkLst>
        </pc:spChg>
        <pc:spChg chg="mod">
          <ac:chgData name="Beets, Simone (Dr) (Summerstrand Campus South)" userId="a9ed24f3-f7e1-440a-a32f-a1285e0bd405" providerId="ADAL" clId="{3F78B3CC-A020-4338-87F9-D481C103E431}" dt="2025-08-17T19:13:44.505" v="4166" actId="1036"/>
          <ac:spMkLst>
            <pc:docMk/>
            <pc:sldMk cId="1726554397" sldId="431"/>
            <ac:spMk id="26" creationId="{411484C6-7F76-4E10-ABB0-2F6F3E90766B}"/>
          </ac:spMkLst>
        </pc:spChg>
        <pc:spChg chg="mod">
          <ac:chgData name="Beets, Simone (Dr) (Summerstrand Campus South)" userId="a9ed24f3-f7e1-440a-a32f-a1285e0bd405" providerId="ADAL" clId="{3F78B3CC-A020-4338-87F9-D481C103E431}" dt="2025-08-17T19:13:47.523" v="4171" actId="1038"/>
          <ac:spMkLst>
            <pc:docMk/>
            <pc:sldMk cId="1726554397" sldId="431"/>
            <ac:spMk id="27" creationId="{9E219170-BC7B-4029-8952-DFECEFE61609}"/>
          </ac:spMkLst>
        </pc:spChg>
        <pc:spChg chg="mod">
          <ac:chgData name="Beets, Simone (Dr) (Summerstrand Campus South)" userId="a9ed24f3-f7e1-440a-a32f-a1285e0bd405" providerId="ADAL" clId="{3F78B3CC-A020-4338-87F9-D481C103E431}" dt="2025-08-17T18:41:02.660" v="1402" actId="5793"/>
          <ac:spMkLst>
            <pc:docMk/>
            <pc:sldMk cId="1726554397" sldId="431"/>
            <ac:spMk id="20482" creationId="{DA623730-44A2-7876-7832-2E4BB653C41A}"/>
          </ac:spMkLst>
        </pc:spChg>
        <pc:grpChg chg="add mod">
          <ac:chgData name="Beets, Simone (Dr) (Summerstrand Campus South)" userId="a9ed24f3-f7e1-440a-a32f-a1285e0bd405" providerId="ADAL" clId="{3F78B3CC-A020-4338-87F9-D481C103E431}" dt="2025-08-17T19:10:51.280" v="4147" actId="207"/>
          <ac:grpSpMkLst>
            <pc:docMk/>
            <pc:sldMk cId="1726554397" sldId="431"/>
            <ac:grpSpMk id="4" creationId="{CBFDACD0-0321-4F79-8150-977A47D8E473}"/>
          </ac:grpSpMkLst>
        </pc:grpChg>
        <pc:grpChg chg="mod">
          <ac:chgData name="Beets, Simone (Dr) (Summerstrand Campus South)" userId="a9ed24f3-f7e1-440a-a32f-a1285e0bd405" providerId="ADAL" clId="{3F78B3CC-A020-4338-87F9-D481C103E431}" dt="2025-08-17T19:10:51.280" v="4147" actId="207"/>
          <ac:grpSpMkLst>
            <pc:docMk/>
            <pc:sldMk cId="1726554397" sldId="431"/>
            <ac:grpSpMk id="5" creationId="{821FAB11-7C67-41EF-BD31-E4308EBD3EC2}"/>
          </ac:grpSpMkLst>
        </pc:grpChg>
        <pc:grpChg chg="mod">
          <ac:chgData name="Beets, Simone (Dr) (Summerstrand Campus South)" userId="a9ed24f3-f7e1-440a-a32f-a1285e0bd405" providerId="ADAL" clId="{3F78B3CC-A020-4338-87F9-D481C103E431}" dt="2025-08-17T19:10:51.280" v="4147" actId="207"/>
          <ac:grpSpMkLst>
            <pc:docMk/>
            <pc:sldMk cId="1726554397" sldId="431"/>
            <ac:grpSpMk id="10" creationId="{C6CCC73B-CD10-4D12-A334-1C6C6C3BD61D}"/>
          </ac:grpSpMkLst>
        </pc:grpChg>
        <pc:graphicFrameChg chg="del">
          <ac:chgData name="Beets, Simone (Dr) (Summerstrand Campus South)" userId="a9ed24f3-f7e1-440a-a32f-a1285e0bd405" providerId="ADAL" clId="{3F78B3CC-A020-4338-87F9-D481C103E431}" dt="2025-08-17T18:41:00.954" v="1398" actId="478"/>
          <ac:graphicFrameMkLst>
            <pc:docMk/>
            <pc:sldMk cId="1726554397" sldId="431"/>
            <ac:graphicFrameMk id="2" creationId="{82F42479-E930-4AED-ABCB-9193DB301120}"/>
          </ac:graphicFrameMkLst>
        </pc:graphicFrameChg>
        <pc:cxnChg chg="mod">
          <ac:chgData name="Beets, Simone (Dr) (Summerstrand Campus South)" userId="a9ed24f3-f7e1-440a-a32f-a1285e0bd405" providerId="ADAL" clId="{3F78B3CC-A020-4338-87F9-D481C103E431}" dt="2025-08-17T19:13:24.950" v="4157" actId="693"/>
          <ac:cxnSpMkLst>
            <pc:docMk/>
            <pc:sldMk cId="1726554397" sldId="431"/>
            <ac:cxnSpMk id="6" creationId="{F81E7C59-076D-49CC-98D3-827EF07B2C35}"/>
          </ac:cxnSpMkLst>
        </pc:cxnChg>
        <pc:cxnChg chg="mod">
          <ac:chgData name="Beets, Simone (Dr) (Summerstrand Campus South)" userId="a9ed24f3-f7e1-440a-a32f-a1285e0bd405" providerId="ADAL" clId="{3F78B3CC-A020-4338-87F9-D481C103E431}" dt="2025-08-17T19:10:51.280" v="4147" actId="207"/>
          <ac:cxnSpMkLst>
            <pc:docMk/>
            <pc:sldMk cId="1726554397" sldId="431"/>
            <ac:cxnSpMk id="8" creationId="{6EE859CA-8688-473E-9248-9132786D1CCC}"/>
          </ac:cxnSpMkLst>
        </pc:cxnChg>
        <pc:cxnChg chg="mod">
          <ac:chgData name="Beets, Simone (Dr) (Summerstrand Campus South)" userId="a9ed24f3-f7e1-440a-a32f-a1285e0bd405" providerId="ADAL" clId="{3F78B3CC-A020-4338-87F9-D481C103E431}" dt="2025-08-17T19:12:07.862" v="4152" actId="255"/>
          <ac:cxnSpMkLst>
            <pc:docMk/>
            <pc:sldMk cId="1726554397" sldId="431"/>
            <ac:cxnSpMk id="14" creationId="{88290CDB-802B-4542-BBD4-FDFBDE821ACA}"/>
          </ac:cxnSpMkLst>
        </pc:cxnChg>
        <pc:cxnChg chg="mod">
          <ac:chgData name="Beets, Simone (Dr) (Summerstrand Campus South)" userId="a9ed24f3-f7e1-440a-a32f-a1285e0bd405" providerId="ADAL" clId="{3F78B3CC-A020-4338-87F9-D481C103E431}" dt="2025-08-17T19:12:07.862" v="4152" actId="255"/>
          <ac:cxnSpMkLst>
            <pc:docMk/>
            <pc:sldMk cId="1726554397" sldId="431"/>
            <ac:cxnSpMk id="24" creationId="{C60B3462-4706-47CE-96A4-55475B132C57}"/>
          </ac:cxnSpMkLst>
        </pc:cxnChg>
        <pc:cxnChg chg="mod">
          <ac:chgData name="Beets, Simone (Dr) (Summerstrand Campus South)" userId="a9ed24f3-f7e1-440a-a32f-a1285e0bd405" providerId="ADAL" clId="{3F78B3CC-A020-4338-87F9-D481C103E431}" dt="2025-08-17T19:12:07.862" v="4152" actId="255"/>
          <ac:cxnSpMkLst>
            <pc:docMk/>
            <pc:sldMk cId="1726554397" sldId="431"/>
            <ac:cxnSpMk id="25" creationId="{A35A9C49-AA68-4A6D-A629-C37EEA5E95CE}"/>
          </ac:cxnSpMkLst>
        </pc:cxnChg>
      </pc:sldChg>
      <pc:sldChg chg="addSp delSp modSp add mod ord">
        <pc:chgData name="Beets, Simone (Dr) (Summerstrand Campus South)" userId="a9ed24f3-f7e1-440a-a32f-a1285e0bd405" providerId="ADAL" clId="{3F78B3CC-A020-4338-87F9-D481C103E431}" dt="2025-08-17T19:22:53.646" v="4265" actId="14734"/>
        <pc:sldMkLst>
          <pc:docMk/>
          <pc:sldMk cId="2733114135" sldId="432"/>
        </pc:sldMkLst>
        <pc:spChg chg="mod">
          <ac:chgData name="Beets, Simone (Dr) (Summerstrand Campus South)" userId="a9ed24f3-f7e1-440a-a32f-a1285e0bd405" providerId="ADAL" clId="{3F78B3CC-A020-4338-87F9-D481C103E431}" dt="2025-08-17T18:42:06.967" v="1441"/>
          <ac:spMkLst>
            <pc:docMk/>
            <pc:sldMk cId="2733114135" sldId="432"/>
            <ac:spMk id="20482" creationId="{DA623730-44A2-7876-7832-2E4BB653C41A}"/>
          </ac:spMkLst>
        </pc:spChg>
        <pc:graphicFrameChg chg="del">
          <ac:chgData name="Beets, Simone (Dr) (Summerstrand Campus South)" userId="a9ed24f3-f7e1-440a-a32f-a1285e0bd405" providerId="ADAL" clId="{3F78B3CC-A020-4338-87F9-D481C103E431}" dt="2025-08-17T18:41:45.502" v="1411" actId="478"/>
          <ac:graphicFrameMkLst>
            <pc:docMk/>
            <pc:sldMk cId="2733114135" sldId="432"/>
            <ac:graphicFrameMk id="2" creationId="{82F42479-E930-4AED-ABCB-9193DB301120}"/>
          </ac:graphicFrameMkLst>
        </pc:graphicFrameChg>
        <pc:graphicFrameChg chg="add mod modGraphic">
          <ac:chgData name="Beets, Simone (Dr) (Summerstrand Campus South)" userId="a9ed24f3-f7e1-440a-a32f-a1285e0bd405" providerId="ADAL" clId="{3F78B3CC-A020-4338-87F9-D481C103E431}" dt="2025-08-17T19:22:53.646" v="4265" actId="14734"/>
          <ac:graphicFrameMkLst>
            <pc:docMk/>
            <pc:sldMk cId="2733114135" sldId="432"/>
            <ac:graphicFrameMk id="3" creationId="{097A01BB-F683-4EE6-B739-BBCF9FA49547}"/>
          </ac:graphicFrameMkLst>
        </pc:graphicFrameChg>
      </pc:sldChg>
      <pc:sldChg chg="delSp modSp add mod ord modAnim modNotesTx">
        <pc:chgData name="Beets, Simone (Dr) (Summerstrand Campus South)" userId="a9ed24f3-f7e1-440a-a32f-a1285e0bd405" providerId="ADAL" clId="{3F78B3CC-A020-4338-87F9-D481C103E431}" dt="2025-08-17T20:58:19.690" v="11109" actId="20577"/>
        <pc:sldMkLst>
          <pc:docMk/>
          <pc:sldMk cId="2029043050" sldId="433"/>
        </pc:sldMkLst>
        <pc:spChg chg="mod">
          <ac:chgData name="Beets, Simone (Dr) (Summerstrand Campus South)" userId="a9ed24f3-f7e1-440a-a32f-a1285e0bd405" providerId="ADAL" clId="{3F78B3CC-A020-4338-87F9-D481C103E431}" dt="2025-08-17T18:44:18.077" v="1480" actId="20577"/>
          <ac:spMkLst>
            <pc:docMk/>
            <pc:sldMk cId="2029043050" sldId="433"/>
            <ac:spMk id="20482" creationId="{DA623730-44A2-7876-7832-2E4BB653C41A}"/>
          </ac:spMkLst>
        </pc:spChg>
        <pc:spChg chg="mod">
          <ac:chgData name="Beets, Simone (Dr) (Summerstrand Campus South)" userId="a9ed24f3-f7e1-440a-a32f-a1285e0bd405" providerId="ADAL" clId="{3F78B3CC-A020-4338-87F9-D481C103E431}" dt="2025-08-17T18:46:06.209" v="1953" actId="20577"/>
          <ac:spMkLst>
            <pc:docMk/>
            <pc:sldMk cId="2029043050" sldId="433"/>
            <ac:spMk id="20483" creationId="{6CF76C83-9628-82EB-EEC2-12037642C096}"/>
          </ac:spMkLst>
        </pc:spChg>
        <pc:picChg chg="del">
          <ac:chgData name="Beets, Simone (Dr) (Summerstrand Campus South)" userId="a9ed24f3-f7e1-440a-a32f-a1285e0bd405" providerId="ADAL" clId="{3F78B3CC-A020-4338-87F9-D481C103E431}" dt="2025-08-17T18:44:19.777" v="1481" actId="478"/>
          <ac:picMkLst>
            <pc:docMk/>
            <pc:sldMk cId="2029043050" sldId="433"/>
            <ac:picMk id="4" creationId="{133FDF8E-109E-402D-B921-AAE1BC5078E3}"/>
          </ac:picMkLst>
        </pc:picChg>
      </pc:sldChg>
      <pc:sldChg chg="modSp add modAnim modNotesTx">
        <pc:chgData name="Beets, Simone (Dr) (Summerstrand Campus South)" userId="a9ed24f3-f7e1-440a-a32f-a1285e0bd405" providerId="ADAL" clId="{3F78B3CC-A020-4338-87F9-D481C103E431}" dt="2025-08-17T20:40:32.920" v="9103" actId="20577"/>
        <pc:sldMkLst>
          <pc:docMk/>
          <pc:sldMk cId="1595903990" sldId="434"/>
        </pc:sldMkLst>
        <pc:spChg chg="mod">
          <ac:chgData name="Beets, Simone (Dr) (Summerstrand Campus South)" userId="a9ed24f3-f7e1-440a-a32f-a1285e0bd405" providerId="ADAL" clId="{3F78B3CC-A020-4338-87F9-D481C103E431}" dt="2025-08-17T20:01:54.352" v="6214" actId="20577"/>
          <ac:spMkLst>
            <pc:docMk/>
            <pc:sldMk cId="1595903990" sldId="434"/>
            <ac:spMk id="20483" creationId="{6CF76C83-9628-82EB-EEC2-12037642C096}"/>
          </ac:spMkLst>
        </pc:spChg>
      </pc:sldChg>
      <pc:sldChg chg="addSp delSp modSp add mod modAnim modNotesTx">
        <pc:chgData name="Beets, Simone (Dr) (Summerstrand Campus South)" userId="a9ed24f3-f7e1-440a-a32f-a1285e0bd405" providerId="ADAL" clId="{3F78B3CC-A020-4338-87F9-D481C103E431}" dt="2025-08-17T20:41:39.168" v="9209" actId="20577"/>
        <pc:sldMkLst>
          <pc:docMk/>
          <pc:sldMk cId="2119800489" sldId="435"/>
        </pc:sldMkLst>
        <pc:spChg chg="add del mod">
          <ac:chgData name="Beets, Simone (Dr) (Summerstrand Campus South)" userId="a9ed24f3-f7e1-440a-a32f-a1285e0bd405" providerId="ADAL" clId="{3F78B3CC-A020-4338-87F9-D481C103E431}" dt="2025-08-17T18:47:41.065" v="2215" actId="478"/>
          <ac:spMkLst>
            <pc:docMk/>
            <pc:sldMk cId="2119800489" sldId="435"/>
            <ac:spMk id="2" creationId="{207650E6-E539-42F7-9E97-3746A447935B}"/>
          </ac:spMkLst>
        </pc:spChg>
        <pc:spChg chg="mod">
          <ac:chgData name="Beets, Simone (Dr) (Summerstrand Campus South)" userId="a9ed24f3-f7e1-440a-a32f-a1285e0bd405" providerId="ADAL" clId="{3F78B3CC-A020-4338-87F9-D481C103E431}" dt="2025-08-17T19:18:12.851" v="4197" actId="208"/>
          <ac:spMkLst>
            <pc:docMk/>
            <pc:sldMk cId="2119800489" sldId="435"/>
            <ac:spMk id="6" creationId="{57E08415-9F2B-4923-B37E-E6F4A5102D98}"/>
          </ac:spMkLst>
        </pc:spChg>
        <pc:spChg chg="mod">
          <ac:chgData name="Beets, Simone (Dr) (Summerstrand Campus South)" userId="a9ed24f3-f7e1-440a-a32f-a1285e0bd405" providerId="ADAL" clId="{3F78B3CC-A020-4338-87F9-D481C103E431}" dt="2025-08-17T19:18:12.851" v="4197" actId="208"/>
          <ac:spMkLst>
            <pc:docMk/>
            <pc:sldMk cId="2119800489" sldId="435"/>
            <ac:spMk id="7" creationId="{68E37456-097A-40DA-BA4F-7167C7B4E166}"/>
          </ac:spMkLst>
        </pc:spChg>
        <pc:spChg chg="mod">
          <ac:chgData name="Beets, Simone (Dr) (Summerstrand Campus South)" userId="a9ed24f3-f7e1-440a-a32f-a1285e0bd405" providerId="ADAL" clId="{3F78B3CC-A020-4338-87F9-D481C103E431}" dt="2025-08-17T19:18:12.851" v="4197" actId="208"/>
          <ac:spMkLst>
            <pc:docMk/>
            <pc:sldMk cId="2119800489" sldId="435"/>
            <ac:spMk id="8" creationId="{41F1621F-E90B-4D96-806D-DFC03163792B}"/>
          </ac:spMkLst>
        </pc:spChg>
        <pc:spChg chg="mod">
          <ac:chgData name="Beets, Simone (Dr) (Summerstrand Campus South)" userId="a9ed24f3-f7e1-440a-a32f-a1285e0bd405" providerId="ADAL" clId="{3F78B3CC-A020-4338-87F9-D481C103E431}" dt="2025-08-17T19:18:12.851" v="4197" actId="208"/>
          <ac:spMkLst>
            <pc:docMk/>
            <pc:sldMk cId="2119800489" sldId="435"/>
            <ac:spMk id="11" creationId="{F7DBBB48-959D-496A-9E5A-2E7D39B9DE0C}"/>
          </ac:spMkLst>
        </pc:spChg>
        <pc:spChg chg="mod">
          <ac:chgData name="Beets, Simone (Dr) (Summerstrand Campus South)" userId="a9ed24f3-f7e1-440a-a32f-a1285e0bd405" providerId="ADAL" clId="{3F78B3CC-A020-4338-87F9-D481C103E431}" dt="2025-08-17T19:18:12.851" v="4197" actId="208"/>
          <ac:spMkLst>
            <pc:docMk/>
            <pc:sldMk cId="2119800489" sldId="435"/>
            <ac:spMk id="12" creationId="{AF7BA40E-E1BD-4DDA-BD4B-B7E4CE6EAEFA}"/>
          </ac:spMkLst>
        </pc:spChg>
        <pc:spChg chg="mod">
          <ac:chgData name="Beets, Simone (Dr) (Summerstrand Campus South)" userId="a9ed24f3-f7e1-440a-a32f-a1285e0bd405" providerId="ADAL" clId="{3F78B3CC-A020-4338-87F9-D481C103E431}" dt="2025-08-17T19:18:12.851" v="4197" actId="208"/>
          <ac:spMkLst>
            <pc:docMk/>
            <pc:sldMk cId="2119800489" sldId="435"/>
            <ac:spMk id="13" creationId="{2009BC80-D7BA-4271-8650-24438EA2BB49}"/>
          </ac:spMkLst>
        </pc:spChg>
        <pc:spChg chg="mod">
          <ac:chgData name="Beets, Simone (Dr) (Summerstrand Campus South)" userId="a9ed24f3-f7e1-440a-a32f-a1285e0bd405" providerId="ADAL" clId="{3F78B3CC-A020-4338-87F9-D481C103E431}" dt="2025-08-17T19:18:12.851" v="4197" actId="208"/>
          <ac:spMkLst>
            <pc:docMk/>
            <pc:sldMk cId="2119800489" sldId="435"/>
            <ac:spMk id="14" creationId="{A5F17F18-5439-47B3-8C2B-3E27CA0DA15E}"/>
          </ac:spMkLst>
        </pc:spChg>
        <pc:spChg chg="mod">
          <ac:chgData name="Beets, Simone (Dr) (Summerstrand Campus South)" userId="a9ed24f3-f7e1-440a-a32f-a1285e0bd405" providerId="ADAL" clId="{3F78B3CC-A020-4338-87F9-D481C103E431}" dt="2025-08-17T19:18:12.851" v="4197" actId="208"/>
          <ac:spMkLst>
            <pc:docMk/>
            <pc:sldMk cId="2119800489" sldId="435"/>
            <ac:spMk id="15" creationId="{9A98262B-8223-42B1-94FD-69392AA35185}"/>
          </ac:spMkLst>
        </pc:spChg>
        <pc:spChg chg="mod">
          <ac:chgData name="Beets, Simone (Dr) (Summerstrand Campus South)" userId="a9ed24f3-f7e1-440a-a32f-a1285e0bd405" providerId="ADAL" clId="{3F78B3CC-A020-4338-87F9-D481C103E431}" dt="2025-08-17T19:18:12.851" v="4197" actId="208"/>
          <ac:spMkLst>
            <pc:docMk/>
            <pc:sldMk cId="2119800489" sldId="435"/>
            <ac:spMk id="16" creationId="{F5B449B1-0781-45CA-93F6-C3024B144E2D}"/>
          </ac:spMkLst>
        </pc:spChg>
        <pc:spChg chg="mod">
          <ac:chgData name="Beets, Simone (Dr) (Summerstrand Campus South)" userId="a9ed24f3-f7e1-440a-a32f-a1285e0bd405" providerId="ADAL" clId="{3F78B3CC-A020-4338-87F9-D481C103E431}" dt="2025-08-17T19:18:12.851" v="4197" actId="208"/>
          <ac:spMkLst>
            <pc:docMk/>
            <pc:sldMk cId="2119800489" sldId="435"/>
            <ac:spMk id="17" creationId="{62EBFC42-AD72-4FB8-A3F8-457235585531}"/>
          </ac:spMkLst>
        </pc:spChg>
        <pc:spChg chg="mod">
          <ac:chgData name="Beets, Simone (Dr) (Summerstrand Campus South)" userId="a9ed24f3-f7e1-440a-a32f-a1285e0bd405" providerId="ADAL" clId="{3F78B3CC-A020-4338-87F9-D481C103E431}" dt="2025-08-17T19:18:12.851" v="4197" actId="208"/>
          <ac:spMkLst>
            <pc:docMk/>
            <pc:sldMk cId="2119800489" sldId="435"/>
            <ac:spMk id="18" creationId="{A911589E-EA24-443D-B199-1332C826ECF8}"/>
          </ac:spMkLst>
        </pc:spChg>
        <pc:spChg chg="mod">
          <ac:chgData name="Beets, Simone (Dr) (Summerstrand Campus South)" userId="a9ed24f3-f7e1-440a-a32f-a1285e0bd405" providerId="ADAL" clId="{3F78B3CC-A020-4338-87F9-D481C103E431}" dt="2025-08-17T19:18:35.497" v="4206" actId="1038"/>
          <ac:spMkLst>
            <pc:docMk/>
            <pc:sldMk cId="2119800489" sldId="435"/>
            <ac:spMk id="19" creationId="{7CDFF0B3-76EC-4B52-95FD-9B343BE6EFDB}"/>
          </ac:spMkLst>
        </pc:spChg>
        <pc:spChg chg="mod">
          <ac:chgData name="Beets, Simone (Dr) (Summerstrand Campus South)" userId="a9ed24f3-f7e1-440a-a32f-a1285e0bd405" providerId="ADAL" clId="{3F78B3CC-A020-4338-87F9-D481C103E431}" dt="2025-08-17T19:18:32.121" v="4202" actId="1038"/>
          <ac:spMkLst>
            <pc:docMk/>
            <pc:sldMk cId="2119800489" sldId="435"/>
            <ac:spMk id="20" creationId="{3E7C27AE-DD18-49FA-A772-ACC810ABAA80}"/>
          </ac:spMkLst>
        </pc:spChg>
        <pc:spChg chg="mod">
          <ac:chgData name="Beets, Simone (Dr) (Summerstrand Campus South)" userId="a9ed24f3-f7e1-440a-a32f-a1285e0bd405" providerId="ADAL" clId="{3F78B3CC-A020-4338-87F9-D481C103E431}" dt="2025-08-17T19:18:38.017" v="4209" actId="1038"/>
          <ac:spMkLst>
            <pc:docMk/>
            <pc:sldMk cId="2119800489" sldId="435"/>
            <ac:spMk id="21" creationId="{E4ACC5B3-FCBD-4B2F-BC30-D602CE7B8E78}"/>
          </ac:spMkLst>
        </pc:spChg>
        <pc:spChg chg="mod">
          <ac:chgData name="Beets, Simone (Dr) (Summerstrand Campus South)" userId="a9ed24f3-f7e1-440a-a32f-a1285e0bd405" providerId="ADAL" clId="{3F78B3CC-A020-4338-87F9-D481C103E431}" dt="2025-08-17T19:18:12.851" v="4197" actId="208"/>
          <ac:spMkLst>
            <pc:docMk/>
            <pc:sldMk cId="2119800489" sldId="435"/>
            <ac:spMk id="22" creationId="{6CE2138F-214B-46C9-B9E6-C8443F8897A1}"/>
          </ac:spMkLst>
        </pc:spChg>
        <pc:spChg chg="mod">
          <ac:chgData name="Beets, Simone (Dr) (Summerstrand Campus South)" userId="a9ed24f3-f7e1-440a-a32f-a1285e0bd405" providerId="ADAL" clId="{3F78B3CC-A020-4338-87F9-D481C103E431}" dt="2025-08-17T19:18:12.851" v="4197" actId="208"/>
          <ac:spMkLst>
            <pc:docMk/>
            <pc:sldMk cId="2119800489" sldId="435"/>
            <ac:spMk id="23" creationId="{82413F3B-561D-4FE4-95BC-4EF6E16729A7}"/>
          </ac:spMkLst>
        </pc:spChg>
        <pc:spChg chg="mod">
          <ac:chgData name="Beets, Simone (Dr) (Summerstrand Campus South)" userId="a9ed24f3-f7e1-440a-a32f-a1285e0bd405" providerId="ADAL" clId="{3F78B3CC-A020-4338-87F9-D481C103E431}" dt="2025-08-17T19:18:12.851" v="4197" actId="208"/>
          <ac:spMkLst>
            <pc:docMk/>
            <pc:sldMk cId="2119800489" sldId="435"/>
            <ac:spMk id="24" creationId="{FA965351-9A58-487B-A22E-FA00E2DE8413}"/>
          </ac:spMkLst>
        </pc:spChg>
        <pc:spChg chg="mod">
          <ac:chgData name="Beets, Simone (Dr) (Summerstrand Campus South)" userId="a9ed24f3-f7e1-440a-a32f-a1285e0bd405" providerId="ADAL" clId="{3F78B3CC-A020-4338-87F9-D481C103E431}" dt="2025-08-17T19:19:01.052" v="4212" actId="14100"/>
          <ac:spMkLst>
            <pc:docMk/>
            <pc:sldMk cId="2119800489" sldId="435"/>
            <ac:spMk id="28" creationId="{72BE6833-47E1-4DF8-AA28-DE9DFCC91F32}"/>
          </ac:spMkLst>
        </pc:spChg>
        <pc:spChg chg="add mod ord">
          <ac:chgData name="Beets, Simone (Dr) (Summerstrand Campus South)" userId="a9ed24f3-f7e1-440a-a32f-a1285e0bd405" providerId="ADAL" clId="{3F78B3CC-A020-4338-87F9-D481C103E431}" dt="2025-08-17T20:14:34.071" v="6934" actId="167"/>
          <ac:spMkLst>
            <pc:docMk/>
            <pc:sldMk cId="2119800489" sldId="435"/>
            <ac:spMk id="29" creationId="{E0B4350D-D77A-48AF-A8B3-37DFF1238DE7}"/>
          </ac:spMkLst>
        </pc:spChg>
        <pc:spChg chg="mod">
          <ac:chgData name="Beets, Simone (Dr) (Summerstrand Campus South)" userId="a9ed24f3-f7e1-440a-a32f-a1285e0bd405" providerId="ADAL" clId="{3F78B3CC-A020-4338-87F9-D481C103E431}" dt="2025-08-17T18:47:35.369" v="2213" actId="20577"/>
          <ac:spMkLst>
            <pc:docMk/>
            <pc:sldMk cId="2119800489" sldId="435"/>
            <ac:spMk id="20482" creationId="{DA623730-44A2-7876-7832-2E4BB653C41A}"/>
          </ac:spMkLst>
        </pc:spChg>
        <pc:spChg chg="del">
          <ac:chgData name="Beets, Simone (Dr) (Summerstrand Campus South)" userId="a9ed24f3-f7e1-440a-a32f-a1285e0bd405" providerId="ADAL" clId="{3F78B3CC-A020-4338-87F9-D481C103E431}" dt="2025-08-17T18:47:38.978" v="2214" actId="478"/>
          <ac:spMkLst>
            <pc:docMk/>
            <pc:sldMk cId="2119800489" sldId="435"/>
            <ac:spMk id="20483" creationId="{6CF76C83-9628-82EB-EEC2-12037642C096}"/>
          </ac:spMkLst>
        </pc:spChg>
        <pc:grpChg chg="add mod">
          <ac:chgData name="Beets, Simone (Dr) (Summerstrand Campus South)" userId="a9ed24f3-f7e1-440a-a32f-a1285e0bd405" providerId="ADAL" clId="{3F78B3CC-A020-4338-87F9-D481C103E431}" dt="2025-08-17T19:16:36.570" v="4188" actId="207"/>
          <ac:grpSpMkLst>
            <pc:docMk/>
            <pc:sldMk cId="2119800489" sldId="435"/>
            <ac:grpSpMk id="5" creationId="{DC64B4E3-F431-4218-89C7-5E82F1E3EE28}"/>
          </ac:grpSpMkLst>
        </pc:grpChg>
        <pc:cxnChg chg="mod">
          <ac:chgData name="Beets, Simone (Dr) (Summerstrand Campus South)" userId="a9ed24f3-f7e1-440a-a32f-a1285e0bd405" providerId="ADAL" clId="{3F78B3CC-A020-4338-87F9-D481C103E431}" dt="2025-08-17T19:18:12.851" v="4197" actId="208"/>
          <ac:cxnSpMkLst>
            <pc:docMk/>
            <pc:sldMk cId="2119800489" sldId="435"/>
            <ac:cxnSpMk id="9" creationId="{1586FBAD-194D-4DAC-B19B-6D7E44D8CCE9}"/>
          </ac:cxnSpMkLst>
        </pc:cxnChg>
        <pc:cxnChg chg="mod">
          <ac:chgData name="Beets, Simone (Dr) (Summerstrand Campus South)" userId="a9ed24f3-f7e1-440a-a32f-a1285e0bd405" providerId="ADAL" clId="{3F78B3CC-A020-4338-87F9-D481C103E431}" dt="2025-08-17T19:18:12.851" v="4197" actId="208"/>
          <ac:cxnSpMkLst>
            <pc:docMk/>
            <pc:sldMk cId="2119800489" sldId="435"/>
            <ac:cxnSpMk id="10" creationId="{0F3C7747-454D-47D6-BB54-582BAC09F333}"/>
          </ac:cxnSpMkLst>
        </pc:cxnChg>
        <pc:cxnChg chg="mod">
          <ac:chgData name="Beets, Simone (Dr) (Summerstrand Campus South)" userId="a9ed24f3-f7e1-440a-a32f-a1285e0bd405" providerId="ADAL" clId="{3F78B3CC-A020-4338-87F9-D481C103E431}" dt="2025-08-17T19:18:12.851" v="4197" actId="208"/>
          <ac:cxnSpMkLst>
            <pc:docMk/>
            <pc:sldMk cId="2119800489" sldId="435"/>
            <ac:cxnSpMk id="25" creationId="{A27484F9-44DD-4086-86C0-EA4DAA805086}"/>
          </ac:cxnSpMkLst>
        </pc:cxnChg>
        <pc:cxnChg chg="mod">
          <ac:chgData name="Beets, Simone (Dr) (Summerstrand Campus South)" userId="a9ed24f3-f7e1-440a-a32f-a1285e0bd405" providerId="ADAL" clId="{3F78B3CC-A020-4338-87F9-D481C103E431}" dt="2025-08-17T19:18:16.726" v="4198" actId="208"/>
          <ac:cxnSpMkLst>
            <pc:docMk/>
            <pc:sldMk cId="2119800489" sldId="435"/>
            <ac:cxnSpMk id="26" creationId="{2124F838-8A61-4EA4-A178-EFB7EE57DF33}"/>
          </ac:cxnSpMkLst>
        </pc:cxnChg>
        <pc:cxnChg chg="mod">
          <ac:chgData name="Beets, Simone (Dr) (Summerstrand Campus South)" userId="a9ed24f3-f7e1-440a-a32f-a1285e0bd405" providerId="ADAL" clId="{3F78B3CC-A020-4338-87F9-D481C103E431}" dt="2025-08-17T19:18:12.851" v="4197" actId="208"/>
          <ac:cxnSpMkLst>
            <pc:docMk/>
            <pc:sldMk cId="2119800489" sldId="435"/>
            <ac:cxnSpMk id="27" creationId="{214CB0BB-32F2-44CB-A280-000581717ABA}"/>
          </ac:cxnSpMkLst>
        </pc:cxnChg>
      </pc:sldChg>
      <pc:sldChg chg="addSp delSp modSp add mod modNotesTx">
        <pc:chgData name="Beets, Simone (Dr) (Summerstrand Campus South)" userId="a9ed24f3-f7e1-440a-a32f-a1285e0bd405" providerId="ADAL" clId="{3F78B3CC-A020-4338-87F9-D481C103E431}" dt="2025-08-17T20:42:50.680" v="9307" actId="20577"/>
        <pc:sldMkLst>
          <pc:docMk/>
          <pc:sldMk cId="3405560012" sldId="436"/>
        </pc:sldMkLst>
        <pc:spChg chg="mod">
          <ac:chgData name="Beets, Simone (Dr) (Summerstrand Campus South)" userId="a9ed24f3-f7e1-440a-a32f-a1285e0bd405" providerId="ADAL" clId="{3F78B3CC-A020-4338-87F9-D481C103E431}" dt="2025-08-17T18:48:20.282" v="2255" actId="20577"/>
          <ac:spMkLst>
            <pc:docMk/>
            <pc:sldMk cId="3405560012" sldId="436"/>
            <ac:spMk id="20482" creationId="{DA623730-44A2-7876-7832-2E4BB653C41A}"/>
          </ac:spMkLst>
        </pc:spChg>
        <pc:grpChg chg="del">
          <ac:chgData name="Beets, Simone (Dr) (Summerstrand Campus South)" userId="a9ed24f3-f7e1-440a-a32f-a1285e0bd405" providerId="ADAL" clId="{3F78B3CC-A020-4338-87F9-D481C103E431}" dt="2025-08-17T18:48:12.041" v="2222" actId="478"/>
          <ac:grpSpMkLst>
            <pc:docMk/>
            <pc:sldMk cId="3405560012" sldId="436"/>
            <ac:grpSpMk id="5" creationId="{DC64B4E3-F431-4218-89C7-5E82F1E3EE28}"/>
          </ac:grpSpMkLst>
        </pc:grpChg>
        <pc:graphicFrameChg chg="add mod modGraphic">
          <ac:chgData name="Beets, Simone (Dr) (Summerstrand Campus South)" userId="a9ed24f3-f7e1-440a-a32f-a1285e0bd405" providerId="ADAL" clId="{3F78B3CC-A020-4338-87F9-D481C103E431}" dt="2025-08-17T20:31:16.744" v="8188" actId="20577"/>
          <ac:graphicFrameMkLst>
            <pc:docMk/>
            <pc:sldMk cId="3405560012" sldId="436"/>
            <ac:graphicFrameMk id="2" creationId="{666E99F5-A60D-428F-BDFB-4853D5A34354}"/>
          </ac:graphicFrameMkLst>
        </pc:graphicFrameChg>
        <pc:cxnChg chg="mod">
          <ac:chgData name="Beets, Simone (Dr) (Summerstrand Campus South)" userId="a9ed24f3-f7e1-440a-a32f-a1285e0bd405" providerId="ADAL" clId="{3F78B3CC-A020-4338-87F9-D481C103E431}" dt="2025-08-17T18:48:12.041" v="2222" actId="478"/>
          <ac:cxnSpMkLst>
            <pc:docMk/>
            <pc:sldMk cId="3405560012" sldId="436"/>
            <ac:cxnSpMk id="9" creationId="{1586FBAD-194D-4DAC-B19B-6D7E44D8CCE9}"/>
          </ac:cxnSpMkLst>
        </pc:cxnChg>
        <pc:cxnChg chg="mod">
          <ac:chgData name="Beets, Simone (Dr) (Summerstrand Campus South)" userId="a9ed24f3-f7e1-440a-a32f-a1285e0bd405" providerId="ADAL" clId="{3F78B3CC-A020-4338-87F9-D481C103E431}" dt="2025-08-17T18:48:12.041" v="2222" actId="478"/>
          <ac:cxnSpMkLst>
            <pc:docMk/>
            <pc:sldMk cId="3405560012" sldId="436"/>
            <ac:cxnSpMk id="10" creationId="{0F3C7747-454D-47D6-BB54-582BAC09F333}"/>
          </ac:cxnSpMkLst>
        </pc:cxnChg>
        <pc:cxnChg chg="mod">
          <ac:chgData name="Beets, Simone (Dr) (Summerstrand Campus South)" userId="a9ed24f3-f7e1-440a-a32f-a1285e0bd405" providerId="ADAL" clId="{3F78B3CC-A020-4338-87F9-D481C103E431}" dt="2025-08-17T18:48:12.041" v="2222" actId="478"/>
          <ac:cxnSpMkLst>
            <pc:docMk/>
            <pc:sldMk cId="3405560012" sldId="436"/>
            <ac:cxnSpMk id="25" creationId="{A27484F9-44DD-4086-86C0-EA4DAA805086}"/>
          </ac:cxnSpMkLst>
        </pc:cxnChg>
        <pc:cxnChg chg="mod">
          <ac:chgData name="Beets, Simone (Dr) (Summerstrand Campus South)" userId="a9ed24f3-f7e1-440a-a32f-a1285e0bd405" providerId="ADAL" clId="{3F78B3CC-A020-4338-87F9-D481C103E431}" dt="2025-08-17T18:48:12.041" v="2222" actId="478"/>
          <ac:cxnSpMkLst>
            <pc:docMk/>
            <pc:sldMk cId="3405560012" sldId="436"/>
            <ac:cxnSpMk id="26" creationId="{2124F838-8A61-4EA4-A178-EFB7EE57DF33}"/>
          </ac:cxnSpMkLst>
        </pc:cxnChg>
        <pc:cxnChg chg="mod">
          <ac:chgData name="Beets, Simone (Dr) (Summerstrand Campus South)" userId="a9ed24f3-f7e1-440a-a32f-a1285e0bd405" providerId="ADAL" clId="{3F78B3CC-A020-4338-87F9-D481C103E431}" dt="2025-08-17T18:48:12.041" v="2222" actId="478"/>
          <ac:cxnSpMkLst>
            <pc:docMk/>
            <pc:sldMk cId="3405560012" sldId="436"/>
            <ac:cxnSpMk id="27" creationId="{214CB0BB-32F2-44CB-A280-000581717ABA}"/>
          </ac:cxnSpMkLst>
        </pc:cxnChg>
      </pc:sldChg>
      <pc:sldChg chg="addSp delSp modSp add mod ord modAnim modNotesTx">
        <pc:chgData name="Beets, Simone (Dr) (Summerstrand Campus South)" userId="a9ed24f3-f7e1-440a-a32f-a1285e0bd405" providerId="ADAL" clId="{3F78B3CC-A020-4338-87F9-D481C103E431}" dt="2025-08-17T20:46:29.479" v="9350" actId="12"/>
        <pc:sldMkLst>
          <pc:docMk/>
          <pc:sldMk cId="3195471959" sldId="437"/>
        </pc:sldMkLst>
        <pc:spChg chg="add del mod">
          <ac:chgData name="Beets, Simone (Dr) (Summerstrand Campus South)" userId="a9ed24f3-f7e1-440a-a32f-a1285e0bd405" providerId="ADAL" clId="{3F78B3CC-A020-4338-87F9-D481C103E431}" dt="2025-08-17T18:54:21.140" v="2878" actId="21"/>
          <ac:spMkLst>
            <pc:docMk/>
            <pc:sldMk cId="3195471959" sldId="437"/>
            <ac:spMk id="4" creationId="{47407D77-7336-44B3-8E79-C58FC328E2FE}"/>
          </ac:spMkLst>
        </pc:spChg>
        <pc:spChg chg="mod">
          <ac:chgData name="Beets, Simone (Dr) (Summerstrand Campus South)" userId="a9ed24f3-f7e1-440a-a32f-a1285e0bd405" providerId="ADAL" clId="{3F78B3CC-A020-4338-87F9-D481C103E431}" dt="2025-08-17T18:49:57.002" v="2311" actId="20577"/>
          <ac:spMkLst>
            <pc:docMk/>
            <pc:sldMk cId="3195471959" sldId="437"/>
            <ac:spMk id="20482" creationId="{DA623730-44A2-7876-7832-2E4BB653C41A}"/>
          </ac:spMkLst>
        </pc:spChg>
        <pc:spChg chg="mod">
          <ac:chgData name="Beets, Simone (Dr) (Summerstrand Campus South)" userId="a9ed24f3-f7e1-440a-a32f-a1285e0bd405" providerId="ADAL" clId="{3F78B3CC-A020-4338-87F9-D481C103E431}" dt="2025-08-17T20:44:46.208" v="9334" actId="14"/>
          <ac:spMkLst>
            <pc:docMk/>
            <pc:sldMk cId="3195471959" sldId="437"/>
            <ac:spMk id="20483" creationId="{6CF76C83-9628-82EB-EEC2-12037642C096}"/>
          </ac:spMkLst>
        </pc:spChg>
      </pc:sldChg>
      <pc:sldChg chg="addSp modSp add mod modAnim modNotesTx">
        <pc:chgData name="Beets, Simone (Dr) (Summerstrand Campus South)" userId="a9ed24f3-f7e1-440a-a32f-a1285e0bd405" providerId="ADAL" clId="{3F78B3CC-A020-4338-87F9-D481C103E431}" dt="2025-08-17T19:30:16.467" v="4381" actId="6549"/>
        <pc:sldMkLst>
          <pc:docMk/>
          <pc:sldMk cId="2028072106" sldId="438"/>
        </pc:sldMkLst>
        <pc:spChg chg="mod">
          <ac:chgData name="Beets, Simone (Dr) (Summerstrand Campus South)" userId="a9ed24f3-f7e1-440a-a32f-a1285e0bd405" providerId="ADAL" clId="{3F78B3CC-A020-4338-87F9-D481C103E431}" dt="2025-08-17T19:24:41.161" v="4309" actId="20577"/>
          <ac:spMkLst>
            <pc:docMk/>
            <pc:sldMk cId="2028072106" sldId="438"/>
            <ac:spMk id="3" creationId="{2D7CFFAC-EAEC-A4A5-23FB-B3200E4B3C34}"/>
          </ac:spMkLst>
        </pc:spChg>
        <pc:spChg chg="add mod">
          <ac:chgData name="Beets, Simone (Dr) (Summerstrand Campus South)" userId="a9ed24f3-f7e1-440a-a32f-a1285e0bd405" providerId="ADAL" clId="{3F78B3CC-A020-4338-87F9-D481C103E431}" dt="2025-08-17T19:24:55.431" v="4312" actId="14100"/>
          <ac:spMkLst>
            <pc:docMk/>
            <pc:sldMk cId="2028072106" sldId="438"/>
            <ac:spMk id="4" creationId="{726D9F2C-399E-4976-B9F6-A8C4EFCE7D12}"/>
          </ac:spMkLst>
        </pc:spChg>
      </pc:sldChg>
      <pc:sldChg chg="addSp delSp modSp add mod ord modAnim modNotesTx">
        <pc:chgData name="Beets, Simone (Dr) (Summerstrand Campus South)" userId="a9ed24f3-f7e1-440a-a32f-a1285e0bd405" providerId="ADAL" clId="{3F78B3CC-A020-4338-87F9-D481C103E431}" dt="2025-08-17T20:47:45.768" v="9631" actId="20577"/>
        <pc:sldMkLst>
          <pc:docMk/>
          <pc:sldMk cId="3550024411" sldId="439"/>
        </pc:sldMkLst>
        <pc:spChg chg="add mod">
          <ac:chgData name="Beets, Simone (Dr) (Summerstrand Campus South)" userId="a9ed24f3-f7e1-440a-a32f-a1285e0bd405" providerId="ADAL" clId="{3F78B3CC-A020-4338-87F9-D481C103E431}" dt="2025-08-17T19:26:23.611" v="4327" actId="1076"/>
          <ac:spMkLst>
            <pc:docMk/>
            <pc:sldMk cId="3550024411" sldId="439"/>
            <ac:spMk id="4" creationId="{A062A644-0668-409D-87FD-D0B6CC7D5C77}"/>
          </ac:spMkLst>
        </pc:spChg>
        <pc:spChg chg="add del mod">
          <ac:chgData name="Beets, Simone (Dr) (Summerstrand Campus South)" userId="a9ed24f3-f7e1-440a-a32f-a1285e0bd405" providerId="ADAL" clId="{3F78B3CC-A020-4338-87F9-D481C103E431}" dt="2025-08-17T19:27:13.777" v="4337" actId="478"/>
          <ac:spMkLst>
            <pc:docMk/>
            <pc:sldMk cId="3550024411" sldId="439"/>
            <ac:spMk id="5" creationId="{104CA11D-AE74-4A28-8AD9-6E2703039AEB}"/>
          </ac:spMkLst>
        </pc:spChg>
        <pc:spChg chg="mod">
          <ac:chgData name="Beets, Simone (Dr) (Summerstrand Campus South)" userId="a9ed24f3-f7e1-440a-a32f-a1285e0bd405" providerId="ADAL" clId="{3F78B3CC-A020-4338-87F9-D481C103E431}" dt="2025-08-17T19:25:40.954" v="4320" actId="207"/>
          <ac:spMkLst>
            <pc:docMk/>
            <pc:sldMk cId="3550024411" sldId="439"/>
            <ac:spMk id="8" creationId="{FBE7CC89-FAAD-438E-818E-CBBBE16A8231}"/>
          </ac:spMkLst>
        </pc:spChg>
        <pc:spChg chg="mod">
          <ac:chgData name="Beets, Simone (Dr) (Summerstrand Campus South)" userId="a9ed24f3-f7e1-440a-a32f-a1285e0bd405" providerId="ADAL" clId="{3F78B3CC-A020-4338-87F9-D481C103E431}" dt="2025-08-17T19:25:40.954" v="4320" actId="207"/>
          <ac:spMkLst>
            <pc:docMk/>
            <pc:sldMk cId="3550024411" sldId="439"/>
            <ac:spMk id="9" creationId="{17CABC1B-7894-491B-86DC-84E87C8A9232}"/>
          </ac:spMkLst>
        </pc:spChg>
        <pc:spChg chg="del mod">
          <ac:chgData name="Beets, Simone (Dr) (Summerstrand Campus South)" userId="a9ed24f3-f7e1-440a-a32f-a1285e0bd405" providerId="ADAL" clId="{3F78B3CC-A020-4338-87F9-D481C103E431}" dt="2025-08-17T20:32:28.760" v="8191" actId="478"/>
          <ac:spMkLst>
            <pc:docMk/>
            <pc:sldMk cId="3550024411" sldId="439"/>
            <ac:spMk id="10" creationId="{F5C8FE58-D86B-477A-ADE3-525F4388CE04}"/>
          </ac:spMkLst>
        </pc:spChg>
        <pc:spChg chg="mod">
          <ac:chgData name="Beets, Simone (Dr) (Summerstrand Campus South)" userId="a9ed24f3-f7e1-440a-a32f-a1285e0bd405" providerId="ADAL" clId="{3F78B3CC-A020-4338-87F9-D481C103E431}" dt="2025-08-17T19:25:40.954" v="4320" actId="207"/>
          <ac:spMkLst>
            <pc:docMk/>
            <pc:sldMk cId="3550024411" sldId="439"/>
            <ac:spMk id="12" creationId="{894836B0-7713-4376-9A0E-30B812E4844F}"/>
          </ac:spMkLst>
        </pc:spChg>
        <pc:spChg chg="mod">
          <ac:chgData name="Beets, Simone (Dr) (Summerstrand Campus South)" userId="a9ed24f3-f7e1-440a-a32f-a1285e0bd405" providerId="ADAL" clId="{3F78B3CC-A020-4338-87F9-D481C103E431}" dt="2025-08-17T19:25:40.954" v="4320" actId="207"/>
          <ac:spMkLst>
            <pc:docMk/>
            <pc:sldMk cId="3550024411" sldId="439"/>
            <ac:spMk id="13" creationId="{EBF6D87A-1132-45C9-9C47-A9E98E02A694}"/>
          </ac:spMkLst>
        </pc:spChg>
        <pc:spChg chg="del mod">
          <ac:chgData name="Beets, Simone (Dr) (Summerstrand Campus South)" userId="a9ed24f3-f7e1-440a-a32f-a1285e0bd405" providerId="ADAL" clId="{3F78B3CC-A020-4338-87F9-D481C103E431}" dt="2025-08-17T20:32:27.201" v="8190" actId="478"/>
          <ac:spMkLst>
            <pc:docMk/>
            <pc:sldMk cId="3550024411" sldId="439"/>
            <ac:spMk id="14" creationId="{8DA3A68E-1807-41D5-880F-0200FAE1AAC9}"/>
          </ac:spMkLst>
        </pc:spChg>
        <pc:spChg chg="del mod">
          <ac:chgData name="Beets, Simone (Dr) (Summerstrand Campus South)" userId="a9ed24f3-f7e1-440a-a32f-a1285e0bd405" providerId="ADAL" clId="{3F78B3CC-A020-4338-87F9-D481C103E431}" dt="2025-08-17T20:32:32.944" v="8194" actId="478"/>
          <ac:spMkLst>
            <pc:docMk/>
            <pc:sldMk cId="3550024411" sldId="439"/>
            <ac:spMk id="15" creationId="{9C85BDE7-A2BC-4A4C-A790-B84CCA72F329}"/>
          </ac:spMkLst>
        </pc:spChg>
        <pc:spChg chg="mod">
          <ac:chgData name="Beets, Simone (Dr) (Summerstrand Campus South)" userId="a9ed24f3-f7e1-440a-a32f-a1285e0bd405" providerId="ADAL" clId="{3F78B3CC-A020-4338-87F9-D481C103E431}" dt="2025-08-17T19:25:40.954" v="4320" actId="207"/>
          <ac:spMkLst>
            <pc:docMk/>
            <pc:sldMk cId="3550024411" sldId="439"/>
            <ac:spMk id="16" creationId="{61F3E746-A17C-4C35-82DB-D1D4097C3267}"/>
          </ac:spMkLst>
        </pc:spChg>
        <pc:spChg chg="mod">
          <ac:chgData name="Beets, Simone (Dr) (Summerstrand Campus South)" userId="a9ed24f3-f7e1-440a-a32f-a1285e0bd405" providerId="ADAL" clId="{3F78B3CC-A020-4338-87F9-D481C103E431}" dt="2025-08-17T19:25:40.954" v="4320" actId="207"/>
          <ac:spMkLst>
            <pc:docMk/>
            <pc:sldMk cId="3550024411" sldId="439"/>
            <ac:spMk id="17" creationId="{5F0BCB00-2993-4AB0-9899-914390687CE8}"/>
          </ac:spMkLst>
        </pc:spChg>
        <pc:spChg chg="add del mod">
          <ac:chgData name="Beets, Simone (Dr) (Summerstrand Campus South)" userId="a9ed24f3-f7e1-440a-a32f-a1285e0bd405" providerId="ADAL" clId="{3F78B3CC-A020-4338-87F9-D481C103E431}" dt="2025-08-17T19:27:16.516" v="4338" actId="21"/>
          <ac:spMkLst>
            <pc:docMk/>
            <pc:sldMk cId="3550024411" sldId="439"/>
            <ac:spMk id="18" creationId="{556A30E0-8ACC-4E55-83F2-9715D0892561}"/>
          </ac:spMkLst>
        </pc:spChg>
        <pc:spChg chg="mod">
          <ac:chgData name="Beets, Simone (Dr) (Summerstrand Campus South)" userId="a9ed24f3-f7e1-440a-a32f-a1285e0bd405" providerId="ADAL" clId="{3F78B3CC-A020-4338-87F9-D481C103E431}" dt="2025-08-17T19:26:15.106" v="4326" actId="207"/>
          <ac:spMkLst>
            <pc:docMk/>
            <pc:sldMk cId="3550024411" sldId="439"/>
            <ac:spMk id="20" creationId="{F7B28C9C-7048-497F-8B02-0D002F57F40C}"/>
          </ac:spMkLst>
        </pc:spChg>
        <pc:spChg chg="mod">
          <ac:chgData name="Beets, Simone (Dr) (Summerstrand Campus South)" userId="a9ed24f3-f7e1-440a-a32f-a1285e0bd405" providerId="ADAL" clId="{3F78B3CC-A020-4338-87F9-D481C103E431}" dt="2025-08-17T19:26:15.106" v="4326" actId="207"/>
          <ac:spMkLst>
            <pc:docMk/>
            <pc:sldMk cId="3550024411" sldId="439"/>
            <ac:spMk id="21" creationId="{0FBD8A83-86F0-4A11-A6AE-9B912838A707}"/>
          </ac:spMkLst>
        </pc:spChg>
        <pc:spChg chg="mod">
          <ac:chgData name="Beets, Simone (Dr) (Summerstrand Campus South)" userId="a9ed24f3-f7e1-440a-a32f-a1285e0bd405" providerId="ADAL" clId="{3F78B3CC-A020-4338-87F9-D481C103E431}" dt="2025-08-17T19:26:15.106" v="4326" actId="207"/>
          <ac:spMkLst>
            <pc:docMk/>
            <pc:sldMk cId="3550024411" sldId="439"/>
            <ac:spMk id="22" creationId="{83CC4D3C-5C94-4641-8EC1-B155847D34B9}"/>
          </ac:spMkLst>
        </pc:spChg>
        <pc:spChg chg="mod">
          <ac:chgData name="Beets, Simone (Dr) (Summerstrand Campus South)" userId="a9ed24f3-f7e1-440a-a32f-a1285e0bd405" providerId="ADAL" clId="{3F78B3CC-A020-4338-87F9-D481C103E431}" dt="2025-08-17T18:55:33.848" v="3023" actId="20577"/>
          <ac:spMkLst>
            <pc:docMk/>
            <pc:sldMk cId="3550024411" sldId="439"/>
            <ac:spMk id="20482" creationId="{DA623730-44A2-7876-7832-2E4BB653C41A}"/>
          </ac:spMkLst>
        </pc:spChg>
        <pc:spChg chg="mod">
          <ac:chgData name="Beets, Simone (Dr) (Summerstrand Campus South)" userId="a9ed24f3-f7e1-440a-a32f-a1285e0bd405" providerId="ADAL" clId="{3F78B3CC-A020-4338-87F9-D481C103E431}" dt="2025-08-17T20:47:45.768" v="9631" actId="20577"/>
          <ac:spMkLst>
            <pc:docMk/>
            <pc:sldMk cId="3550024411" sldId="439"/>
            <ac:spMk id="20483" creationId="{6CF76C83-9628-82EB-EEC2-12037642C096}"/>
          </ac:spMkLst>
        </pc:spChg>
        <pc:grpChg chg="add mod">
          <ac:chgData name="Beets, Simone (Dr) (Summerstrand Campus South)" userId="a9ed24f3-f7e1-440a-a32f-a1285e0bd405" providerId="ADAL" clId="{3F78B3CC-A020-4338-87F9-D481C103E431}" dt="2025-08-17T19:25:40.954" v="4320" actId="207"/>
          <ac:grpSpMkLst>
            <pc:docMk/>
            <pc:sldMk cId="3550024411" sldId="439"/>
            <ac:grpSpMk id="6" creationId="{83E96627-9634-4E1A-8AAE-B300E1014BC1}"/>
          </ac:grpSpMkLst>
        </pc:grpChg>
        <pc:grpChg chg="mod">
          <ac:chgData name="Beets, Simone (Dr) (Summerstrand Campus South)" userId="a9ed24f3-f7e1-440a-a32f-a1285e0bd405" providerId="ADAL" clId="{3F78B3CC-A020-4338-87F9-D481C103E431}" dt="2025-08-17T19:25:40.954" v="4320" actId="207"/>
          <ac:grpSpMkLst>
            <pc:docMk/>
            <pc:sldMk cId="3550024411" sldId="439"/>
            <ac:grpSpMk id="7" creationId="{BD0BB176-4DD4-496D-AD1B-A8BEA71140B5}"/>
          </ac:grpSpMkLst>
        </pc:grpChg>
        <pc:grpChg chg="add del mod">
          <ac:chgData name="Beets, Simone (Dr) (Summerstrand Campus South)" userId="a9ed24f3-f7e1-440a-a32f-a1285e0bd405" providerId="ADAL" clId="{3F78B3CC-A020-4338-87F9-D481C103E431}" dt="2025-08-17T20:33:36.360" v="8210" actId="478"/>
          <ac:grpSpMkLst>
            <pc:docMk/>
            <pc:sldMk cId="3550024411" sldId="439"/>
            <ac:grpSpMk id="19" creationId="{291158F1-80FC-4802-8D88-B5EA225E8057}"/>
          </ac:grpSpMkLst>
        </pc:grpChg>
        <pc:cxnChg chg="del mod">
          <ac:chgData name="Beets, Simone (Dr) (Summerstrand Campus South)" userId="a9ed24f3-f7e1-440a-a32f-a1285e0bd405" providerId="ADAL" clId="{3F78B3CC-A020-4338-87F9-D481C103E431}" dt="2025-08-17T20:32:31.351" v="8192" actId="478"/>
          <ac:cxnSpMkLst>
            <pc:docMk/>
            <pc:sldMk cId="3550024411" sldId="439"/>
            <ac:cxnSpMk id="11" creationId="{02A166C3-056A-4FC3-A180-0C0A63B5A36A}"/>
          </ac:cxnSpMkLst>
        </pc:cxnChg>
      </pc:sldChg>
      <pc:sldChg chg="addSp delSp modSp add mod modAnim modNotesTx">
        <pc:chgData name="Beets, Simone (Dr) (Summerstrand Campus South)" userId="a9ed24f3-f7e1-440a-a32f-a1285e0bd405" providerId="ADAL" clId="{3F78B3CC-A020-4338-87F9-D481C103E431}" dt="2025-08-17T20:52:52.528" v="10679" actId="20577"/>
        <pc:sldMkLst>
          <pc:docMk/>
          <pc:sldMk cId="2526197930" sldId="440"/>
        </pc:sldMkLst>
        <pc:spChg chg="del">
          <ac:chgData name="Beets, Simone (Dr) (Summerstrand Campus South)" userId="a9ed24f3-f7e1-440a-a32f-a1285e0bd405" providerId="ADAL" clId="{3F78B3CC-A020-4338-87F9-D481C103E431}" dt="2025-08-17T19:26:36.681" v="4328" actId="478"/>
          <ac:spMkLst>
            <pc:docMk/>
            <pc:sldMk cId="2526197930" sldId="440"/>
            <ac:spMk id="4" creationId="{A062A644-0668-409D-87FD-D0B6CC7D5C77}"/>
          </ac:spMkLst>
        </pc:spChg>
        <pc:spChg chg="del">
          <ac:chgData name="Beets, Simone (Dr) (Summerstrand Campus South)" userId="a9ed24f3-f7e1-440a-a32f-a1285e0bd405" providerId="ADAL" clId="{3F78B3CC-A020-4338-87F9-D481C103E431}" dt="2025-08-17T19:26:36.681" v="4328" actId="478"/>
          <ac:spMkLst>
            <pc:docMk/>
            <pc:sldMk cId="2526197930" sldId="440"/>
            <ac:spMk id="5" creationId="{104CA11D-AE74-4A28-8AD9-6E2703039AEB}"/>
          </ac:spMkLst>
        </pc:spChg>
        <pc:spChg chg="del">
          <ac:chgData name="Beets, Simone (Dr) (Summerstrand Campus South)" userId="a9ed24f3-f7e1-440a-a32f-a1285e0bd405" providerId="ADAL" clId="{3F78B3CC-A020-4338-87F9-D481C103E431}" dt="2025-08-17T19:26:36.681" v="4328" actId="478"/>
          <ac:spMkLst>
            <pc:docMk/>
            <pc:sldMk cId="2526197930" sldId="440"/>
            <ac:spMk id="18" creationId="{556A30E0-8ACC-4E55-83F2-9715D0892561}"/>
          </ac:spMkLst>
        </pc:spChg>
        <pc:spChg chg="add mod">
          <ac:chgData name="Beets, Simone (Dr) (Summerstrand Campus South)" userId="a9ed24f3-f7e1-440a-a32f-a1285e0bd405" providerId="ADAL" clId="{3F78B3CC-A020-4338-87F9-D481C103E431}" dt="2025-08-17T19:27:04.697" v="4336" actId="1037"/>
          <ac:spMkLst>
            <pc:docMk/>
            <pc:sldMk cId="2526197930" sldId="440"/>
            <ac:spMk id="23" creationId="{E47200E3-BC27-4555-A09E-D18A79010CA8}"/>
          </ac:spMkLst>
        </pc:spChg>
        <pc:spChg chg="mod">
          <ac:chgData name="Beets, Simone (Dr) (Summerstrand Campus South)" userId="a9ed24f3-f7e1-440a-a32f-a1285e0bd405" providerId="ADAL" clId="{3F78B3CC-A020-4338-87F9-D481C103E431}" dt="2025-08-17T19:26:37.159" v="4329"/>
          <ac:spMkLst>
            <pc:docMk/>
            <pc:sldMk cId="2526197930" sldId="440"/>
            <ac:spMk id="26" creationId="{39FC033A-71B1-4521-8565-CAABDD52DB65}"/>
          </ac:spMkLst>
        </pc:spChg>
        <pc:spChg chg="mod">
          <ac:chgData name="Beets, Simone (Dr) (Summerstrand Campus South)" userId="a9ed24f3-f7e1-440a-a32f-a1285e0bd405" providerId="ADAL" clId="{3F78B3CC-A020-4338-87F9-D481C103E431}" dt="2025-08-17T19:26:37.159" v="4329"/>
          <ac:spMkLst>
            <pc:docMk/>
            <pc:sldMk cId="2526197930" sldId="440"/>
            <ac:spMk id="27" creationId="{0156DF7A-1CB7-4C6E-9B72-6BA7D79176F2}"/>
          </ac:spMkLst>
        </pc:spChg>
        <pc:spChg chg="mod">
          <ac:chgData name="Beets, Simone (Dr) (Summerstrand Campus South)" userId="a9ed24f3-f7e1-440a-a32f-a1285e0bd405" providerId="ADAL" clId="{3F78B3CC-A020-4338-87F9-D481C103E431}" dt="2025-08-17T19:26:37.159" v="4329"/>
          <ac:spMkLst>
            <pc:docMk/>
            <pc:sldMk cId="2526197930" sldId="440"/>
            <ac:spMk id="28" creationId="{47C8D675-3059-4101-AB63-AE2D0D3C0D68}"/>
          </ac:spMkLst>
        </pc:spChg>
        <pc:spChg chg="del mod">
          <ac:chgData name="Beets, Simone (Dr) (Summerstrand Campus South)" userId="a9ed24f3-f7e1-440a-a32f-a1285e0bd405" providerId="ADAL" clId="{3F78B3CC-A020-4338-87F9-D481C103E431}" dt="2025-08-17T20:32:43.288" v="8198" actId="478"/>
          <ac:spMkLst>
            <pc:docMk/>
            <pc:sldMk cId="2526197930" sldId="440"/>
            <ac:spMk id="30" creationId="{2C0B25F5-288E-4F28-A2EB-EB9E60845371}"/>
          </ac:spMkLst>
        </pc:spChg>
        <pc:spChg chg="del mod">
          <ac:chgData name="Beets, Simone (Dr) (Summerstrand Campus South)" userId="a9ed24f3-f7e1-440a-a32f-a1285e0bd405" providerId="ADAL" clId="{3F78B3CC-A020-4338-87F9-D481C103E431}" dt="2025-08-17T20:32:38.608" v="8195" actId="478"/>
          <ac:spMkLst>
            <pc:docMk/>
            <pc:sldMk cId="2526197930" sldId="440"/>
            <ac:spMk id="31" creationId="{5FEA8527-A649-47C1-A88F-EFE8F78DB966}"/>
          </ac:spMkLst>
        </pc:spChg>
        <pc:spChg chg="mod">
          <ac:chgData name="Beets, Simone (Dr) (Summerstrand Campus South)" userId="a9ed24f3-f7e1-440a-a32f-a1285e0bd405" providerId="ADAL" clId="{3F78B3CC-A020-4338-87F9-D481C103E431}" dt="2025-08-17T19:26:37.159" v="4329"/>
          <ac:spMkLst>
            <pc:docMk/>
            <pc:sldMk cId="2526197930" sldId="440"/>
            <ac:spMk id="32" creationId="{17C8F6AE-5D15-4214-8EC5-7E091EBC939C}"/>
          </ac:spMkLst>
        </pc:spChg>
        <pc:spChg chg="del mod">
          <ac:chgData name="Beets, Simone (Dr) (Summerstrand Campus South)" userId="a9ed24f3-f7e1-440a-a32f-a1285e0bd405" providerId="ADAL" clId="{3F78B3CC-A020-4338-87F9-D481C103E431}" dt="2025-08-17T20:32:49.575" v="8202" actId="478"/>
          <ac:spMkLst>
            <pc:docMk/>
            <pc:sldMk cId="2526197930" sldId="440"/>
            <ac:spMk id="33" creationId="{E93D4284-619C-4215-B0DC-5EE1A8A7E931}"/>
          </ac:spMkLst>
        </pc:spChg>
        <pc:spChg chg="mod">
          <ac:chgData name="Beets, Simone (Dr) (Summerstrand Campus South)" userId="a9ed24f3-f7e1-440a-a32f-a1285e0bd405" providerId="ADAL" clId="{3F78B3CC-A020-4338-87F9-D481C103E431}" dt="2025-08-17T19:26:37.159" v="4329"/>
          <ac:spMkLst>
            <pc:docMk/>
            <pc:sldMk cId="2526197930" sldId="440"/>
            <ac:spMk id="34" creationId="{D18BC804-333C-4D91-AF02-9B18E3B7B5CC}"/>
          </ac:spMkLst>
        </pc:spChg>
        <pc:spChg chg="mod">
          <ac:chgData name="Beets, Simone (Dr) (Summerstrand Campus South)" userId="a9ed24f3-f7e1-440a-a32f-a1285e0bd405" providerId="ADAL" clId="{3F78B3CC-A020-4338-87F9-D481C103E431}" dt="2025-08-17T19:26:37.159" v="4329"/>
          <ac:spMkLst>
            <pc:docMk/>
            <pc:sldMk cId="2526197930" sldId="440"/>
            <ac:spMk id="35" creationId="{8BD5DE0C-B767-4776-A3AC-50A25FCBBC8F}"/>
          </ac:spMkLst>
        </pc:spChg>
        <pc:spChg chg="add del mod">
          <ac:chgData name="Beets, Simone (Dr) (Summerstrand Campus South)" userId="a9ed24f3-f7e1-440a-a32f-a1285e0bd405" providerId="ADAL" clId="{3F78B3CC-A020-4338-87F9-D481C103E431}" dt="2025-08-17T19:27:45.865" v="4343" actId="478"/>
          <ac:spMkLst>
            <pc:docMk/>
            <pc:sldMk cId="2526197930" sldId="440"/>
            <ac:spMk id="36" creationId="{8053D297-A4B9-4C85-AF49-484261C7D60B}"/>
          </ac:spMkLst>
        </pc:spChg>
        <pc:spChg chg="mod">
          <ac:chgData name="Beets, Simone (Dr) (Summerstrand Campus South)" userId="a9ed24f3-f7e1-440a-a32f-a1285e0bd405" providerId="ADAL" clId="{3F78B3CC-A020-4338-87F9-D481C103E431}" dt="2025-08-17T19:26:37.159" v="4329"/>
          <ac:spMkLst>
            <pc:docMk/>
            <pc:sldMk cId="2526197930" sldId="440"/>
            <ac:spMk id="38" creationId="{483A93BD-066F-4228-95C8-3A82E7833496}"/>
          </ac:spMkLst>
        </pc:spChg>
        <pc:spChg chg="mod">
          <ac:chgData name="Beets, Simone (Dr) (Summerstrand Campus South)" userId="a9ed24f3-f7e1-440a-a32f-a1285e0bd405" providerId="ADAL" clId="{3F78B3CC-A020-4338-87F9-D481C103E431}" dt="2025-08-17T19:26:37.159" v="4329"/>
          <ac:spMkLst>
            <pc:docMk/>
            <pc:sldMk cId="2526197930" sldId="440"/>
            <ac:spMk id="39" creationId="{C19514E5-6569-4D81-870C-445D8E5DC3A1}"/>
          </ac:spMkLst>
        </pc:spChg>
        <pc:spChg chg="mod">
          <ac:chgData name="Beets, Simone (Dr) (Summerstrand Campus South)" userId="a9ed24f3-f7e1-440a-a32f-a1285e0bd405" providerId="ADAL" clId="{3F78B3CC-A020-4338-87F9-D481C103E431}" dt="2025-08-17T19:26:37.159" v="4329"/>
          <ac:spMkLst>
            <pc:docMk/>
            <pc:sldMk cId="2526197930" sldId="440"/>
            <ac:spMk id="40" creationId="{2E922771-0303-4770-9337-35896023BC7F}"/>
          </ac:spMkLst>
        </pc:spChg>
        <pc:spChg chg="mod">
          <ac:chgData name="Beets, Simone (Dr) (Summerstrand Campus South)" userId="a9ed24f3-f7e1-440a-a32f-a1285e0bd405" providerId="ADAL" clId="{3F78B3CC-A020-4338-87F9-D481C103E431}" dt="2025-08-17T18:59:22.145" v="3651" actId="207"/>
          <ac:spMkLst>
            <pc:docMk/>
            <pc:sldMk cId="2526197930" sldId="440"/>
            <ac:spMk id="20483" creationId="{6CF76C83-9628-82EB-EEC2-12037642C096}"/>
          </ac:spMkLst>
        </pc:spChg>
        <pc:grpChg chg="del">
          <ac:chgData name="Beets, Simone (Dr) (Summerstrand Campus South)" userId="a9ed24f3-f7e1-440a-a32f-a1285e0bd405" providerId="ADAL" clId="{3F78B3CC-A020-4338-87F9-D481C103E431}" dt="2025-08-17T19:26:36.681" v="4328" actId="478"/>
          <ac:grpSpMkLst>
            <pc:docMk/>
            <pc:sldMk cId="2526197930" sldId="440"/>
            <ac:grpSpMk id="6" creationId="{83E96627-9634-4E1A-8AAE-B300E1014BC1}"/>
          </ac:grpSpMkLst>
        </pc:grpChg>
        <pc:grpChg chg="del">
          <ac:chgData name="Beets, Simone (Dr) (Summerstrand Campus South)" userId="a9ed24f3-f7e1-440a-a32f-a1285e0bd405" providerId="ADAL" clId="{3F78B3CC-A020-4338-87F9-D481C103E431}" dt="2025-08-17T19:26:36.681" v="4328" actId="478"/>
          <ac:grpSpMkLst>
            <pc:docMk/>
            <pc:sldMk cId="2526197930" sldId="440"/>
            <ac:grpSpMk id="19" creationId="{291158F1-80FC-4802-8D88-B5EA225E8057}"/>
          </ac:grpSpMkLst>
        </pc:grpChg>
        <pc:grpChg chg="add del mod">
          <ac:chgData name="Beets, Simone (Dr) (Summerstrand Campus South)" userId="a9ed24f3-f7e1-440a-a32f-a1285e0bd405" providerId="ADAL" clId="{3F78B3CC-A020-4338-87F9-D481C103E431}" dt="2025-08-17T20:32:47.463" v="8201" actId="478"/>
          <ac:grpSpMkLst>
            <pc:docMk/>
            <pc:sldMk cId="2526197930" sldId="440"/>
            <ac:grpSpMk id="24" creationId="{AA5E14CA-269D-44E8-B94E-F4C26C70DEAE}"/>
          </ac:grpSpMkLst>
        </pc:grpChg>
        <pc:grpChg chg="mod">
          <ac:chgData name="Beets, Simone (Dr) (Summerstrand Campus South)" userId="a9ed24f3-f7e1-440a-a32f-a1285e0bd405" providerId="ADAL" clId="{3F78B3CC-A020-4338-87F9-D481C103E431}" dt="2025-08-17T19:26:37.159" v="4329"/>
          <ac:grpSpMkLst>
            <pc:docMk/>
            <pc:sldMk cId="2526197930" sldId="440"/>
            <ac:grpSpMk id="25" creationId="{B3735B13-7764-4477-9C23-0851B69B9B4C}"/>
          </ac:grpSpMkLst>
        </pc:grpChg>
        <pc:grpChg chg="add del mod">
          <ac:chgData name="Beets, Simone (Dr) (Summerstrand Campus South)" userId="a9ed24f3-f7e1-440a-a32f-a1285e0bd405" providerId="ADAL" clId="{3F78B3CC-A020-4338-87F9-D481C103E431}" dt="2025-08-17T20:33:34.128" v="8209" actId="478"/>
          <ac:grpSpMkLst>
            <pc:docMk/>
            <pc:sldMk cId="2526197930" sldId="440"/>
            <ac:grpSpMk id="37" creationId="{1E2CFBBB-BE0E-45FE-8750-9E04DB13D070}"/>
          </ac:grpSpMkLst>
        </pc:grpChg>
        <pc:cxnChg chg="mod">
          <ac:chgData name="Beets, Simone (Dr) (Summerstrand Campus South)" userId="a9ed24f3-f7e1-440a-a32f-a1285e0bd405" providerId="ADAL" clId="{3F78B3CC-A020-4338-87F9-D481C103E431}" dt="2025-08-17T19:26:36.681" v="4328" actId="478"/>
          <ac:cxnSpMkLst>
            <pc:docMk/>
            <pc:sldMk cId="2526197930" sldId="440"/>
            <ac:cxnSpMk id="11" creationId="{02A166C3-056A-4FC3-A180-0C0A63B5A36A}"/>
          </ac:cxnSpMkLst>
        </pc:cxnChg>
        <pc:cxnChg chg="del mod">
          <ac:chgData name="Beets, Simone (Dr) (Summerstrand Campus South)" userId="a9ed24f3-f7e1-440a-a32f-a1285e0bd405" providerId="ADAL" clId="{3F78B3CC-A020-4338-87F9-D481C103E431}" dt="2025-08-17T20:32:45.656" v="8199" actId="478"/>
          <ac:cxnSpMkLst>
            <pc:docMk/>
            <pc:sldMk cId="2526197930" sldId="440"/>
            <ac:cxnSpMk id="29" creationId="{258FEB8E-7A11-4DB5-AED6-6D00E3FB0035}"/>
          </ac:cxnSpMkLst>
        </pc:cxnChg>
      </pc:sldChg>
      <pc:sldChg chg="addSp delSp modSp add mod modAnim modNotesTx">
        <pc:chgData name="Beets, Simone (Dr) (Summerstrand Campus South)" userId="a9ed24f3-f7e1-440a-a32f-a1285e0bd405" providerId="ADAL" clId="{3F78B3CC-A020-4338-87F9-D481C103E431}" dt="2025-08-17T20:50:38.111" v="10346" actId="20577"/>
        <pc:sldMkLst>
          <pc:docMk/>
          <pc:sldMk cId="978968522" sldId="441"/>
        </pc:sldMkLst>
        <pc:spChg chg="del">
          <ac:chgData name="Beets, Simone (Dr) (Summerstrand Campus South)" userId="a9ed24f3-f7e1-440a-a32f-a1285e0bd405" providerId="ADAL" clId="{3F78B3CC-A020-4338-87F9-D481C103E431}" dt="2025-08-17T19:26:41.090" v="4330" actId="478"/>
          <ac:spMkLst>
            <pc:docMk/>
            <pc:sldMk cId="978968522" sldId="441"/>
            <ac:spMk id="4" creationId="{A062A644-0668-409D-87FD-D0B6CC7D5C77}"/>
          </ac:spMkLst>
        </pc:spChg>
        <pc:spChg chg="del">
          <ac:chgData name="Beets, Simone (Dr) (Summerstrand Campus South)" userId="a9ed24f3-f7e1-440a-a32f-a1285e0bd405" providerId="ADAL" clId="{3F78B3CC-A020-4338-87F9-D481C103E431}" dt="2025-08-17T19:26:41.090" v="4330" actId="478"/>
          <ac:spMkLst>
            <pc:docMk/>
            <pc:sldMk cId="978968522" sldId="441"/>
            <ac:spMk id="5" creationId="{104CA11D-AE74-4A28-8AD9-6E2703039AEB}"/>
          </ac:spMkLst>
        </pc:spChg>
        <pc:spChg chg="del">
          <ac:chgData name="Beets, Simone (Dr) (Summerstrand Campus South)" userId="a9ed24f3-f7e1-440a-a32f-a1285e0bd405" providerId="ADAL" clId="{3F78B3CC-A020-4338-87F9-D481C103E431}" dt="2025-08-17T19:26:41.090" v="4330" actId="478"/>
          <ac:spMkLst>
            <pc:docMk/>
            <pc:sldMk cId="978968522" sldId="441"/>
            <ac:spMk id="18" creationId="{556A30E0-8ACC-4E55-83F2-9715D0892561}"/>
          </ac:spMkLst>
        </pc:spChg>
        <pc:spChg chg="add mod ord">
          <ac:chgData name="Beets, Simone (Dr) (Summerstrand Campus South)" userId="a9ed24f3-f7e1-440a-a32f-a1285e0bd405" providerId="ADAL" clId="{3F78B3CC-A020-4338-87F9-D481C103E431}" dt="2025-08-17T20:14:27.583" v="6932" actId="14100"/>
          <ac:spMkLst>
            <pc:docMk/>
            <pc:sldMk cId="978968522" sldId="441"/>
            <ac:spMk id="23" creationId="{76E49635-0495-4E99-B7EB-005657CCA6BF}"/>
          </ac:spMkLst>
        </pc:spChg>
        <pc:spChg chg="add del mod">
          <ac:chgData name="Beets, Simone (Dr) (Summerstrand Campus South)" userId="a9ed24f3-f7e1-440a-a32f-a1285e0bd405" providerId="ADAL" clId="{3F78B3CC-A020-4338-87F9-D481C103E431}" dt="2025-08-17T19:27:53.753" v="4344" actId="478"/>
          <ac:spMkLst>
            <pc:docMk/>
            <pc:sldMk cId="978968522" sldId="441"/>
            <ac:spMk id="24" creationId="{0A2457D9-3EF8-4B60-B442-680B3AA13941}"/>
          </ac:spMkLst>
        </pc:spChg>
        <pc:spChg chg="mod">
          <ac:chgData name="Beets, Simone (Dr) (Summerstrand Campus South)" userId="a9ed24f3-f7e1-440a-a32f-a1285e0bd405" providerId="ADAL" clId="{3F78B3CC-A020-4338-87F9-D481C103E431}" dt="2025-08-17T19:26:41.510" v="4331"/>
          <ac:spMkLst>
            <pc:docMk/>
            <pc:sldMk cId="978968522" sldId="441"/>
            <ac:spMk id="27" creationId="{A657F09D-2D37-4611-B946-453F06013688}"/>
          </ac:spMkLst>
        </pc:spChg>
        <pc:spChg chg="mod">
          <ac:chgData name="Beets, Simone (Dr) (Summerstrand Campus South)" userId="a9ed24f3-f7e1-440a-a32f-a1285e0bd405" providerId="ADAL" clId="{3F78B3CC-A020-4338-87F9-D481C103E431}" dt="2025-08-17T19:26:41.510" v="4331"/>
          <ac:spMkLst>
            <pc:docMk/>
            <pc:sldMk cId="978968522" sldId="441"/>
            <ac:spMk id="28" creationId="{CD62151D-DA88-4256-8DB5-A3751099563B}"/>
          </ac:spMkLst>
        </pc:spChg>
        <pc:spChg chg="del mod">
          <ac:chgData name="Beets, Simone (Dr) (Summerstrand Campus South)" userId="a9ed24f3-f7e1-440a-a32f-a1285e0bd405" providerId="ADAL" clId="{3F78B3CC-A020-4338-87F9-D481C103E431}" dt="2025-08-17T20:33:02.863" v="8208" actId="478"/>
          <ac:spMkLst>
            <pc:docMk/>
            <pc:sldMk cId="978968522" sldId="441"/>
            <ac:spMk id="29" creationId="{3B57F2AD-22CC-4969-8B62-B636CC52EA88}"/>
          </ac:spMkLst>
        </pc:spChg>
        <pc:spChg chg="del mod">
          <ac:chgData name="Beets, Simone (Dr) (Summerstrand Campus South)" userId="a9ed24f3-f7e1-440a-a32f-a1285e0bd405" providerId="ADAL" clId="{3F78B3CC-A020-4338-87F9-D481C103E431}" dt="2025-08-17T20:32:55.007" v="8203" actId="478"/>
          <ac:spMkLst>
            <pc:docMk/>
            <pc:sldMk cId="978968522" sldId="441"/>
            <ac:spMk id="31" creationId="{66E51EAF-E097-4965-AF16-0CF6F912EB81}"/>
          </ac:spMkLst>
        </pc:spChg>
        <pc:spChg chg="del mod">
          <ac:chgData name="Beets, Simone (Dr) (Summerstrand Campus South)" userId="a9ed24f3-f7e1-440a-a32f-a1285e0bd405" providerId="ADAL" clId="{3F78B3CC-A020-4338-87F9-D481C103E431}" dt="2025-08-17T20:32:58.721" v="8206" actId="478"/>
          <ac:spMkLst>
            <pc:docMk/>
            <pc:sldMk cId="978968522" sldId="441"/>
            <ac:spMk id="32" creationId="{55ECCEB4-E6AE-4009-97D3-38F291746063}"/>
          </ac:spMkLst>
        </pc:spChg>
        <pc:spChg chg="del mod">
          <ac:chgData name="Beets, Simone (Dr) (Summerstrand Campus South)" userId="a9ed24f3-f7e1-440a-a32f-a1285e0bd405" providerId="ADAL" clId="{3F78B3CC-A020-4338-87F9-D481C103E431}" dt="2025-08-17T20:33:01.088" v="8207" actId="478"/>
          <ac:spMkLst>
            <pc:docMk/>
            <pc:sldMk cId="978968522" sldId="441"/>
            <ac:spMk id="33" creationId="{39729D48-8C04-40C5-816B-D69472CF4074}"/>
          </ac:spMkLst>
        </pc:spChg>
        <pc:spChg chg="mod">
          <ac:chgData name="Beets, Simone (Dr) (Summerstrand Campus South)" userId="a9ed24f3-f7e1-440a-a32f-a1285e0bd405" providerId="ADAL" clId="{3F78B3CC-A020-4338-87F9-D481C103E431}" dt="2025-08-17T19:26:41.510" v="4331"/>
          <ac:spMkLst>
            <pc:docMk/>
            <pc:sldMk cId="978968522" sldId="441"/>
            <ac:spMk id="34" creationId="{C2FC47CC-12D4-4F82-B94D-827FF0F88DBE}"/>
          </ac:spMkLst>
        </pc:spChg>
        <pc:spChg chg="mod">
          <ac:chgData name="Beets, Simone (Dr) (Summerstrand Campus South)" userId="a9ed24f3-f7e1-440a-a32f-a1285e0bd405" providerId="ADAL" clId="{3F78B3CC-A020-4338-87F9-D481C103E431}" dt="2025-08-17T19:26:41.510" v="4331"/>
          <ac:spMkLst>
            <pc:docMk/>
            <pc:sldMk cId="978968522" sldId="441"/>
            <ac:spMk id="35" creationId="{30ACACEF-F812-4250-8990-5C2BD7BF663D}"/>
          </ac:spMkLst>
        </pc:spChg>
        <pc:spChg chg="mod">
          <ac:chgData name="Beets, Simone (Dr) (Summerstrand Campus South)" userId="a9ed24f3-f7e1-440a-a32f-a1285e0bd405" providerId="ADAL" clId="{3F78B3CC-A020-4338-87F9-D481C103E431}" dt="2025-08-17T19:26:41.510" v="4331"/>
          <ac:spMkLst>
            <pc:docMk/>
            <pc:sldMk cId="978968522" sldId="441"/>
            <ac:spMk id="36" creationId="{ACEB9CCC-59FD-4396-A03D-834A63C11502}"/>
          </ac:spMkLst>
        </pc:spChg>
        <pc:spChg chg="add del mod">
          <ac:chgData name="Beets, Simone (Dr) (Summerstrand Campus South)" userId="a9ed24f3-f7e1-440a-a32f-a1285e0bd405" providerId="ADAL" clId="{3F78B3CC-A020-4338-87F9-D481C103E431}" dt="2025-08-17T19:27:54.648" v="4345" actId="478"/>
          <ac:spMkLst>
            <pc:docMk/>
            <pc:sldMk cId="978968522" sldId="441"/>
            <ac:spMk id="37" creationId="{77E02ED1-04E1-4FAD-A246-0176DEE55704}"/>
          </ac:spMkLst>
        </pc:spChg>
        <pc:spChg chg="mod">
          <ac:chgData name="Beets, Simone (Dr) (Summerstrand Campus South)" userId="a9ed24f3-f7e1-440a-a32f-a1285e0bd405" providerId="ADAL" clId="{3F78B3CC-A020-4338-87F9-D481C103E431}" dt="2025-08-17T19:26:41.510" v="4331"/>
          <ac:spMkLst>
            <pc:docMk/>
            <pc:sldMk cId="978968522" sldId="441"/>
            <ac:spMk id="39" creationId="{C88DAF42-FBDD-4552-B098-AD4BAD2D2058}"/>
          </ac:spMkLst>
        </pc:spChg>
        <pc:spChg chg="mod">
          <ac:chgData name="Beets, Simone (Dr) (Summerstrand Campus South)" userId="a9ed24f3-f7e1-440a-a32f-a1285e0bd405" providerId="ADAL" clId="{3F78B3CC-A020-4338-87F9-D481C103E431}" dt="2025-08-17T19:26:41.510" v="4331"/>
          <ac:spMkLst>
            <pc:docMk/>
            <pc:sldMk cId="978968522" sldId="441"/>
            <ac:spMk id="40" creationId="{467694A7-6F79-4EE1-8B24-17BA24869971}"/>
          </ac:spMkLst>
        </pc:spChg>
        <pc:spChg chg="mod">
          <ac:chgData name="Beets, Simone (Dr) (Summerstrand Campus South)" userId="a9ed24f3-f7e1-440a-a32f-a1285e0bd405" providerId="ADAL" clId="{3F78B3CC-A020-4338-87F9-D481C103E431}" dt="2025-08-17T19:26:41.510" v="4331"/>
          <ac:spMkLst>
            <pc:docMk/>
            <pc:sldMk cId="978968522" sldId="441"/>
            <ac:spMk id="41" creationId="{31EC8FA9-ADE7-46B7-9FEB-CA49E68F8F2D}"/>
          </ac:spMkLst>
        </pc:spChg>
        <pc:spChg chg="add mod">
          <ac:chgData name="Beets, Simone (Dr) (Summerstrand Campus South)" userId="a9ed24f3-f7e1-440a-a32f-a1285e0bd405" providerId="ADAL" clId="{3F78B3CC-A020-4338-87F9-D481C103E431}" dt="2025-08-17T19:27:29.785" v="4342" actId="1036"/>
          <ac:spMkLst>
            <pc:docMk/>
            <pc:sldMk cId="978968522" sldId="441"/>
            <ac:spMk id="42" creationId="{2A85FE6A-F7B5-424F-B125-71BCC6FEC05E}"/>
          </ac:spMkLst>
        </pc:spChg>
        <pc:spChg chg="mod">
          <ac:chgData name="Beets, Simone (Dr) (Summerstrand Campus South)" userId="a9ed24f3-f7e1-440a-a32f-a1285e0bd405" providerId="ADAL" clId="{3F78B3CC-A020-4338-87F9-D481C103E431}" dt="2025-08-17T19:01:24.073" v="4055" actId="20577"/>
          <ac:spMkLst>
            <pc:docMk/>
            <pc:sldMk cId="978968522" sldId="441"/>
            <ac:spMk id="20483" creationId="{6CF76C83-9628-82EB-EEC2-12037642C096}"/>
          </ac:spMkLst>
        </pc:spChg>
        <pc:grpChg chg="del">
          <ac:chgData name="Beets, Simone (Dr) (Summerstrand Campus South)" userId="a9ed24f3-f7e1-440a-a32f-a1285e0bd405" providerId="ADAL" clId="{3F78B3CC-A020-4338-87F9-D481C103E431}" dt="2025-08-17T19:26:41.090" v="4330" actId="478"/>
          <ac:grpSpMkLst>
            <pc:docMk/>
            <pc:sldMk cId="978968522" sldId="441"/>
            <ac:grpSpMk id="6" creationId="{83E96627-9634-4E1A-8AAE-B300E1014BC1}"/>
          </ac:grpSpMkLst>
        </pc:grpChg>
        <pc:grpChg chg="del">
          <ac:chgData name="Beets, Simone (Dr) (Summerstrand Campus South)" userId="a9ed24f3-f7e1-440a-a32f-a1285e0bd405" providerId="ADAL" clId="{3F78B3CC-A020-4338-87F9-D481C103E431}" dt="2025-08-17T19:26:41.090" v="4330" actId="478"/>
          <ac:grpSpMkLst>
            <pc:docMk/>
            <pc:sldMk cId="978968522" sldId="441"/>
            <ac:grpSpMk id="19" creationId="{291158F1-80FC-4802-8D88-B5EA225E8057}"/>
          </ac:grpSpMkLst>
        </pc:grpChg>
        <pc:grpChg chg="add del mod">
          <ac:chgData name="Beets, Simone (Dr) (Summerstrand Campus South)" userId="a9ed24f3-f7e1-440a-a32f-a1285e0bd405" providerId="ADAL" clId="{3F78B3CC-A020-4338-87F9-D481C103E431}" dt="2025-08-17T20:32:57.391" v="8205" actId="478"/>
          <ac:grpSpMkLst>
            <pc:docMk/>
            <pc:sldMk cId="978968522" sldId="441"/>
            <ac:grpSpMk id="25" creationId="{53E2156A-7857-4AA3-ABE3-606C5C9CAC31}"/>
          </ac:grpSpMkLst>
        </pc:grpChg>
        <pc:grpChg chg="mod">
          <ac:chgData name="Beets, Simone (Dr) (Summerstrand Campus South)" userId="a9ed24f3-f7e1-440a-a32f-a1285e0bd405" providerId="ADAL" clId="{3F78B3CC-A020-4338-87F9-D481C103E431}" dt="2025-08-17T19:26:41.510" v="4331"/>
          <ac:grpSpMkLst>
            <pc:docMk/>
            <pc:sldMk cId="978968522" sldId="441"/>
            <ac:grpSpMk id="26" creationId="{844E3BB8-7423-41DF-84D7-0F8C7A9848C4}"/>
          </ac:grpSpMkLst>
        </pc:grpChg>
        <pc:grpChg chg="add mod">
          <ac:chgData name="Beets, Simone (Dr) (Summerstrand Campus South)" userId="a9ed24f3-f7e1-440a-a32f-a1285e0bd405" providerId="ADAL" clId="{3F78B3CC-A020-4338-87F9-D481C103E431}" dt="2025-08-17T19:28:20.996" v="4360" actId="1076"/>
          <ac:grpSpMkLst>
            <pc:docMk/>
            <pc:sldMk cId="978968522" sldId="441"/>
            <ac:grpSpMk id="38" creationId="{BCB7548A-225F-4A7D-A0A1-73E922EBABE8}"/>
          </ac:grpSpMkLst>
        </pc:grpChg>
        <pc:cxnChg chg="mod">
          <ac:chgData name="Beets, Simone (Dr) (Summerstrand Campus South)" userId="a9ed24f3-f7e1-440a-a32f-a1285e0bd405" providerId="ADAL" clId="{3F78B3CC-A020-4338-87F9-D481C103E431}" dt="2025-08-17T19:26:41.090" v="4330" actId="478"/>
          <ac:cxnSpMkLst>
            <pc:docMk/>
            <pc:sldMk cId="978968522" sldId="441"/>
            <ac:cxnSpMk id="11" creationId="{02A166C3-056A-4FC3-A180-0C0A63B5A36A}"/>
          </ac:cxnSpMkLst>
        </pc:cxnChg>
        <pc:cxnChg chg="mod">
          <ac:chgData name="Beets, Simone (Dr) (Summerstrand Campus South)" userId="a9ed24f3-f7e1-440a-a32f-a1285e0bd405" providerId="ADAL" clId="{3F78B3CC-A020-4338-87F9-D481C103E431}" dt="2025-08-17T20:32:57.391" v="8205" actId="478"/>
          <ac:cxnSpMkLst>
            <pc:docMk/>
            <pc:sldMk cId="978968522" sldId="441"/>
            <ac:cxnSpMk id="30" creationId="{70A5F3CC-FE84-48D6-8EED-5800AED668A9}"/>
          </ac:cxnSpMkLst>
        </pc:cxnChg>
      </pc:sldChg>
      <pc:sldChg chg="addSp delSp modSp add mod ord modAnim modNotesTx">
        <pc:chgData name="Beets, Simone (Dr) (Summerstrand Campus South)" userId="a9ed24f3-f7e1-440a-a32f-a1285e0bd405" providerId="ADAL" clId="{3F78B3CC-A020-4338-87F9-D481C103E431}" dt="2025-08-17T20:38:22.265" v="8774"/>
        <pc:sldMkLst>
          <pc:docMk/>
          <pc:sldMk cId="3778483655" sldId="442"/>
        </pc:sldMkLst>
        <pc:spChg chg="add del mod">
          <ac:chgData name="Beets, Simone (Dr) (Summerstrand Campus South)" userId="a9ed24f3-f7e1-440a-a32f-a1285e0bd405" providerId="ADAL" clId="{3F78B3CC-A020-4338-87F9-D481C103E431}" dt="2025-08-17T20:09:01.360" v="6381" actId="478"/>
          <ac:spMkLst>
            <pc:docMk/>
            <pc:sldMk cId="3778483655" sldId="442"/>
            <ac:spMk id="2" creationId="{15C2F307-657B-41DA-8047-5F66B47B1CBA}"/>
          </ac:spMkLst>
        </pc:spChg>
        <pc:spChg chg="mod">
          <ac:chgData name="Beets, Simone (Dr) (Summerstrand Campus South)" userId="a9ed24f3-f7e1-440a-a32f-a1285e0bd405" providerId="ADAL" clId="{3F78B3CC-A020-4338-87F9-D481C103E431}" dt="2025-08-17T20:13:49.895" v="6931" actId="20577"/>
          <ac:spMkLst>
            <pc:docMk/>
            <pc:sldMk cId="3778483655" sldId="442"/>
            <ac:spMk id="20482" creationId="{DA623730-44A2-7876-7832-2E4BB653C41A}"/>
          </ac:spMkLst>
        </pc:spChg>
        <pc:spChg chg="del">
          <ac:chgData name="Beets, Simone (Dr) (Summerstrand Campus South)" userId="a9ed24f3-f7e1-440a-a32f-a1285e0bd405" providerId="ADAL" clId="{3F78B3CC-A020-4338-87F9-D481C103E431}" dt="2025-08-17T20:08:59.201" v="6379" actId="478"/>
          <ac:spMkLst>
            <pc:docMk/>
            <pc:sldMk cId="3778483655" sldId="442"/>
            <ac:spMk id="20483" creationId="{6CF76C83-9628-82EB-EEC2-12037642C096}"/>
          </ac:spMkLst>
        </pc:spChg>
        <pc:picChg chg="add mod">
          <ac:chgData name="Beets, Simone (Dr) (Summerstrand Campus South)" userId="a9ed24f3-f7e1-440a-a32f-a1285e0bd405" providerId="ADAL" clId="{3F78B3CC-A020-4338-87F9-D481C103E431}" dt="2025-08-17T20:09:09.678" v="6383" actId="1076"/>
          <ac:picMkLst>
            <pc:docMk/>
            <pc:sldMk cId="3778483655" sldId="442"/>
            <ac:picMk id="4" creationId="{7E0A4298-DA4A-4753-86CC-A735EC8578A3}"/>
          </ac:picMkLst>
        </pc:picChg>
      </pc:sldChg>
      <pc:sldChg chg="addSp delSp modSp add mod modNotesTx">
        <pc:chgData name="Beets, Simone (Dr) (Summerstrand Campus South)" userId="a9ed24f3-f7e1-440a-a32f-a1285e0bd405" providerId="ADAL" clId="{3F78B3CC-A020-4338-87F9-D481C103E431}" dt="2025-08-17T20:42:27.944" v="9212" actId="478"/>
        <pc:sldMkLst>
          <pc:docMk/>
          <pc:sldMk cId="2747946161" sldId="443"/>
        </pc:sldMkLst>
        <pc:spChg chg="del mod">
          <ac:chgData name="Beets, Simone (Dr) (Summerstrand Campus South)" userId="a9ed24f3-f7e1-440a-a32f-a1285e0bd405" providerId="ADAL" clId="{3F78B3CC-A020-4338-87F9-D481C103E431}" dt="2025-08-17T20:42:27.944" v="9212" actId="478"/>
          <ac:spMkLst>
            <pc:docMk/>
            <pc:sldMk cId="2747946161" sldId="443"/>
            <ac:spMk id="29" creationId="{E0B4350D-D77A-48AF-A8B3-37DFF1238DE7}"/>
          </ac:spMkLst>
        </pc:spChg>
        <pc:spChg chg="mod">
          <ac:chgData name="Beets, Simone (Dr) (Summerstrand Campus South)" userId="a9ed24f3-f7e1-440a-a32f-a1285e0bd405" providerId="ADAL" clId="{3F78B3CC-A020-4338-87F9-D481C103E431}" dt="2025-08-17T20:29:04.887" v="8134" actId="1076"/>
          <ac:spMkLst>
            <pc:docMk/>
            <pc:sldMk cId="2747946161" sldId="443"/>
            <ac:spMk id="20482" creationId="{DA623730-44A2-7876-7832-2E4BB653C41A}"/>
          </ac:spMkLst>
        </pc:spChg>
        <pc:grpChg chg="del">
          <ac:chgData name="Beets, Simone (Dr) (Summerstrand Campus South)" userId="a9ed24f3-f7e1-440a-a32f-a1285e0bd405" providerId="ADAL" clId="{3F78B3CC-A020-4338-87F9-D481C103E431}" dt="2025-08-17T20:28:40.583" v="8120" actId="478"/>
          <ac:grpSpMkLst>
            <pc:docMk/>
            <pc:sldMk cId="2747946161" sldId="443"/>
            <ac:grpSpMk id="5" creationId="{DC64B4E3-F431-4218-89C7-5E82F1E3EE28}"/>
          </ac:grpSpMkLst>
        </pc:grpChg>
        <pc:picChg chg="add mod">
          <ac:chgData name="Beets, Simone (Dr) (Summerstrand Campus South)" userId="a9ed24f3-f7e1-440a-a32f-a1285e0bd405" providerId="ADAL" clId="{3F78B3CC-A020-4338-87F9-D481C103E431}" dt="2025-08-17T20:42:21.394" v="9210" actId="14100"/>
          <ac:picMkLst>
            <pc:docMk/>
            <pc:sldMk cId="2747946161" sldId="443"/>
            <ac:picMk id="1026" creationId="{F265B5E0-512D-41E4-9CFB-2901A622EDDF}"/>
          </ac:picMkLst>
        </pc:picChg>
        <pc:cxnChg chg="mod">
          <ac:chgData name="Beets, Simone (Dr) (Summerstrand Campus South)" userId="a9ed24f3-f7e1-440a-a32f-a1285e0bd405" providerId="ADAL" clId="{3F78B3CC-A020-4338-87F9-D481C103E431}" dt="2025-08-17T20:28:40.583" v="8120" actId="478"/>
          <ac:cxnSpMkLst>
            <pc:docMk/>
            <pc:sldMk cId="2747946161" sldId="443"/>
            <ac:cxnSpMk id="9" creationId="{1586FBAD-194D-4DAC-B19B-6D7E44D8CCE9}"/>
          </ac:cxnSpMkLst>
        </pc:cxnChg>
        <pc:cxnChg chg="mod">
          <ac:chgData name="Beets, Simone (Dr) (Summerstrand Campus South)" userId="a9ed24f3-f7e1-440a-a32f-a1285e0bd405" providerId="ADAL" clId="{3F78B3CC-A020-4338-87F9-D481C103E431}" dt="2025-08-17T20:28:40.583" v="8120" actId="478"/>
          <ac:cxnSpMkLst>
            <pc:docMk/>
            <pc:sldMk cId="2747946161" sldId="443"/>
            <ac:cxnSpMk id="10" creationId="{0F3C7747-454D-47D6-BB54-582BAC09F333}"/>
          </ac:cxnSpMkLst>
        </pc:cxnChg>
        <pc:cxnChg chg="mod">
          <ac:chgData name="Beets, Simone (Dr) (Summerstrand Campus South)" userId="a9ed24f3-f7e1-440a-a32f-a1285e0bd405" providerId="ADAL" clId="{3F78B3CC-A020-4338-87F9-D481C103E431}" dt="2025-08-17T20:28:40.583" v="8120" actId="478"/>
          <ac:cxnSpMkLst>
            <pc:docMk/>
            <pc:sldMk cId="2747946161" sldId="443"/>
            <ac:cxnSpMk id="25" creationId="{A27484F9-44DD-4086-86C0-EA4DAA805086}"/>
          </ac:cxnSpMkLst>
        </pc:cxnChg>
        <pc:cxnChg chg="mod">
          <ac:chgData name="Beets, Simone (Dr) (Summerstrand Campus South)" userId="a9ed24f3-f7e1-440a-a32f-a1285e0bd405" providerId="ADAL" clId="{3F78B3CC-A020-4338-87F9-D481C103E431}" dt="2025-08-17T20:28:40.583" v="8120" actId="478"/>
          <ac:cxnSpMkLst>
            <pc:docMk/>
            <pc:sldMk cId="2747946161" sldId="443"/>
            <ac:cxnSpMk id="26" creationId="{2124F838-8A61-4EA4-A178-EFB7EE57DF33}"/>
          </ac:cxnSpMkLst>
        </pc:cxnChg>
        <pc:cxnChg chg="mod">
          <ac:chgData name="Beets, Simone (Dr) (Summerstrand Campus South)" userId="a9ed24f3-f7e1-440a-a32f-a1285e0bd405" providerId="ADAL" clId="{3F78B3CC-A020-4338-87F9-D481C103E431}" dt="2025-08-17T20:28:40.583" v="8120" actId="478"/>
          <ac:cxnSpMkLst>
            <pc:docMk/>
            <pc:sldMk cId="2747946161" sldId="443"/>
            <ac:cxnSpMk id="27" creationId="{214CB0BB-32F2-44CB-A280-000581717ABA}"/>
          </ac:cxnSpMkLst>
        </pc:cxnChg>
      </pc:sldChg>
      <pc:sldChg chg="addSp delSp modSp add mod modAnim">
        <pc:chgData name="Beets, Simone (Dr) (Summerstrand Campus South)" userId="a9ed24f3-f7e1-440a-a32f-a1285e0bd405" providerId="ADAL" clId="{3F78B3CC-A020-4338-87F9-D481C103E431}" dt="2025-08-17T21:08:45.637" v="11120" actId="208"/>
        <pc:sldMkLst>
          <pc:docMk/>
          <pc:sldMk cId="4069193501" sldId="444"/>
        </pc:sldMkLst>
        <pc:spChg chg="add del mod">
          <ac:chgData name="Beets, Simone (Dr) (Summerstrand Campus South)" userId="a9ed24f3-f7e1-440a-a32f-a1285e0bd405" providerId="ADAL" clId="{3F78B3CC-A020-4338-87F9-D481C103E431}" dt="2025-08-17T21:08:17.673" v="11112" actId="478"/>
          <ac:spMkLst>
            <pc:docMk/>
            <pc:sldMk cId="4069193501" sldId="444"/>
            <ac:spMk id="2" creationId="{B9AF3F42-0B1F-4399-AF75-1DC79AB9C86A}"/>
          </ac:spMkLst>
        </pc:spChg>
        <pc:spChg chg="add mod">
          <ac:chgData name="Beets, Simone (Dr) (Summerstrand Campus South)" userId="a9ed24f3-f7e1-440a-a32f-a1285e0bd405" providerId="ADAL" clId="{3F78B3CC-A020-4338-87F9-D481C103E431}" dt="2025-08-17T21:08:45.637" v="11120" actId="208"/>
          <ac:spMkLst>
            <pc:docMk/>
            <pc:sldMk cId="4069193501" sldId="444"/>
            <ac:spMk id="5" creationId="{0E733938-CB63-46C2-9237-16E6BFD5AE28}"/>
          </ac:spMkLst>
        </pc:spChg>
        <pc:spChg chg="del">
          <ac:chgData name="Beets, Simone (Dr) (Summerstrand Campus South)" userId="a9ed24f3-f7e1-440a-a32f-a1285e0bd405" providerId="ADAL" clId="{3F78B3CC-A020-4338-87F9-D481C103E431}" dt="2025-08-17T21:08:15.607" v="11111" actId="478"/>
          <ac:spMkLst>
            <pc:docMk/>
            <pc:sldMk cId="4069193501" sldId="444"/>
            <ac:spMk id="20483" creationId="{6CF76C83-9628-82EB-EEC2-12037642C096}"/>
          </ac:spMkLst>
        </pc:spChg>
        <pc:picChg chg="add mod">
          <ac:chgData name="Beets, Simone (Dr) (Summerstrand Campus South)" userId="a9ed24f3-f7e1-440a-a32f-a1285e0bd405" providerId="ADAL" clId="{3F78B3CC-A020-4338-87F9-D481C103E431}" dt="2025-08-17T21:08:29.164" v="11117" actId="1076"/>
          <ac:picMkLst>
            <pc:docMk/>
            <pc:sldMk cId="4069193501" sldId="444"/>
            <ac:picMk id="4" creationId="{90CA4929-1295-4F19-A7A4-DE8DC0396274}"/>
          </ac:picMkLst>
        </pc:picChg>
      </pc:sldChg>
    </pc:docChg>
  </pc:docChgLst>
  <pc:docChgLst>
    <pc:chgData name="Beets, Simone (Dr) (Summerstrand Campus South)" userId="a9ed24f3-f7e1-440a-a32f-a1285e0bd405" providerId="ADAL" clId="{C5C1D51F-A270-48B6-A5EC-356B9C2211E3}"/>
    <pc:docChg chg="undo custSel addSld delSld modSld sldOrd modShowInfo">
      <pc:chgData name="Beets, Simone (Dr) (Summerstrand Campus South)" userId="a9ed24f3-f7e1-440a-a32f-a1285e0bd405" providerId="ADAL" clId="{C5C1D51F-A270-48B6-A5EC-356B9C2211E3}" dt="2025-08-05T22:54:47.593" v="12314" actId="20577"/>
      <pc:docMkLst>
        <pc:docMk/>
      </pc:docMkLst>
      <pc:sldChg chg="del">
        <pc:chgData name="Beets, Simone (Dr) (Summerstrand Campus South)" userId="a9ed24f3-f7e1-440a-a32f-a1285e0bd405" providerId="ADAL" clId="{C5C1D51F-A270-48B6-A5EC-356B9C2211E3}" dt="2025-08-03T17:52:17.546" v="26" actId="47"/>
        <pc:sldMkLst>
          <pc:docMk/>
          <pc:sldMk cId="0" sldId="257"/>
        </pc:sldMkLst>
      </pc:sldChg>
      <pc:sldChg chg="modSp mod modNotesTx">
        <pc:chgData name="Beets, Simone (Dr) (Summerstrand Campus South)" userId="a9ed24f3-f7e1-440a-a32f-a1285e0bd405" providerId="ADAL" clId="{C5C1D51F-A270-48B6-A5EC-356B9C2211E3}" dt="2025-08-03T19:50:47.575" v="5046" actId="20577"/>
        <pc:sldMkLst>
          <pc:docMk/>
          <pc:sldMk cId="0" sldId="271"/>
        </pc:sldMkLst>
        <pc:spChg chg="mod">
          <ac:chgData name="Beets, Simone (Dr) (Summerstrand Campus South)" userId="a9ed24f3-f7e1-440a-a32f-a1285e0bd405" providerId="ADAL" clId="{C5C1D51F-A270-48B6-A5EC-356B9C2211E3}" dt="2025-08-03T19:50:31.977" v="5003" actId="6549"/>
          <ac:spMkLst>
            <pc:docMk/>
            <pc:sldMk cId="0" sldId="271"/>
            <ac:spMk id="17411" creationId="{25B10FB9-A15F-F8CA-E0F3-B4914ABDDFA6}"/>
          </ac:spMkLst>
        </pc:spChg>
        <pc:spChg chg="mod">
          <ac:chgData name="Beets, Simone (Dr) (Summerstrand Campus South)" userId="a9ed24f3-f7e1-440a-a32f-a1285e0bd405" providerId="ADAL" clId="{C5C1D51F-A270-48B6-A5EC-356B9C2211E3}" dt="2025-08-03T17:52:05.717" v="21" actId="20577"/>
          <ac:spMkLst>
            <pc:docMk/>
            <pc:sldMk cId="0" sldId="271"/>
            <ac:spMk id="18436" creationId="{4FA56CAD-107C-CCF9-44D6-34BF51654181}"/>
          </ac:spMkLst>
        </pc:spChg>
      </pc:sldChg>
      <pc:sldChg chg="del">
        <pc:chgData name="Beets, Simone (Dr) (Summerstrand Campus South)" userId="a9ed24f3-f7e1-440a-a32f-a1285e0bd405" providerId="ADAL" clId="{C5C1D51F-A270-48B6-A5EC-356B9C2211E3}" dt="2025-08-03T19:50:17.572" v="5002" actId="47"/>
        <pc:sldMkLst>
          <pc:docMk/>
          <pc:sldMk cId="0" sldId="321"/>
        </pc:sldMkLst>
      </pc:sldChg>
      <pc:sldChg chg="modNotesTx">
        <pc:chgData name="Beets, Simone (Dr) (Summerstrand Campus South)" userId="a9ed24f3-f7e1-440a-a32f-a1285e0bd405" providerId="ADAL" clId="{C5C1D51F-A270-48B6-A5EC-356B9C2211E3}" dt="2025-08-05T22:54:05.138" v="12313" actId="6549"/>
        <pc:sldMkLst>
          <pc:docMk/>
          <pc:sldMk cId="465305782" sldId="323"/>
        </pc:sldMkLst>
      </pc:sldChg>
      <pc:sldChg chg="addSp modSp mod ord modAnim modNotesTx">
        <pc:chgData name="Beets, Simone (Dr) (Summerstrand Campus South)" userId="a9ed24f3-f7e1-440a-a32f-a1285e0bd405" providerId="ADAL" clId="{C5C1D51F-A270-48B6-A5EC-356B9C2211E3}" dt="2025-08-03T18:22:57.951" v="2015"/>
        <pc:sldMkLst>
          <pc:docMk/>
          <pc:sldMk cId="1762635146" sldId="339"/>
        </pc:sldMkLst>
        <pc:spChg chg="mod">
          <ac:chgData name="Beets, Simone (Dr) (Summerstrand Campus South)" userId="a9ed24f3-f7e1-440a-a32f-a1285e0bd405" providerId="ADAL" clId="{C5C1D51F-A270-48B6-A5EC-356B9C2211E3}" dt="2025-08-03T18:22:33.888" v="2013" actId="20577"/>
          <ac:spMkLst>
            <pc:docMk/>
            <pc:sldMk cId="1762635146" sldId="339"/>
            <ac:spMk id="2" creationId="{BCA5A014-4B8B-0A33-ABB5-D4F80EB980CC}"/>
          </ac:spMkLst>
        </pc:spChg>
        <pc:spChg chg="mod">
          <ac:chgData name="Beets, Simone (Dr) (Summerstrand Campus South)" userId="a9ed24f3-f7e1-440a-a32f-a1285e0bd405" providerId="ADAL" clId="{C5C1D51F-A270-48B6-A5EC-356B9C2211E3}" dt="2025-08-03T18:21:54.812" v="2008" actId="6549"/>
          <ac:spMkLst>
            <pc:docMk/>
            <pc:sldMk cId="1762635146" sldId="339"/>
            <ac:spMk id="3" creationId="{2D7CFFAC-EAEC-A4A5-23FB-B3200E4B3C34}"/>
          </ac:spMkLst>
        </pc:spChg>
        <pc:spChg chg="add mod">
          <ac:chgData name="Beets, Simone (Dr) (Summerstrand Campus South)" userId="a9ed24f3-f7e1-440a-a32f-a1285e0bd405" providerId="ADAL" clId="{C5C1D51F-A270-48B6-A5EC-356B9C2211E3}" dt="2025-08-03T18:22:57.951" v="2015"/>
          <ac:spMkLst>
            <pc:docMk/>
            <pc:sldMk cId="1762635146" sldId="339"/>
            <ac:spMk id="5" creationId="{29557598-3063-48C5-84D8-71D258EEDEAA}"/>
          </ac:spMkLst>
        </pc:spChg>
      </pc:sldChg>
      <pc:sldChg chg="del">
        <pc:chgData name="Beets, Simone (Dr) (Summerstrand Campus South)" userId="a9ed24f3-f7e1-440a-a32f-a1285e0bd405" providerId="ADAL" clId="{C5C1D51F-A270-48B6-A5EC-356B9C2211E3}" dt="2025-08-03T17:52:16.676" v="24" actId="47"/>
        <pc:sldMkLst>
          <pc:docMk/>
          <pc:sldMk cId="2049952096" sldId="340"/>
        </pc:sldMkLst>
      </pc:sldChg>
      <pc:sldChg chg="ord">
        <pc:chgData name="Beets, Simone (Dr) (Summerstrand Campus South)" userId="a9ed24f3-f7e1-440a-a32f-a1285e0bd405" providerId="ADAL" clId="{C5C1D51F-A270-48B6-A5EC-356B9C2211E3}" dt="2025-08-03T19:50:03.936" v="5001"/>
        <pc:sldMkLst>
          <pc:docMk/>
          <pc:sldMk cId="4249415124" sldId="346"/>
        </pc:sldMkLst>
      </pc:sldChg>
      <pc:sldChg chg="ord modNotesTx">
        <pc:chgData name="Beets, Simone (Dr) (Summerstrand Campus South)" userId="a9ed24f3-f7e1-440a-a32f-a1285e0bd405" providerId="ADAL" clId="{C5C1D51F-A270-48B6-A5EC-356B9C2211E3}" dt="2025-08-03T22:05:27.558" v="12002" actId="20577"/>
        <pc:sldMkLst>
          <pc:docMk/>
          <pc:sldMk cId="4247069512" sldId="348"/>
        </pc:sldMkLst>
      </pc:sldChg>
      <pc:sldChg chg="del">
        <pc:chgData name="Beets, Simone (Dr) (Summerstrand Campus South)" userId="a9ed24f3-f7e1-440a-a32f-a1285e0bd405" providerId="ADAL" clId="{C5C1D51F-A270-48B6-A5EC-356B9C2211E3}" dt="2025-08-03T17:52:12.390" v="22" actId="47"/>
        <pc:sldMkLst>
          <pc:docMk/>
          <pc:sldMk cId="3867261677" sldId="364"/>
        </pc:sldMkLst>
      </pc:sldChg>
      <pc:sldChg chg="del">
        <pc:chgData name="Beets, Simone (Dr) (Summerstrand Campus South)" userId="a9ed24f3-f7e1-440a-a32f-a1285e0bd405" providerId="ADAL" clId="{C5C1D51F-A270-48B6-A5EC-356B9C2211E3}" dt="2025-08-03T17:52:14.781" v="23" actId="47"/>
        <pc:sldMkLst>
          <pc:docMk/>
          <pc:sldMk cId="745339609" sldId="365"/>
        </pc:sldMkLst>
      </pc:sldChg>
      <pc:sldChg chg="del">
        <pc:chgData name="Beets, Simone (Dr) (Summerstrand Campus South)" userId="a9ed24f3-f7e1-440a-a32f-a1285e0bd405" providerId="ADAL" clId="{C5C1D51F-A270-48B6-A5EC-356B9C2211E3}" dt="2025-08-03T17:52:17.978" v="27" actId="47"/>
        <pc:sldMkLst>
          <pc:docMk/>
          <pc:sldMk cId="193908100" sldId="366"/>
        </pc:sldMkLst>
      </pc:sldChg>
      <pc:sldChg chg="del">
        <pc:chgData name="Beets, Simone (Dr) (Summerstrand Campus South)" userId="a9ed24f3-f7e1-440a-a32f-a1285e0bd405" providerId="ADAL" clId="{C5C1D51F-A270-48B6-A5EC-356B9C2211E3}" dt="2025-08-03T17:52:17.124" v="25" actId="47"/>
        <pc:sldMkLst>
          <pc:docMk/>
          <pc:sldMk cId="1943306920" sldId="367"/>
        </pc:sldMkLst>
      </pc:sldChg>
      <pc:sldChg chg="del">
        <pc:chgData name="Beets, Simone (Dr) (Summerstrand Campus South)" userId="a9ed24f3-f7e1-440a-a32f-a1285e0bd405" providerId="ADAL" clId="{C5C1D51F-A270-48B6-A5EC-356B9C2211E3}" dt="2025-08-03T17:52:18.402" v="28" actId="47"/>
        <pc:sldMkLst>
          <pc:docMk/>
          <pc:sldMk cId="1679562004" sldId="368"/>
        </pc:sldMkLst>
      </pc:sldChg>
      <pc:sldChg chg="del">
        <pc:chgData name="Beets, Simone (Dr) (Summerstrand Campus South)" userId="a9ed24f3-f7e1-440a-a32f-a1285e0bd405" providerId="ADAL" clId="{C5C1D51F-A270-48B6-A5EC-356B9C2211E3}" dt="2025-08-03T17:52:18.843" v="29" actId="47"/>
        <pc:sldMkLst>
          <pc:docMk/>
          <pc:sldMk cId="1853407" sldId="369"/>
        </pc:sldMkLst>
      </pc:sldChg>
      <pc:sldChg chg="del">
        <pc:chgData name="Beets, Simone (Dr) (Summerstrand Campus South)" userId="a9ed24f3-f7e1-440a-a32f-a1285e0bd405" providerId="ADAL" clId="{C5C1D51F-A270-48B6-A5EC-356B9C2211E3}" dt="2025-08-03T17:52:19.318" v="30" actId="47"/>
        <pc:sldMkLst>
          <pc:docMk/>
          <pc:sldMk cId="681711374" sldId="370"/>
        </pc:sldMkLst>
      </pc:sldChg>
      <pc:sldChg chg="del">
        <pc:chgData name="Beets, Simone (Dr) (Summerstrand Campus South)" userId="a9ed24f3-f7e1-440a-a32f-a1285e0bd405" providerId="ADAL" clId="{C5C1D51F-A270-48B6-A5EC-356B9C2211E3}" dt="2025-08-03T17:52:19.783" v="31" actId="47"/>
        <pc:sldMkLst>
          <pc:docMk/>
          <pc:sldMk cId="1043982446" sldId="371"/>
        </pc:sldMkLst>
      </pc:sldChg>
      <pc:sldChg chg="del">
        <pc:chgData name="Beets, Simone (Dr) (Summerstrand Campus South)" userId="a9ed24f3-f7e1-440a-a32f-a1285e0bd405" providerId="ADAL" clId="{C5C1D51F-A270-48B6-A5EC-356B9C2211E3}" dt="2025-08-03T17:52:20.536" v="32" actId="47"/>
        <pc:sldMkLst>
          <pc:docMk/>
          <pc:sldMk cId="734426289" sldId="373"/>
        </pc:sldMkLst>
      </pc:sldChg>
      <pc:sldChg chg="del">
        <pc:chgData name="Beets, Simone (Dr) (Summerstrand Campus South)" userId="a9ed24f3-f7e1-440a-a32f-a1285e0bd405" providerId="ADAL" clId="{C5C1D51F-A270-48B6-A5EC-356B9C2211E3}" dt="2025-08-03T17:52:21.065" v="33" actId="47"/>
        <pc:sldMkLst>
          <pc:docMk/>
          <pc:sldMk cId="4232052156" sldId="374"/>
        </pc:sldMkLst>
      </pc:sldChg>
      <pc:sldChg chg="del">
        <pc:chgData name="Beets, Simone (Dr) (Summerstrand Campus South)" userId="a9ed24f3-f7e1-440a-a32f-a1285e0bd405" providerId="ADAL" clId="{C5C1D51F-A270-48B6-A5EC-356B9C2211E3}" dt="2025-08-03T17:52:21.740" v="34" actId="47"/>
        <pc:sldMkLst>
          <pc:docMk/>
          <pc:sldMk cId="1470916720" sldId="375"/>
        </pc:sldMkLst>
      </pc:sldChg>
      <pc:sldChg chg="del">
        <pc:chgData name="Beets, Simone (Dr) (Summerstrand Campus South)" userId="a9ed24f3-f7e1-440a-a32f-a1285e0bd405" providerId="ADAL" clId="{C5C1D51F-A270-48B6-A5EC-356B9C2211E3}" dt="2025-08-03T17:52:22.343" v="35" actId="47"/>
        <pc:sldMkLst>
          <pc:docMk/>
          <pc:sldMk cId="558122889" sldId="376"/>
        </pc:sldMkLst>
      </pc:sldChg>
      <pc:sldChg chg="del">
        <pc:chgData name="Beets, Simone (Dr) (Summerstrand Campus South)" userId="a9ed24f3-f7e1-440a-a32f-a1285e0bd405" providerId="ADAL" clId="{C5C1D51F-A270-48B6-A5EC-356B9C2211E3}" dt="2025-08-03T17:52:22.948" v="36" actId="47"/>
        <pc:sldMkLst>
          <pc:docMk/>
          <pc:sldMk cId="1978091042" sldId="377"/>
        </pc:sldMkLst>
      </pc:sldChg>
      <pc:sldChg chg="del">
        <pc:chgData name="Beets, Simone (Dr) (Summerstrand Campus South)" userId="a9ed24f3-f7e1-440a-a32f-a1285e0bd405" providerId="ADAL" clId="{C5C1D51F-A270-48B6-A5EC-356B9C2211E3}" dt="2025-08-03T17:52:23.602" v="37" actId="47"/>
        <pc:sldMkLst>
          <pc:docMk/>
          <pc:sldMk cId="3002671383" sldId="378"/>
        </pc:sldMkLst>
      </pc:sldChg>
      <pc:sldChg chg="addSp delSp modSp mod modAnim modNotesTx">
        <pc:chgData name="Beets, Simone (Dr) (Summerstrand Campus South)" userId="a9ed24f3-f7e1-440a-a32f-a1285e0bd405" providerId="ADAL" clId="{C5C1D51F-A270-48B6-A5EC-356B9C2211E3}" dt="2025-08-03T20:00:12.485" v="5258" actId="20577"/>
        <pc:sldMkLst>
          <pc:docMk/>
          <pc:sldMk cId="4237056731" sldId="379"/>
        </pc:sldMkLst>
        <pc:spChg chg="del">
          <ac:chgData name="Beets, Simone (Dr) (Summerstrand Campus South)" userId="a9ed24f3-f7e1-440a-a32f-a1285e0bd405" providerId="ADAL" clId="{C5C1D51F-A270-48B6-A5EC-356B9C2211E3}" dt="2025-08-03T18:08:19.787" v="652" actId="478"/>
          <ac:spMkLst>
            <pc:docMk/>
            <pc:sldMk cId="4237056731" sldId="379"/>
            <ac:spMk id="3" creationId="{308230C5-331C-9968-BDF0-1F4065687BB7}"/>
          </ac:spMkLst>
        </pc:spChg>
        <pc:spChg chg="add del mod">
          <ac:chgData name="Beets, Simone (Dr) (Summerstrand Campus South)" userId="a9ed24f3-f7e1-440a-a32f-a1285e0bd405" providerId="ADAL" clId="{C5C1D51F-A270-48B6-A5EC-356B9C2211E3}" dt="2025-08-03T18:08:22.169" v="653" actId="478"/>
          <ac:spMkLst>
            <pc:docMk/>
            <pc:sldMk cId="4237056731" sldId="379"/>
            <ac:spMk id="4" creationId="{D5CA0EB1-E13C-491D-8A79-DA93D19062EA}"/>
          </ac:spMkLst>
        </pc:spChg>
        <pc:spChg chg="mod">
          <ac:chgData name="Beets, Simone (Dr) (Summerstrand Campus South)" userId="a9ed24f3-f7e1-440a-a32f-a1285e0bd405" providerId="ADAL" clId="{C5C1D51F-A270-48B6-A5EC-356B9C2211E3}" dt="2025-08-03T18:06:10.834" v="651" actId="1076"/>
          <ac:spMkLst>
            <pc:docMk/>
            <pc:sldMk cId="4237056731" sldId="379"/>
            <ac:spMk id="6" creationId="{E42391C6-ECE5-EEC5-975A-44F397091D90}"/>
          </ac:spMkLst>
        </pc:spChg>
        <pc:picChg chg="add mod">
          <ac:chgData name="Beets, Simone (Dr) (Summerstrand Campus South)" userId="a9ed24f3-f7e1-440a-a32f-a1285e0bd405" providerId="ADAL" clId="{C5C1D51F-A270-48B6-A5EC-356B9C2211E3}" dt="2025-08-03T19:51:03.588" v="5047" actId="1076"/>
          <ac:picMkLst>
            <pc:docMk/>
            <pc:sldMk cId="4237056731" sldId="379"/>
            <ac:picMk id="7" creationId="{5E0E766A-108B-4107-B2F7-E77124DE4403}"/>
          </ac:picMkLst>
        </pc:picChg>
      </pc:sldChg>
      <pc:sldChg chg="modSp mod ord modNotesTx">
        <pc:chgData name="Beets, Simone (Dr) (Summerstrand Campus South)" userId="a9ed24f3-f7e1-440a-a32f-a1285e0bd405" providerId="ADAL" clId="{C5C1D51F-A270-48B6-A5EC-356B9C2211E3}" dt="2025-08-03T22:06:15.458" v="12003" actId="20577"/>
        <pc:sldMkLst>
          <pc:docMk/>
          <pc:sldMk cId="2112352835" sldId="380"/>
        </pc:sldMkLst>
        <pc:spChg chg="mod">
          <ac:chgData name="Beets, Simone (Dr) (Summerstrand Campus South)" userId="a9ed24f3-f7e1-440a-a32f-a1285e0bd405" providerId="ADAL" clId="{C5C1D51F-A270-48B6-A5EC-356B9C2211E3}" dt="2025-08-03T17:57:21.747" v="99"/>
          <ac:spMkLst>
            <pc:docMk/>
            <pc:sldMk cId="2112352835" sldId="380"/>
            <ac:spMk id="20482" creationId="{900CD3A3-EAED-F884-EC55-20BB2BE036A3}"/>
          </ac:spMkLst>
        </pc:spChg>
      </pc:sldChg>
      <pc:sldChg chg="del">
        <pc:chgData name="Beets, Simone (Dr) (Summerstrand Campus South)" userId="a9ed24f3-f7e1-440a-a32f-a1285e0bd405" providerId="ADAL" clId="{C5C1D51F-A270-48B6-A5EC-356B9C2211E3}" dt="2025-08-03T17:57:26.313" v="100" actId="2696"/>
        <pc:sldMkLst>
          <pc:docMk/>
          <pc:sldMk cId="3520987890" sldId="381"/>
        </pc:sldMkLst>
      </pc:sldChg>
      <pc:sldChg chg="addSp delSp modSp mod ord delAnim modAnim modNotesTx">
        <pc:chgData name="Beets, Simone (Dr) (Summerstrand Campus South)" userId="a9ed24f3-f7e1-440a-a32f-a1285e0bd405" providerId="ADAL" clId="{C5C1D51F-A270-48B6-A5EC-356B9C2211E3}" dt="2025-08-03T20:32:24.411" v="6951" actId="21"/>
        <pc:sldMkLst>
          <pc:docMk/>
          <pc:sldMk cId="1482955239" sldId="382"/>
        </pc:sldMkLst>
        <pc:spChg chg="mod">
          <ac:chgData name="Beets, Simone (Dr) (Summerstrand Campus South)" userId="a9ed24f3-f7e1-440a-a32f-a1285e0bd405" providerId="ADAL" clId="{C5C1D51F-A270-48B6-A5EC-356B9C2211E3}" dt="2025-08-03T19:51:19.750" v="5048" actId="14100"/>
          <ac:spMkLst>
            <pc:docMk/>
            <pc:sldMk cId="1482955239" sldId="382"/>
            <ac:spMk id="2" creationId="{B03286B7-1F1D-907A-885F-42B1CFD3B00F}"/>
          </ac:spMkLst>
        </pc:spChg>
        <pc:spChg chg="mod">
          <ac:chgData name="Beets, Simone (Dr) (Summerstrand Campus South)" userId="a9ed24f3-f7e1-440a-a32f-a1285e0bd405" providerId="ADAL" clId="{C5C1D51F-A270-48B6-A5EC-356B9C2211E3}" dt="2025-08-03T20:25:54.843" v="6609" actId="1076"/>
          <ac:spMkLst>
            <pc:docMk/>
            <pc:sldMk cId="1482955239" sldId="382"/>
            <ac:spMk id="5" creationId="{257B015A-CB09-8F41-B180-747B328A8FED}"/>
          </ac:spMkLst>
        </pc:spChg>
        <pc:spChg chg="del">
          <ac:chgData name="Beets, Simone (Dr) (Summerstrand Campus South)" userId="a9ed24f3-f7e1-440a-a32f-a1285e0bd405" providerId="ADAL" clId="{C5C1D51F-A270-48B6-A5EC-356B9C2211E3}" dt="2025-08-03T18:29:45.995" v="2437" actId="478"/>
          <ac:spMkLst>
            <pc:docMk/>
            <pc:sldMk cId="1482955239" sldId="382"/>
            <ac:spMk id="8" creationId="{05D709FE-6BEC-DA2D-7D60-A90ED17C2AE5}"/>
          </ac:spMkLst>
        </pc:spChg>
        <pc:spChg chg="del">
          <ac:chgData name="Beets, Simone (Dr) (Summerstrand Campus South)" userId="a9ed24f3-f7e1-440a-a32f-a1285e0bd405" providerId="ADAL" clId="{C5C1D51F-A270-48B6-A5EC-356B9C2211E3}" dt="2025-08-03T18:29:46.729" v="2438" actId="478"/>
          <ac:spMkLst>
            <pc:docMk/>
            <pc:sldMk cId="1482955239" sldId="382"/>
            <ac:spMk id="9" creationId="{6589F929-FA01-F4D5-4793-6AEB635797B8}"/>
          </ac:spMkLst>
        </pc:spChg>
        <pc:spChg chg="del">
          <ac:chgData name="Beets, Simone (Dr) (Summerstrand Campus South)" userId="a9ed24f3-f7e1-440a-a32f-a1285e0bd405" providerId="ADAL" clId="{C5C1D51F-A270-48B6-A5EC-356B9C2211E3}" dt="2025-08-03T18:29:47.265" v="2439" actId="478"/>
          <ac:spMkLst>
            <pc:docMk/>
            <pc:sldMk cId="1482955239" sldId="382"/>
            <ac:spMk id="10" creationId="{68571CD9-ADD9-2E11-AF75-68E1DD0B6CAA}"/>
          </ac:spMkLst>
        </pc:spChg>
        <pc:spChg chg="add mod">
          <ac:chgData name="Beets, Simone (Dr) (Summerstrand Campus South)" userId="a9ed24f3-f7e1-440a-a32f-a1285e0bd405" providerId="ADAL" clId="{C5C1D51F-A270-48B6-A5EC-356B9C2211E3}" dt="2025-08-03T18:30:21.364" v="2452" actId="1076"/>
          <ac:spMkLst>
            <pc:docMk/>
            <pc:sldMk cId="1482955239" sldId="382"/>
            <ac:spMk id="11" creationId="{CAA6D6B0-73C8-4CCB-9405-5D597B815ACD}"/>
          </ac:spMkLst>
        </pc:spChg>
        <pc:spChg chg="del">
          <ac:chgData name="Beets, Simone (Dr) (Summerstrand Campus South)" userId="a9ed24f3-f7e1-440a-a32f-a1285e0bd405" providerId="ADAL" clId="{C5C1D51F-A270-48B6-A5EC-356B9C2211E3}" dt="2025-08-03T17:53:56.508" v="42" actId="478"/>
          <ac:spMkLst>
            <pc:docMk/>
            <pc:sldMk cId="1482955239" sldId="382"/>
            <ac:spMk id="12" creationId="{63CCEACE-6385-696B-2262-C915F97B9E04}"/>
          </ac:spMkLst>
        </pc:spChg>
        <pc:spChg chg="add mod">
          <ac:chgData name="Beets, Simone (Dr) (Summerstrand Campus South)" userId="a9ed24f3-f7e1-440a-a32f-a1285e0bd405" providerId="ADAL" clId="{C5C1D51F-A270-48B6-A5EC-356B9C2211E3}" dt="2025-08-03T18:30:24.185" v="2454" actId="1076"/>
          <ac:spMkLst>
            <pc:docMk/>
            <pc:sldMk cId="1482955239" sldId="382"/>
            <ac:spMk id="13" creationId="{3B538923-0354-4C79-B80F-80D1F52EE3DE}"/>
          </ac:spMkLst>
        </pc:spChg>
        <pc:spChg chg="add mod">
          <ac:chgData name="Beets, Simone (Dr) (Summerstrand Campus South)" userId="a9ed24f3-f7e1-440a-a32f-a1285e0bd405" providerId="ADAL" clId="{C5C1D51F-A270-48B6-A5EC-356B9C2211E3}" dt="2025-08-03T18:30:27.426" v="2456" actId="1076"/>
          <ac:spMkLst>
            <pc:docMk/>
            <pc:sldMk cId="1482955239" sldId="382"/>
            <ac:spMk id="14" creationId="{348FF94D-DC88-4EE9-9568-7A15AC05B1A6}"/>
          </ac:spMkLst>
        </pc:spChg>
        <pc:spChg chg="add del">
          <ac:chgData name="Beets, Simone (Dr) (Summerstrand Campus South)" userId="a9ed24f3-f7e1-440a-a32f-a1285e0bd405" providerId="ADAL" clId="{C5C1D51F-A270-48B6-A5EC-356B9C2211E3}" dt="2025-08-03T18:31:19.476" v="2488" actId="22"/>
          <ac:spMkLst>
            <pc:docMk/>
            <pc:sldMk cId="1482955239" sldId="382"/>
            <ac:spMk id="15" creationId="{2C2738B4-29E6-448B-BCB7-334F6AA2569E}"/>
          </ac:spMkLst>
        </pc:spChg>
        <pc:spChg chg="add del mod">
          <ac:chgData name="Beets, Simone (Dr) (Summerstrand Campus South)" userId="a9ed24f3-f7e1-440a-a32f-a1285e0bd405" providerId="ADAL" clId="{C5C1D51F-A270-48B6-A5EC-356B9C2211E3}" dt="2025-08-03T20:32:24.411" v="6951" actId="21"/>
          <ac:spMkLst>
            <pc:docMk/>
            <pc:sldMk cId="1482955239" sldId="382"/>
            <ac:spMk id="16" creationId="{F4BAFC5B-F1AA-4EFE-862D-D85AFC52A832}"/>
          </ac:spMkLst>
        </pc:spChg>
        <pc:spChg chg="mod">
          <ac:chgData name="Beets, Simone (Dr) (Summerstrand Campus South)" userId="a9ed24f3-f7e1-440a-a32f-a1285e0bd405" providerId="ADAL" clId="{C5C1D51F-A270-48B6-A5EC-356B9C2211E3}" dt="2025-08-03T18:30:02.152" v="2448" actId="20577"/>
          <ac:spMkLst>
            <pc:docMk/>
            <pc:sldMk cId="1482955239" sldId="382"/>
            <ac:spMk id="20482" creationId="{A4BDBBFC-B831-4BCA-E676-1B70902F6E58}"/>
          </ac:spMkLst>
        </pc:spChg>
      </pc:sldChg>
      <pc:sldChg chg="modSp mod ord">
        <pc:chgData name="Beets, Simone (Dr) (Summerstrand Campus South)" userId="a9ed24f3-f7e1-440a-a32f-a1285e0bd405" providerId="ADAL" clId="{C5C1D51F-A270-48B6-A5EC-356B9C2211E3}" dt="2025-08-03T19:50:03.936" v="5001"/>
        <pc:sldMkLst>
          <pc:docMk/>
          <pc:sldMk cId="2193058390" sldId="383"/>
        </pc:sldMkLst>
        <pc:spChg chg="mod">
          <ac:chgData name="Beets, Simone (Dr) (Summerstrand Campus South)" userId="a9ed24f3-f7e1-440a-a32f-a1285e0bd405" providerId="ADAL" clId="{C5C1D51F-A270-48B6-A5EC-356B9C2211E3}" dt="2025-08-03T17:57:07.945" v="98" actId="20577"/>
          <ac:spMkLst>
            <pc:docMk/>
            <pc:sldMk cId="2193058390" sldId="383"/>
            <ac:spMk id="20482" creationId="{3B6EF6B8-BD9A-66AD-DB09-F0ED62C4ECF3}"/>
          </ac:spMkLst>
        </pc:spChg>
      </pc:sldChg>
      <pc:sldChg chg="ord modNotesTx">
        <pc:chgData name="Beets, Simone (Dr) (Summerstrand Campus South)" userId="a9ed24f3-f7e1-440a-a32f-a1285e0bd405" providerId="ADAL" clId="{C5C1D51F-A270-48B6-A5EC-356B9C2211E3}" dt="2025-08-05T22:54:47.593" v="12314" actId="20577"/>
        <pc:sldMkLst>
          <pc:docMk/>
          <pc:sldMk cId="2755305679" sldId="384"/>
        </pc:sldMkLst>
      </pc:sldChg>
      <pc:sldChg chg="ord">
        <pc:chgData name="Beets, Simone (Dr) (Summerstrand Campus South)" userId="a9ed24f3-f7e1-440a-a32f-a1285e0bd405" providerId="ADAL" clId="{C5C1D51F-A270-48B6-A5EC-356B9C2211E3}" dt="2025-08-03T19:50:03.936" v="5001"/>
        <pc:sldMkLst>
          <pc:docMk/>
          <pc:sldMk cId="3435839152" sldId="385"/>
        </pc:sldMkLst>
      </pc:sldChg>
      <pc:sldChg chg="ord">
        <pc:chgData name="Beets, Simone (Dr) (Summerstrand Campus South)" userId="a9ed24f3-f7e1-440a-a32f-a1285e0bd405" providerId="ADAL" clId="{C5C1D51F-A270-48B6-A5EC-356B9C2211E3}" dt="2025-08-03T19:50:03.936" v="5001"/>
        <pc:sldMkLst>
          <pc:docMk/>
          <pc:sldMk cId="2665890241" sldId="386"/>
        </pc:sldMkLst>
      </pc:sldChg>
      <pc:sldChg chg="modSp mod ord modAnim">
        <pc:chgData name="Beets, Simone (Dr) (Summerstrand Campus South)" userId="a9ed24f3-f7e1-440a-a32f-a1285e0bd405" providerId="ADAL" clId="{C5C1D51F-A270-48B6-A5EC-356B9C2211E3}" dt="2025-08-03T21:24:29.460" v="11983" actId="6549"/>
        <pc:sldMkLst>
          <pc:docMk/>
          <pc:sldMk cId="2929070598" sldId="387"/>
        </pc:sldMkLst>
        <pc:spChg chg="mod">
          <ac:chgData name="Beets, Simone (Dr) (Summerstrand Campus South)" userId="a9ed24f3-f7e1-440a-a32f-a1285e0bd405" providerId="ADAL" clId="{C5C1D51F-A270-48B6-A5EC-356B9C2211E3}" dt="2025-08-03T17:56:32.112" v="74" actId="20577"/>
          <ac:spMkLst>
            <pc:docMk/>
            <pc:sldMk cId="2929070598" sldId="387"/>
            <ac:spMk id="20482" creationId="{FC2F61C2-DEB8-9562-D6B6-E8FCAA0869F0}"/>
          </ac:spMkLst>
        </pc:spChg>
        <pc:spChg chg="mod">
          <ac:chgData name="Beets, Simone (Dr) (Summerstrand Campus South)" userId="a9ed24f3-f7e1-440a-a32f-a1285e0bd405" providerId="ADAL" clId="{C5C1D51F-A270-48B6-A5EC-356B9C2211E3}" dt="2025-08-03T21:24:29.460" v="11983" actId="6549"/>
          <ac:spMkLst>
            <pc:docMk/>
            <pc:sldMk cId="2929070598" sldId="387"/>
            <ac:spMk id="20483" creationId="{E7F739D5-2A74-7367-32E4-AA9066CF8CA6}"/>
          </ac:spMkLst>
        </pc:spChg>
      </pc:sldChg>
      <pc:sldChg chg="modSp mod ord modAnim">
        <pc:chgData name="Beets, Simone (Dr) (Summerstrand Campus South)" userId="a9ed24f3-f7e1-440a-a32f-a1285e0bd405" providerId="ADAL" clId="{C5C1D51F-A270-48B6-A5EC-356B9C2211E3}" dt="2025-08-03T21:24:31.475" v="11984" actId="6549"/>
        <pc:sldMkLst>
          <pc:docMk/>
          <pc:sldMk cId="3566379816" sldId="388"/>
        </pc:sldMkLst>
        <pc:spChg chg="mod">
          <ac:chgData name="Beets, Simone (Dr) (Summerstrand Campus South)" userId="a9ed24f3-f7e1-440a-a32f-a1285e0bd405" providerId="ADAL" clId="{C5C1D51F-A270-48B6-A5EC-356B9C2211E3}" dt="2025-08-03T17:56:03.994" v="59" actId="20577"/>
          <ac:spMkLst>
            <pc:docMk/>
            <pc:sldMk cId="3566379816" sldId="388"/>
            <ac:spMk id="20482" creationId="{3A9343B0-8743-EB40-E249-EEEAB6E8C88A}"/>
          </ac:spMkLst>
        </pc:spChg>
        <pc:spChg chg="mod">
          <ac:chgData name="Beets, Simone (Dr) (Summerstrand Campus South)" userId="a9ed24f3-f7e1-440a-a32f-a1285e0bd405" providerId="ADAL" clId="{C5C1D51F-A270-48B6-A5EC-356B9C2211E3}" dt="2025-08-03T21:24:31.475" v="11984" actId="6549"/>
          <ac:spMkLst>
            <pc:docMk/>
            <pc:sldMk cId="3566379816" sldId="388"/>
            <ac:spMk id="20483" creationId="{95AF7334-790D-09CB-025A-4FB1BDD73037}"/>
          </ac:spMkLst>
        </pc:spChg>
      </pc:sldChg>
      <pc:sldChg chg="addSp delSp modSp add mod modAnim modNotesTx">
        <pc:chgData name="Beets, Simone (Dr) (Summerstrand Campus South)" userId="a9ed24f3-f7e1-440a-a32f-a1285e0bd405" providerId="ADAL" clId="{C5C1D51F-A270-48B6-A5EC-356B9C2211E3}" dt="2025-08-03T18:27:02.540" v="2165" actId="1076"/>
        <pc:sldMkLst>
          <pc:docMk/>
          <pc:sldMk cId="469056813" sldId="389"/>
        </pc:sldMkLst>
        <pc:spChg chg="mod">
          <ac:chgData name="Beets, Simone (Dr) (Summerstrand Campus South)" userId="a9ed24f3-f7e1-440a-a32f-a1285e0bd405" providerId="ADAL" clId="{C5C1D51F-A270-48B6-A5EC-356B9C2211E3}" dt="2025-08-03T18:25:34.671" v="2081" actId="1038"/>
          <ac:spMkLst>
            <pc:docMk/>
            <pc:sldMk cId="469056813" sldId="389"/>
            <ac:spMk id="2" creationId="{8E5BD929-AC5E-B0D4-78FE-51F61EEF425B}"/>
          </ac:spMkLst>
        </pc:spChg>
        <pc:spChg chg="del">
          <ac:chgData name="Beets, Simone (Dr) (Summerstrand Campus South)" userId="a9ed24f3-f7e1-440a-a32f-a1285e0bd405" providerId="ADAL" clId="{C5C1D51F-A270-48B6-A5EC-356B9C2211E3}" dt="2025-08-03T18:25:24.730" v="2016" actId="478"/>
          <ac:spMkLst>
            <pc:docMk/>
            <pc:sldMk cId="469056813" sldId="389"/>
            <ac:spMk id="3" creationId="{308230C5-331C-9968-BDF0-1F4065687BB7}"/>
          </ac:spMkLst>
        </pc:spChg>
        <pc:spChg chg="add del mod">
          <ac:chgData name="Beets, Simone (Dr) (Summerstrand Campus South)" userId="a9ed24f3-f7e1-440a-a32f-a1285e0bd405" providerId="ADAL" clId="{C5C1D51F-A270-48B6-A5EC-356B9C2211E3}" dt="2025-08-03T18:25:27.280" v="2017" actId="478"/>
          <ac:spMkLst>
            <pc:docMk/>
            <pc:sldMk cId="469056813" sldId="389"/>
            <ac:spMk id="4" creationId="{BD985DDB-0963-4712-AB53-ADB5A8323D20}"/>
          </ac:spMkLst>
        </pc:spChg>
        <pc:spChg chg="mod">
          <ac:chgData name="Beets, Simone (Dr) (Summerstrand Campus South)" userId="a9ed24f3-f7e1-440a-a32f-a1285e0bd405" providerId="ADAL" clId="{C5C1D51F-A270-48B6-A5EC-356B9C2211E3}" dt="2025-08-03T18:25:43.199" v="2097" actId="20577"/>
          <ac:spMkLst>
            <pc:docMk/>
            <pc:sldMk cId="469056813" sldId="389"/>
            <ac:spMk id="6" creationId="{E42391C6-ECE5-EEC5-975A-44F397091D90}"/>
          </ac:spMkLst>
        </pc:spChg>
        <pc:picChg chg="add mod">
          <ac:chgData name="Beets, Simone (Dr) (Summerstrand Campus South)" userId="a9ed24f3-f7e1-440a-a32f-a1285e0bd405" providerId="ADAL" clId="{C5C1D51F-A270-48B6-A5EC-356B9C2211E3}" dt="2025-08-03T18:27:02.540" v="2165" actId="1076"/>
          <ac:picMkLst>
            <pc:docMk/>
            <pc:sldMk cId="469056813" sldId="389"/>
            <ac:picMk id="7" creationId="{A1585B45-0009-42C9-94F1-BC97750FA09B}"/>
          </ac:picMkLst>
        </pc:picChg>
      </pc:sldChg>
      <pc:sldChg chg="addSp delSp modSp add mod ord delAnim modAnim modNotesTx">
        <pc:chgData name="Beets, Simone (Dr) (Summerstrand Campus South)" userId="a9ed24f3-f7e1-440a-a32f-a1285e0bd405" providerId="ADAL" clId="{C5C1D51F-A270-48B6-A5EC-356B9C2211E3}" dt="2025-08-03T20:04:38.863" v="5808" actId="20577"/>
        <pc:sldMkLst>
          <pc:docMk/>
          <pc:sldMk cId="1806085718" sldId="390"/>
        </pc:sldMkLst>
        <pc:spChg chg="add mod">
          <ac:chgData name="Beets, Simone (Dr) (Summerstrand Campus South)" userId="a9ed24f3-f7e1-440a-a32f-a1285e0bd405" providerId="ADAL" clId="{C5C1D51F-A270-48B6-A5EC-356B9C2211E3}" dt="2025-08-03T20:03:26.632" v="5649" actId="1038"/>
          <ac:spMkLst>
            <pc:docMk/>
            <pc:sldMk cId="1806085718" sldId="390"/>
            <ac:spMk id="2" creationId="{109396CF-C045-4D44-84C8-3E8A61830746}"/>
          </ac:spMkLst>
        </pc:spChg>
        <pc:spChg chg="mod">
          <ac:chgData name="Beets, Simone (Dr) (Summerstrand Campus South)" userId="a9ed24f3-f7e1-440a-a32f-a1285e0bd405" providerId="ADAL" clId="{C5C1D51F-A270-48B6-A5EC-356B9C2211E3}" dt="2025-08-03T18:09:30.440" v="680" actId="20577"/>
          <ac:spMkLst>
            <pc:docMk/>
            <pc:sldMk cId="1806085718" sldId="390"/>
            <ac:spMk id="20482" creationId="{DA623730-44A2-7876-7832-2E4BB653C41A}"/>
          </ac:spMkLst>
        </pc:spChg>
        <pc:spChg chg="mod">
          <ac:chgData name="Beets, Simone (Dr) (Summerstrand Campus South)" userId="a9ed24f3-f7e1-440a-a32f-a1285e0bd405" providerId="ADAL" clId="{C5C1D51F-A270-48B6-A5EC-356B9C2211E3}" dt="2025-08-03T20:02:19.604" v="5522" actId="20577"/>
          <ac:spMkLst>
            <pc:docMk/>
            <pc:sldMk cId="1806085718" sldId="390"/>
            <ac:spMk id="20483" creationId="{6CF76C83-9628-82EB-EEC2-12037642C096}"/>
          </ac:spMkLst>
        </pc:spChg>
        <pc:picChg chg="del">
          <ac:chgData name="Beets, Simone (Dr) (Summerstrand Campus South)" userId="a9ed24f3-f7e1-440a-a32f-a1285e0bd405" providerId="ADAL" clId="{C5C1D51F-A270-48B6-A5EC-356B9C2211E3}" dt="2025-08-03T18:10:37.306" v="855" actId="478"/>
          <ac:picMkLst>
            <pc:docMk/>
            <pc:sldMk cId="1806085718" sldId="390"/>
            <ac:picMk id="3" creationId="{32DA34F6-650E-16AE-472A-B7D21F9D2A6E}"/>
          </ac:picMkLst>
        </pc:picChg>
        <pc:picChg chg="add mod">
          <ac:chgData name="Beets, Simone (Dr) (Summerstrand Campus South)" userId="a9ed24f3-f7e1-440a-a32f-a1285e0bd405" providerId="ADAL" clId="{C5C1D51F-A270-48B6-A5EC-356B9C2211E3}" dt="2025-08-03T18:14:02.587" v="999" actId="1076"/>
          <ac:picMkLst>
            <pc:docMk/>
            <pc:sldMk cId="1806085718" sldId="390"/>
            <ac:picMk id="1026" creationId="{7EA7565E-0B2C-4BED-B320-169977D516E1}"/>
          </ac:picMkLst>
        </pc:picChg>
      </pc:sldChg>
      <pc:sldChg chg="addSp delSp modSp add mod modAnim modNotesTx">
        <pc:chgData name="Beets, Simone (Dr) (Summerstrand Campus South)" userId="a9ed24f3-f7e1-440a-a32f-a1285e0bd405" providerId="ADAL" clId="{C5C1D51F-A270-48B6-A5EC-356B9C2211E3}" dt="2025-08-03T20:06:54.850" v="6063" actId="20577"/>
        <pc:sldMkLst>
          <pc:docMk/>
          <pc:sldMk cId="754971171" sldId="391"/>
        </pc:sldMkLst>
        <pc:spChg chg="add del mod">
          <ac:chgData name="Beets, Simone (Dr) (Summerstrand Campus South)" userId="a9ed24f3-f7e1-440a-a32f-a1285e0bd405" providerId="ADAL" clId="{C5C1D51F-A270-48B6-A5EC-356B9C2211E3}" dt="2025-08-03T18:22:55.619" v="2014" actId="21"/>
          <ac:spMkLst>
            <pc:docMk/>
            <pc:sldMk cId="754971171" sldId="391"/>
            <ac:spMk id="6" creationId="{301BF9FF-3AE0-4BEC-861E-793A685B1226}"/>
          </ac:spMkLst>
        </pc:spChg>
        <pc:spChg chg="mod">
          <ac:chgData name="Beets, Simone (Dr) (Summerstrand Campus South)" userId="a9ed24f3-f7e1-440a-a32f-a1285e0bd405" providerId="ADAL" clId="{C5C1D51F-A270-48B6-A5EC-356B9C2211E3}" dt="2025-08-03T18:14:30.544" v="1023" actId="20577"/>
          <ac:spMkLst>
            <pc:docMk/>
            <pc:sldMk cId="754971171" sldId="391"/>
            <ac:spMk id="20482" creationId="{DA623730-44A2-7876-7832-2E4BB653C41A}"/>
          </ac:spMkLst>
        </pc:spChg>
        <pc:spChg chg="mod">
          <ac:chgData name="Beets, Simone (Dr) (Summerstrand Campus South)" userId="a9ed24f3-f7e1-440a-a32f-a1285e0bd405" providerId="ADAL" clId="{C5C1D51F-A270-48B6-A5EC-356B9C2211E3}" dt="2025-08-03T20:06:08.530" v="5912" actId="6549"/>
          <ac:spMkLst>
            <pc:docMk/>
            <pc:sldMk cId="754971171" sldId="391"/>
            <ac:spMk id="20483" creationId="{6CF76C83-9628-82EB-EEC2-12037642C096}"/>
          </ac:spMkLst>
        </pc:spChg>
        <pc:picChg chg="del">
          <ac:chgData name="Beets, Simone (Dr) (Summerstrand Campus South)" userId="a9ed24f3-f7e1-440a-a32f-a1285e0bd405" providerId="ADAL" clId="{C5C1D51F-A270-48B6-A5EC-356B9C2211E3}" dt="2025-08-03T18:15:11.825" v="1215" actId="478"/>
          <ac:picMkLst>
            <pc:docMk/>
            <pc:sldMk cId="754971171" sldId="391"/>
            <ac:picMk id="1026" creationId="{7EA7565E-0B2C-4BED-B320-169977D516E1}"/>
          </ac:picMkLst>
        </pc:picChg>
      </pc:sldChg>
      <pc:sldChg chg="delSp modSp add mod ord modAnim modNotesTx">
        <pc:chgData name="Beets, Simone (Dr) (Summerstrand Campus South)" userId="a9ed24f3-f7e1-440a-a32f-a1285e0bd405" providerId="ADAL" clId="{C5C1D51F-A270-48B6-A5EC-356B9C2211E3}" dt="2025-08-03T20:32:51.044" v="6955" actId="6549"/>
        <pc:sldMkLst>
          <pc:docMk/>
          <pc:sldMk cId="611852424" sldId="392"/>
        </pc:sldMkLst>
        <pc:spChg chg="del">
          <ac:chgData name="Beets, Simone (Dr) (Summerstrand Campus South)" userId="a9ed24f3-f7e1-440a-a32f-a1285e0bd405" providerId="ADAL" clId="{C5C1D51F-A270-48B6-A5EC-356B9C2211E3}" dt="2025-08-03T18:28:23.473" v="2404" actId="478"/>
          <ac:spMkLst>
            <pc:docMk/>
            <pc:sldMk cId="611852424" sldId="392"/>
            <ac:spMk id="6" creationId="{301BF9FF-3AE0-4BEC-861E-793A685B1226}"/>
          </ac:spMkLst>
        </pc:spChg>
        <pc:spChg chg="mod">
          <ac:chgData name="Beets, Simone (Dr) (Summerstrand Campus South)" userId="a9ed24f3-f7e1-440a-a32f-a1285e0bd405" providerId="ADAL" clId="{C5C1D51F-A270-48B6-A5EC-356B9C2211E3}" dt="2025-08-03T18:27:12.024" v="2181" actId="20577"/>
          <ac:spMkLst>
            <pc:docMk/>
            <pc:sldMk cId="611852424" sldId="392"/>
            <ac:spMk id="20482" creationId="{DA623730-44A2-7876-7832-2E4BB653C41A}"/>
          </ac:spMkLst>
        </pc:spChg>
        <pc:spChg chg="mod">
          <ac:chgData name="Beets, Simone (Dr) (Summerstrand Campus South)" userId="a9ed24f3-f7e1-440a-a32f-a1285e0bd405" providerId="ADAL" clId="{C5C1D51F-A270-48B6-A5EC-356B9C2211E3}" dt="2025-08-03T20:24:47.225" v="6403" actId="20577"/>
          <ac:spMkLst>
            <pc:docMk/>
            <pc:sldMk cId="611852424" sldId="392"/>
            <ac:spMk id="20483" creationId="{6CF76C83-9628-82EB-EEC2-12037642C096}"/>
          </ac:spMkLst>
        </pc:spChg>
      </pc:sldChg>
      <pc:sldChg chg="add ord">
        <pc:chgData name="Beets, Simone (Dr) (Summerstrand Campus South)" userId="a9ed24f3-f7e1-440a-a32f-a1285e0bd405" providerId="ADAL" clId="{C5C1D51F-A270-48B6-A5EC-356B9C2211E3}" dt="2025-08-03T19:49:46.332" v="4999"/>
        <pc:sldMkLst>
          <pc:docMk/>
          <pc:sldMk cId="881548409" sldId="393"/>
        </pc:sldMkLst>
      </pc:sldChg>
      <pc:sldChg chg="add del">
        <pc:chgData name="Beets, Simone (Dr) (Summerstrand Campus South)" userId="a9ed24f3-f7e1-440a-a32f-a1285e0bd405" providerId="ADAL" clId="{C5C1D51F-A270-48B6-A5EC-356B9C2211E3}" dt="2025-08-03T18:26:37.813" v="2121" actId="47"/>
        <pc:sldMkLst>
          <pc:docMk/>
          <pc:sldMk cId="575259341" sldId="394"/>
        </pc:sldMkLst>
      </pc:sldChg>
      <pc:sldChg chg="addSp delSp modSp add del mod modAnim">
        <pc:chgData name="Beets, Simone (Dr) (Summerstrand Campus South)" userId="a9ed24f3-f7e1-440a-a32f-a1285e0bd405" providerId="ADAL" clId="{C5C1D51F-A270-48B6-A5EC-356B9C2211E3}" dt="2025-08-03T18:31:50.519" v="2495" actId="47"/>
        <pc:sldMkLst>
          <pc:docMk/>
          <pc:sldMk cId="1559282097" sldId="394"/>
        </pc:sldMkLst>
        <pc:spChg chg="add del mod">
          <ac:chgData name="Beets, Simone (Dr) (Summerstrand Campus South)" userId="a9ed24f3-f7e1-440a-a32f-a1285e0bd405" providerId="ADAL" clId="{C5C1D51F-A270-48B6-A5EC-356B9C2211E3}" dt="2025-08-03T18:28:36.040" v="2406" actId="478"/>
          <ac:spMkLst>
            <pc:docMk/>
            <pc:sldMk cId="1559282097" sldId="394"/>
            <ac:spMk id="2" creationId="{2A4038D2-01DC-432A-B49C-DCFB8157E0AB}"/>
          </ac:spMkLst>
        </pc:spChg>
        <pc:spChg chg="add del">
          <ac:chgData name="Beets, Simone (Dr) (Summerstrand Campus South)" userId="a9ed24f3-f7e1-440a-a32f-a1285e0bd405" providerId="ADAL" clId="{C5C1D51F-A270-48B6-A5EC-356B9C2211E3}" dt="2025-08-03T18:28:42.019" v="2408" actId="22"/>
          <ac:spMkLst>
            <pc:docMk/>
            <pc:sldMk cId="1559282097" sldId="394"/>
            <ac:spMk id="7" creationId="{8AEEC050-4C8C-43D8-9AD6-DF38FD48ED61}"/>
          </ac:spMkLst>
        </pc:spChg>
        <pc:spChg chg="add del">
          <ac:chgData name="Beets, Simone (Dr) (Summerstrand Campus South)" userId="a9ed24f3-f7e1-440a-a32f-a1285e0bd405" providerId="ADAL" clId="{C5C1D51F-A270-48B6-A5EC-356B9C2211E3}" dt="2025-08-03T18:28:46.605" v="2410" actId="22"/>
          <ac:spMkLst>
            <pc:docMk/>
            <pc:sldMk cId="1559282097" sldId="394"/>
            <ac:spMk id="9" creationId="{63FB8817-EC49-4C1F-8721-30AD59E78D9F}"/>
          </ac:spMkLst>
        </pc:spChg>
        <pc:spChg chg="add">
          <ac:chgData name="Beets, Simone (Dr) (Summerstrand Campus South)" userId="a9ed24f3-f7e1-440a-a32f-a1285e0bd405" providerId="ADAL" clId="{C5C1D51F-A270-48B6-A5EC-356B9C2211E3}" dt="2025-08-03T18:28:50.361" v="2411" actId="22"/>
          <ac:spMkLst>
            <pc:docMk/>
            <pc:sldMk cId="1559282097" sldId="394"/>
            <ac:spMk id="11" creationId="{4AFC4CAF-A03E-443C-80C8-B2CF9D62A95D}"/>
          </ac:spMkLst>
        </pc:spChg>
        <pc:spChg chg="mod">
          <ac:chgData name="Beets, Simone (Dr) (Summerstrand Campus South)" userId="a9ed24f3-f7e1-440a-a32f-a1285e0bd405" providerId="ADAL" clId="{C5C1D51F-A270-48B6-A5EC-356B9C2211E3}" dt="2025-08-03T18:28:17.375" v="2403" actId="20577"/>
          <ac:spMkLst>
            <pc:docMk/>
            <pc:sldMk cId="1559282097" sldId="394"/>
            <ac:spMk id="20482" creationId="{DA623730-44A2-7876-7832-2E4BB653C41A}"/>
          </ac:spMkLst>
        </pc:spChg>
        <pc:spChg chg="del">
          <ac:chgData name="Beets, Simone (Dr) (Summerstrand Campus South)" userId="a9ed24f3-f7e1-440a-a32f-a1285e0bd405" providerId="ADAL" clId="{C5C1D51F-A270-48B6-A5EC-356B9C2211E3}" dt="2025-08-03T18:28:33.770" v="2405" actId="478"/>
          <ac:spMkLst>
            <pc:docMk/>
            <pc:sldMk cId="1559282097" sldId="394"/>
            <ac:spMk id="20483" creationId="{6CF76C83-9628-82EB-EEC2-12037642C096}"/>
          </ac:spMkLst>
        </pc:spChg>
      </pc:sldChg>
      <pc:sldChg chg="add ord modNotesTx">
        <pc:chgData name="Beets, Simone (Dr) (Summerstrand Campus South)" userId="a9ed24f3-f7e1-440a-a32f-a1285e0bd405" providerId="ADAL" clId="{C5C1D51F-A270-48B6-A5EC-356B9C2211E3}" dt="2025-08-03T22:07:08.188" v="12004" actId="20577"/>
        <pc:sldMkLst>
          <pc:docMk/>
          <pc:sldMk cId="2651105460" sldId="395"/>
        </pc:sldMkLst>
      </pc:sldChg>
      <pc:sldChg chg="addSp delSp modSp add mod delAnim modAnim modNotesTx">
        <pc:chgData name="Beets, Simone (Dr) (Summerstrand Campus South)" userId="a9ed24f3-f7e1-440a-a32f-a1285e0bd405" providerId="ADAL" clId="{C5C1D51F-A270-48B6-A5EC-356B9C2211E3}" dt="2025-08-03T20:32:32.765" v="6953" actId="14100"/>
        <pc:sldMkLst>
          <pc:docMk/>
          <pc:sldMk cId="3546257120" sldId="396"/>
        </pc:sldMkLst>
        <pc:spChg chg="mod">
          <ac:chgData name="Beets, Simone (Dr) (Summerstrand Campus South)" userId="a9ed24f3-f7e1-440a-a32f-a1285e0bd405" providerId="ADAL" clId="{C5C1D51F-A270-48B6-A5EC-356B9C2211E3}" dt="2025-08-03T20:32:32.765" v="6953" actId="14100"/>
          <ac:spMkLst>
            <pc:docMk/>
            <pc:sldMk cId="3546257120" sldId="396"/>
            <ac:spMk id="2" creationId="{B03286B7-1F1D-907A-885F-42B1CFD3B00F}"/>
          </ac:spMkLst>
        </pc:spChg>
        <pc:spChg chg="del">
          <ac:chgData name="Beets, Simone (Dr) (Summerstrand Campus South)" userId="a9ed24f3-f7e1-440a-a32f-a1285e0bd405" providerId="ADAL" clId="{C5C1D51F-A270-48B6-A5EC-356B9C2211E3}" dt="2025-08-03T18:31:01.588" v="2484" actId="478"/>
          <ac:spMkLst>
            <pc:docMk/>
            <pc:sldMk cId="3546257120" sldId="396"/>
            <ac:spMk id="5" creationId="{257B015A-CB09-8F41-B180-747B328A8FED}"/>
          </ac:spMkLst>
        </pc:spChg>
        <pc:spChg chg="add mod">
          <ac:chgData name="Beets, Simone (Dr) (Summerstrand Campus South)" userId="a9ed24f3-f7e1-440a-a32f-a1285e0bd405" providerId="ADAL" clId="{C5C1D51F-A270-48B6-A5EC-356B9C2211E3}" dt="2025-08-03T18:30:59.527" v="2483"/>
          <ac:spMkLst>
            <pc:docMk/>
            <pc:sldMk cId="3546257120" sldId="396"/>
            <ac:spMk id="6" creationId="{FA4A972C-8ADA-479D-85C4-639DF36690EB}"/>
          </ac:spMkLst>
        </pc:spChg>
        <pc:spChg chg="add mod">
          <ac:chgData name="Beets, Simone (Dr) (Summerstrand Campus South)" userId="a9ed24f3-f7e1-440a-a32f-a1285e0bd405" providerId="ADAL" clId="{C5C1D51F-A270-48B6-A5EC-356B9C2211E3}" dt="2025-08-03T18:31:06.845" v="2486" actId="1076"/>
          <ac:spMkLst>
            <pc:docMk/>
            <pc:sldMk cId="3546257120" sldId="396"/>
            <ac:spMk id="7" creationId="{30405EDA-EE0E-4117-AC45-DFA0C271DA68}"/>
          </ac:spMkLst>
        </pc:spChg>
        <pc:spChg chg="add mod">
          <ac:chgData name="Beets, Simone (Dr) (Summerstrand Campus South)" userId="a9ed24f3-f7e1-440a-a32f-a1285e0bd405" providerId="ADAL" clId="{C5C1D51F-A270-48B6-A5EC-356B9C2211E3}" dt="2025-08-03T19:52:36.302" v="5058" actId="114"/>
          <ac:spMkLst>
            <pc:docMk/>
            <pc:sldMk cId="3546257120" sldId="396"/>
            <ac:spMk id="8" creationId="{AD9FEC85-37B3-49EC-8752-31E53A79B886}"/>
          </ac:spMkLst>
        </pc:spChg>
        <pc:spChg chg="add mod">
          <ac:chgData name="Beets, Simone (Dr) (Summerstrand Campus South)" userId="a9ed24f3-f7e1-440a-a32f-a1285e0bd405" providerId="ADAL" clId="{C5C1D51F-A270-48B6-A5EC-356B9C2211E3}" dt="2025-08-03T20:32:25.627" v="6952"/>
          <ac:spMkLst>
            <pc:docMk/>
            <pc:sldMk cId="3546257120" sldId="396"/>
            <ac:spMk id="9" creationId="{909AF222-A680-4E7F-A0C2-747CEF1BE278}"/>
          </ac:spMkLst>
        </pc:spChg>
        <pc:spChg chg="mod">
          <ac:chgData name="Beets, Simone (Dr) (Summerstrand Campus South)" userId="a9ed24f3-f7e1-440a-a32f-a1285e0bd405" providerId="ADAL" clId="{C5C1D51F-A270-48B6-A5EC-356B9C2211E3}" dt="2025-08-03T18:30:38.288" v="2473" actId="20577"/>
          <ac:spMkLst>
            <pc:docMk/>
            <pc:sldMk cId="3546257120" sldId="396"/>
            <ac:spMk id="20482" creationId="{A4BDBBFC-B831-4BCA-E676-1B70902F6E58}"/>
          </ac:spMkLst>
        </pc:spChg>
      </pc:sldChg>
      <pc:sldChg chg="addSp delSp modSp add mod ord modAnim modNotesTx">
        <pc:chgData name="Beets, Simone (Dr) (Summerstrand Campus South)" userId="a9ed24f3-f7e1-440a-a32f-a1285e0bd405" providerId="ADAL" clId="{C5C1D51F-A270-48B6-A5EC-356B9C2211E3}" dt="2025-08-04T06:13:32.174" v="12194" actId="6549"/>
        <pc:sldMkLst>
          <pc:docMk/>
          <pc:sldMk cId="433610340" sldId="397"/>
        </pc:sldMkLst>
        <pc:spChg chg="add del mod">
          <ac:chgData name="Beets, Simone (Dr) (Summerstrand Campus South)" userId="a9ed24f3-f7e1-440a-a32f-a1285e0bd405" providerId="ADAL" clId="{C5C1D51F-A270-48B6-A5EC-356B9C2211E3}" dt="2025-08-03T20:43:43.598" v="7350" actId="478"/>
          <ac:spMkLst>
            <pc:docMk/>
            <pc:sldMk cId="433610340" sldId="397"/>
            <ac:spMk id="4" creationId="{D082B990-DCEF-4855-BA3B-8B8BB619E216}"/>
          </ac:spMkLst>
        </pc:spChg>
        <pc:spChg chg="add mod">
          <ac:chgData name="Beets, Simone (Dr) (Summerstrand Campus South)" userId="a9ed24f3-f7e1-440a-a32f-a1285e0bd405" providerId="ADAL" clId="{C5C1D51F-A270-48B6-A5EC-356B9C2211E3}" dt="2025-08-03T23:26:01.763" v="12013" actId="20577"/>
          <ac:spMkLst>
            <pc:docMk/>
            <pc:sldMk cId="433610340" sldId="397"/>
            <ac:spMk id="5" creationId="{376861F0-38CB-425C-97AC-8535353E6E20}"/>
          </ac:spMkLst>
        </pc:spChg>
        <pc:spChg chg="mod">
          <ac:chgData name="Beets, Simone (Dr) (Summerstrand Campus South)" userId="a9ed24f3-f7e1-440a-a32f-a1285e0bd405" providerId="ADAL" clId="{C5C1D51F-A270-48B6-A5EC-356B9C2211E3}" dt="2025-08-03T18:32:22.160" v="2557" actId="404"/>
          <ac:spMkLst>
            <pc:docMk/>
            <pc:sldMk cId="433610340" sldId="397"/>
            <ac:spMk id="20482" creationId="{DA623730-44A2-7876-7832-2E4BB653C41A}"/>
          </ac:spMkLst>
        </pc:spChg>
        <pc:spChg chg="mod">
          <ac:chgData name="Beets, Simone (Dr) (Summerstrand Campus South)" userId="a9ed24f3-f7e1-440a-a32f-a1285e0bd405" providerId="ADAL" clId="{C5C1D51F-A270-48B6-A5EC-356B9C2211E3}" dt="2025-08-04T06:13:32.174" v="12194" actId="6549"/>
          <ac:spMkLst>
            <pc:docMk/>
            <pc:sldMk cId="433610340" sldId="397"/>
            <ac:spMk id="20483" creationId="{6CF76C83-9628-82EB-EEC2-12037642C096}"/>
          </ac:spMkLst>
        </pc:spChg>
      </pc:sldChg>
      <pc:sldChg chg="addSp delSp modSp add mod modAnim modNotesTx">
        <pc:chgData name="Beets, Simone (Dr) (Summerstrand Campus South)" userId="a9ed24f3-f7e1-440a-a32f-a1285e0bd405" providerId="ADAL" clId="{C5C1D51F-A270-48B6-A5EC-356B9C2211E3}" dt="2025-08-03T22:00:06.637" v="11994" actId="20577"/>
        <pc:sldMkLst>
          <pc:docMk/>
          <pc:sldMk cId="301676607" sldId="398"/>
        </pc:sldMkLst>
        <pc:spChg chg="del">
          <ac:chgData name="Beets, Simone (Dr) (Summerstrand Campus South)" userId="a9ed24f3-f7e1-440a-a32f-a1285e0bd405" providerId="ADAL" clId="{C5C1D51F-A270-48B6-A5EC-356B9C2211E3}" dt="2025-08-03T18:37:09.655" v="3411" actId="478"/>
          <ac:spMkLst>
            <pc:docMk/>
            <pc:sldMk cId="301676607" sldId="398"/>
            <ac:spMk id="4" creationId="{D082B990-DCEF-4855-BA3B-8B8BB619E216}"/>
          </ac:spMkLst>
        </pc:spChg>
        <pc:spChg chg="add mod">
          <ac:chgData name="Beets, Simone (Dr) (Summerstrand Campus South)" userId="a9ed24f3-f7e1-440a-a32f-a1285e0bd405" providerId="ADAL" clId="{C5C1D51F-A270-48B6-A5EC-356B9C2211E3}" dt="2025-08-03T18:37:26.259" v="3416" actId="14100"/>
          <ac:spMkLst>
            <pc:docMk/>
            <pc:sldMk cId="301676607" sldId="398"/>
            <ac:spMk id="5" creationId="{13555328-6387-4045-AFEF-C4548F458840}"/>
          </ac:spMkLst>
        </pc:spChg>
        <pc:spChg chg="mod">
          <ac:chgData name="Beets, Simone (Dr) (Summerstrand Campus South)" userId="a9ed24f3-f7e1-440a-a32f-a1285e0bd405" providerId="ADAL" clId="{C5C1D51F-A270-48B6-A5EC-356B9C2211E3}" dt="2025-08-03T18:35:25.658" v="3096" actId="115"/>
          <ac:spMkLst>
            <pc:docMk/>
            <pc:sldMk cId="301676607" sldId="398"/>
            <ac:spMk id="20482" creationId="{DA623730-44A2-7876-7832-2E4BB653C41A}"/>
          </ac:spMkLst>
        </pc:spChg>
        <pc:spChg chg="mod">
          <ac:chgData name="Beets, Simone (Dr) (Summerstrand Campus South)" userId="a9ed24f3-f7e1-440a-a32f-a1285e0bd405" providerId="ADAL" clId="{C5C1D51F-A270-48B6-A5EC-356B9C2211E3}" dt="2025-08-03T22:00:06.637" v="11994" actId="20577"/>
          <ac:spMkLst>
            <pc:docMk/>
            <pc:sldMk cId="301676607" sldId="398"/>
            <ac:spMk id="20483" creationId="{6CF76C83-9628-82EB-EEC2-12037642C096}"/>
          </ac:spMkLst>
        </pc:spChg>
      </pc:sldChg>
      <pc:sldChg chg="delSp modSp add mod modAnim modNotesTx">
        <pc:chgData name="Beets, Simone (Dr) (Summerstrand Campus South)" userId="a9ed24f3-f7e1-440a-a32f-a1285e0bd405" providerId="ADAL" clId="{C5C1D51F-A270-48B6-A5EC-356B9C2211E3}" dt="2025-08-03T20:53:02.366" v="8396" actId="20577"/>
        <pc:sldMkLst>
          <pc:docMk/>
          <pc:sldMk cId="4059545156" sldId="399"/>
        </pc:sldMkLst>
        <pc:spChg chg="del">
          <ac:chgData name="Beets, Simone (Dr) (Summerstrand Campus South)" userId="a9ed24f3-f7e1-440a-a32f-a1285e0bd405" providerId="ADAL" clId="{C5C1D51F-A270-48B6-A5EC-356B9C2211E3}" dt="2025-08-03T18:39:41.928" v="3822" actId="478"/>
          <ac:spMkLst>
            <pc:docMk/>
            <pc:sldMk cId="4059545156" sldId="399"/>
            <ac:spMk id="5" creationId="{13555328-6387-4045-AFEF-C4548F458840}"/>
          </ac:spMkLst>
        </pc:spChg>
        <pc:spChg chg="mod">
          <ac:chgData name="Beets, Simone (Dr) (Summerstrand Campus South)" userId="a9ed24f3-f7e1-440a-a32f-a1285e0bd405" providerId="ADAL" clId="{C5C1D51F-A270-48B6-A5EC-356B9C2211E3}" dt="2025-08-03T18:38:35.224" v="3471" actId="20577"/>
          <ac:spMkLst>
            <pc:docMk/>
            <pc:sldMk cId="4059545156" sldId="399"/>
            <ac:spMk id="20482" creationId="{DA623730-44A2-7876-7832-2E4BB653C41A}"/>
          </ac:spMkLst>
        </pc:spChg>
        <pc:spChg chg="mod">
          <ac:chgData name="Beets, Simone (Dr) (Summerstrand Campus South)" userId="a9ed24f3-f7e1-440a-a32f-a1285e0bd405" providerId="ADAL" clId="{C5C1D51F-A270-48B6-A5EC-356B9C2211E3}" dt="2025-08-03T20:53:02.366" v="8396" actId="20577"/>
          <ac:spMkLst>
            <pc:docMk/>
            <pc:sldMk cId="4059545156" sldId="399"/>
            <ac:spMk id="20483" creationId="{6CF76C83-9628-82EB-EEC2-12037642C096}"/>
          </ac:spMkLst>
        </pc:spChg>
      </pc:sldChg>
      <pc:sldChg chg="add del">
        <pc:chgData name="Beets, Simone (Dr) (Summerstrand Campus South)" userId="a9ed24f3-f7e1-440a-a32f-a1285e0bd405" providerId="ADAL" clId="{C5C1D51F-A270-48B6-A5EC-356B9C2211E3}" dt="2025-08-03T18:40:17.088" v="3833" actId="47"/>
        <pc:sldMkLst>
          <pc:docMk/>
          <pc:sldMk cId="3064705410" sldId="400"/>
        </pc:sldMkLst>
      </pc:sldChg>
      <pc:sldChg chg="delSp modSp add mod ord delAnim modNotesTx">
        <pc:chgData name="Beets, Simone (Dr) (Summerstrand Campus South)" userId="a9ed24f3-f7e1-440a-a32f-a1285e0bd405" providerId="ADAL" clId="{C5C1D51F-A270-48B6-A5EC-356B9C2211E3}" dt="2025-08-03T20:54:26.326" v="8587" actId="20577"/>
        <pc:sldMkLst>
          <pc:docMk/>
          <pc:sldMk cId="3920907055" sldId="400"/>
        </pc:sldMkLst>
        <pc:spChg chg="mod">
          <ac:chgData name="Beets, Simone (Dr) (Summerstrand Campus South)" userId="a9ed24f3-f7e1-440a-a32f-a1285e0bd405" providerId="ADAL" clId="{C5C1D51F-A270-48B6-A5EC-356B9C2211E3}" dt="2025-08-03T18:40:51.312" v="3871" actId="14100"/>
          <ac:spMkLst>
            <pc:docMk/>
            <pc:sldMk cId="3920907055" sldId="400"/>
            <ac:spMk id="2" creationId="{B03286B7-1F1D-907A-885F-42B1CFD3B00F}"/>
          </ac:spMkLst>
        </pc:spChg>
        <pc:spChg chg="mod">
          <ac:chgData name="Beets, Simone (Dr) (Summerstrand Campus South)" userId="a9ed24f3-f7e1-440a-a32f-a1285e0bd405" providerId="ADAL" clId="{C5C1D51F-A270-48B6-A5EC-356B9C2211E3}" dt="2025-08-03T18:40:46.960" v="3869" actId="1076"/>
          <ac:spMkLst>
            <pc:docMk/>
            <pc:sldMk cId="3920907055" sldId="400"/>
            <ac:spMk id="6" creationId="{FA4A972C-8ADA-479D-85C4-639DF36690EB}"/>
          </ac:spMkLst>
        </pc:spChg>
        <pc:spChg chg="mod">
          <ac:chgData name="Beets, Simone (Dr) (Summerstrand Campus South)" userId="a9ed24f3-f7e1-440a-a32f-a1285e0bd405" providerId="ADAL" clId="{C5C1D51F-A270-48B6-A5EC-356B9C2211E3}" dt="2025-08-03T18:40:48.805" v="3870" actId="1076"/>
          <ac:spMkLst>
            <pc:docMk/>
            <pc:sldMk cId="3920907055" sldId="400"/>
            <ac:spMk id="7" creationId="{30405EDA-EE0E-4117-AC45-DFA0C271DA68}"/>
          </ac:spMkLst>
        </pc:spChg>
        <pc:spChg chg="del">
          <ac:chgData name="Beets, Simone (Dr) (Summerstrand Campus South)" userId="a9ed24f3-f7e1-440a-a32f-a1285e0bd405" providerId="ADAL" clId="{C5C1D51F-A270-48B6-A5EC-356B9C2211E3}" dt="2025-08-03T18:40:29.770" v="3863" actId="478"/>
          <ac:spMkLst>
            <pc:docMk/>
            <pc:sldMk cId="3920907055" sldId="400"/>
            <ac:spMk id="8" creationId="{AD9FEC85-37B3-49EC-8752-31E53A79B886}"/>
          </ac:spMkLst>
        </pc:spChg>
        <pc:spChg chg="mod">
          <ac:chgData name="Beets, Simone (Dr) (Summerstrand Campus South)" userId="a9ed24f3-f7e1-440a-a32f-a1285e0bd405" providerId="ADAL" clId="{C5C1D51F-A270-48B6-A5EC-356B9C2211E3}" dt="2025-08-03T18:40:26.832" v="3862" actId="20577"/>
          <ac:spMkLst>
            <pc:docMk/>
            <pc:sldMk cId="3920907055" sldId="400"/>
            <ac:spMk id="20482" creationId="{A4BDBBFC-B831-4BCA-E676-1B70902F6E58}"/>
          </ac:spMkLst>
        </pc:spChg>
      </pc:sldChg>
      <pc:sldChg chg="addSp delSp modSp add mod delAnim modAnim modNotesTx">
        <pc:chgData name="Beets, Simone (Dr) (Summerstrand Campus South)" userId="a9ed24f3-f7e1-440a-a32f-a1285e0bd405" providerId="ADAL" clId="{C5C1D51F-A270-48B6-A5EC-356B9C2211E3}" dt="2025-08-03T22:03:52.201" v="12000"/>
        <pc:sldMkLst>
          <pc:docMk/>
          <pc:sldMk cId="1515453060" sldId="401"/>
        </pc:sldMkLst>
        <pc:spChg chg="mod">
          <ac:chgData name="Beets, Simone (Dr) (Summerstrand Campus South)" userId="a9ed24f3-f7e1-440a-a32f-a1285e0bd405" providerId="ADAL" clId="{C5C1D51F-A270-48B6-A5EC-356B9C2211E3}" dt="2025-08-03T18:43:27.380" v="3954" actId="14100"/>
          <ac:spMkLst>
            <pc:docMk/>
            <pc:sldMk cId="1515453060" sldId="401"/>
            <ac:spMk id="2" creationId="{B03286B7-1F1D-907A-885F-42B1CFD3B00F}"/>
          </ac:spMkLst>
        </pc:spChg>
        <pc:spChg chg="add mod">
          <ac:chgData name="Beets, Simone (Dr) (Summerstrand Campus South)" userId="a9ed24f3-f7e1-440a-a32f-a1285e0bd405" providerId="ADAL" clId="{C5C1D51F-A270-48B6-A5EC-356B9C2211E3}" dt="2025-08-03T22:03:35.361" v="11997" actId="208"/>
          <ac:spMkLst>
            <pc:docMk/>
            <pc:sldMk cId="1515453060" sldId="401"/>
            <ac:spMk id="4" creationId="{B9C86884-F595-4964-BF1D-3EF43192AF6E}"/>
          </ac:spMkLst>
        </pc:spChg>
        <pc:spChg chg="mod">
          <ac:chgData name="Beets, Simone (Dr) (Summerstrand Campus South)" userId="a9ed24f3-f7e1-440a-a32f-a1285e0bd405" providerId="ADAL" clId="{C5C1D51F-A270-48B6-A5EC-356B9C2211E3}" dt="2025-08-03T18:41:59.569" v="3916" actId="14100"/>
          <ac:spMkLst>
            <pc:docMk/>
            <pc:sldMk cId="1515453060" sldId="401"/>
            <ac:spMk id="6" creationId="{FA4A972C-8ADA-479D-85C4-639DF36690EB}"/>
          </ac:spMkLst>
        </pc:spChg>
        <pc:spChg chg="del mod">
          <ac:chgData name="Beets, Simone (Dr) (Summerstrand Campus South)" userId="a9ed24f3-f7e1-440a-a32f-a1285e0bd405" providerId="ADAL" clId="{C5C1D51F-A270-48B6-A5EC-356B9C2211E3}" dt="2025-08-03T20:58:29.597" v="9064" actId="478"/>
          <ac:spMkLst>
            <pc:docMk/>
            <pc:sldMk cId="1515453060" sldId="401"/>
            <ac:spMk id="7" creationId="{30405EDA-EE0E-4117-AC45-DFA0C271DA68}"/>
          </ac:spMkLst>
        </pc:spChg>
        <pc:spChg chg="add del mod">
          <ac:chgData name="Beets, Simone (Dr) (Summerstrand Campus South)" userId="a9ed24f3-f7e1-440a-a32f-a1285e0bd405" providerId="ADAL" clId="{C5C1D51F-A270-48B6-A5EC-356B9C2211E3}" dt="2025-08-03T18:42:27.975" v="3929" actId="478"/>
          <ac:spMkLst>
            <pc:docMk/>
            <pc:sldMk cId="1515453060" sldId="401"/>
            <ac:spMk id="8" creationId="{F6D8D39E-5A2B-4EE7-945A-4EB3C1BC659E}"/>
          </ac:spMkLst>
        </pc:spChg>
        <pc:spChg chg="add mod">
          <ac:chgData name="Beets, Simone (Dr) (Summerstrand Campus South)" userId="a9ed24f3-f7e1-440a-a32f-a1285e0bd405" providerId="ADAL" clId="{C5C1D51F-A270-48B6-A5EC-356B9C2211E3}" dt="2025-08-03T19:53:09.086" v="5065" actId="114"/>
          <ac:spMkLst>
            <pc:docMk/>
            <pc:sldMk cId="1515453060" sldId="401"/>
            <ac:spMk id="9" creationId="{6A8B0833-1B63-4290-9B4B-573A5E2F013A}"/>
          </ac:spMkLst>
        </pc:spChg>
        <pc:spChg chg="mod">
          <ac:chgData name="Beets, Simone (Dr) (Summerstrand Campus South)" userId="a9ed24f3-f7e1-440a-a32f-a1285e0bd405" providerId="ADAL" clId="{C5C1D51F-A270-48B6-A5EC-356B9C2211E3}" dt="2025-08-03T18:41:21.715" v="3902" actId="6549"/>
          <ac:spMkLst>
            <pc:docMk/>
            <pc:sldMk cId="1515453060" sldId="401"/>
            <ac:spMk id="20482" creationId="{A4BDBBFC-B831-4BCA-E676-1B70902F6E58}"/>
          </ac:spMkLst>
        </pc:spChg>
      </pc:sldChg>
      <pc:sldChg chg="addSp modSp add mod ord modNotesTx">
        <pc:chgData name="Beets, Simone (Dr) (Summerstrand Campus South)" userId="a9ed24f3-f7e1-440a-a32f-a1285e0bd405" providerId="ADAL" clId="{C5C1D51F-A270-48B6-A5EC-356B9C2211E3}" dt="2025-08-03T22:04:44.461" v="12001" actId="20577"/>
        <pc:sldMkLst>
          <pc:docMk/>
          <pc:sldMk cId="2184392525" sldId="402"/>
        </pc:sldMkLst>
        <pc:spChg chg="mod">
          <ac:chgData name="Beets, Simone (Dr) (Summerstrand Campus South)" userId="a9ed24f3-f7e1-440a-a32f-a1285e0bd405" providerId="ADAL" clId="{C5C1D51F-A270-48B6-A5EC-356B9C2211E3}" dt="2025-08-03T19:49:33.106" v="4997" actId="14100"/>
          <ac:spMkLst>
            <pc:docMk/>
            <pc:sldMk cId="2184392525" sldId="402"/>
            <ac:spMk id="2" creationId="{8E5BD929-AC5E-B0D4-78FE-51F61EEF425B}"/>
          </ac:spMkLst>
        </pc:spChg>
        <pc:spChg chg="add mod ord">
          <ac:chgData name="Beets, Simone (Dr) (Summerstrand Campus South)" userId="a9ed24f3-f7e1-440a-a32f-a1285e0bd405" providerId="ADAL" clId="{C5C1D51F-A270-48B6-A5EC-356B9C2211E3}" dt="2025-08-03T18:47:17.427" v="3994" actId="167"/>
          <ac:spMkLst>
            <pc:docMk/>
            <pc:sldMk cId="2184392525" sldId="402"/>
            <ac:spMk id="3" creationId="{9FCB5C22-EA13-4F25-9DD7-02B836BF61AD}"/>
          </ac:spMkLst>
        </pc:spChg>
        <pc:spChg chg="mod">
          <ac:chgData name="Beets, Simone (Dr) (Summerstrand Campus South)" userId="a9ed24f3-f7e1-440a-a32f-a1285e0bd405" providerId="ADAL" clId="{C5C1D51F-A270-48B6-A5EC-356B9C2211E3}" dt="2025-08-03T19:49:29.161" v="4996" actId="1076"/>
          <ac:spMkLst>
            <pc:docMk/>
            <pc:sldMk cId="2184392525" sldId="402"/>
            <ac:spMk id="6" creationId="{E42391C6-ECE5-EEC5-975A-44F397091D90}"/>
          </ac:spMkLst>
        </pc:spChg>
        <pc:picChg chg="mod">
          <ac:chgData name="Beets, Simone (Dr) (Summerstrand Campus South)" userId="a9ed24f3-f7e1-440a-a32f-a1285e0bd405" providerId="ADAL" clId="{C5C1D51F-A270-48B6-A5EC-356B9C2211E3}" dt="2025-08-03T19:49:22.771" v="4995" actId="1076"/>
          <ac:picMkLst>
            <pc:docMk/>
            <pc:sldMk cId="2184392525" sldId="402"/>
            <ac:picMk id="7" creationId="{A1585B45-0009-42C9-94F1-BC97750FA09B}"/>
          </ac:picMkLst>
        </pc:picChg>
      </pc:sldChg>
      <pc:sldChg chg="addSp delSp modSp add mod ord modAnim modNotesTx">
        <pc:chgData name="Beets, Simone (Dr) (Summerstrand Campus South)" userId="a9ed24f3-f7e1-440a-a32f-a1285e0bd405" providerId="ADAL" clId="{C5C1D51F-A270-48B6-A5EC-356B9C2211E3}" dt="2025-08-04T06:18:10.952" v="12201" actId="403"/>
        <pc:sldMkLst>
          <pc:docMk/>
          <pc:sldMk cId="163720027" sldId="403"/>
        </pc:sldMkLst>
        <pc:spChg chg="add del mod">
          <ac:chgData name="Beets, Simone (Dr) (Summerstrand Campus South)" userId="a9ed24f3-f7e1-440a-a32f-a1285e0bd405" providerId="ADAL" clId="{C5C1D51F-A270-48B6-A5EC-356B9C2211E3}" dt="2025-08-03T18:49:21.058" v="4382" actId="21"/>
          <ac:spMkLst>
            <pc:docMk/>
            <pc:sldMk cId="163720027" sldId="403"/>
            <ac:spMk id="3" creationId="{D0786B04-EDF2-4285-847A-E5EFADEA7070}"/>
          </ac:spMkLst>
        </pc:spChg>
        <pc:spChg chg="add del">
          <ac:chgData name="Beets, Simone (Dr) (Summerstrand Campus South)" userId="a9ed24f3-f7e1-440a-a32f-a1285e0bd405" providerId="ADAL" clId="{C5C1D51F-A270-48B6-A5EC-356B9C2211E3}" dt="2025-08-03T18:49:11.802" v="4378" actId="478"/>
          <ac:spMkLst>
            <pc:docMk/>
            <pc:sldMk cId="163720027" sldId="403"/>
            <ac:spMk id="5" creationId="{3F23E602-B66D-4FCB-93C2-5097E70713EE}"/>
          </ac:spMkLst>
        </pc:spChg>
        <pc:spChg chg="mod">
          <ac:chgData name="Beets, Simone (Dr) (Summerstrand Campus South)" userId="a9ed24f3-f7e1-440a-a32f-a1285e0bd405" providerId="ADAL" clId="{C5C1D51F-A270-48B6-A5EC-356B9C2211E3}" dt="2025-08-04T06:18:10.952" v="12201" actId="403"/>
          <ac:spMkLst>
            <pc:docMk/>
            <pc:sldMk cId="163720027" sldId="403"/>
            <ac:spMk id="20482" creationId="{DA623730-44A2-7876-7832-2E4BB653C41A}"/>
          </ac:spMkLst>
        </pc:spChg>
        <pc:spChg chg="add del mod">
          <ac:chgData name="Beets, Simone (Dr) (Summerstrand Campus South)" userId="a9ed24f3-f7e1-440a-a32f-a1285e0bd405" providerId="ADAL" clId="{C5C1D51F-A270-48B6-A5EC-356B9C2211E3}" dt="2025-08-03T21:00:00.792" v="9221" actId="114"/>
          <ac:spMkLst>
            <pc:docMk/>
            <pc:sldMk cId="163720027" sldId="403"/>
            <ac:spMk id="20483" creationId="{6CF76C83-9628-82EB-EEC2-12037642C096}"/>
          </ac:spMkLst>
        </pc:spChg>
        <pc:picChg chg="add del mod">
          <ac:chgData name="Beets, Simone (Dr) (Summerstrand Campus South)" userId="a9ed24f3-f7e1-440a-a32f-a1285e0bd405" providerId="ADAL" clId="{C5C1D51F-A270-48B6-A5EC-356B9C2211E3}" dt="2025-08-03T18:49:58.768" v="4391" actId="1076"/>
          <ac:picMkLst>
            <pc:docMk/>
            <pc:sldMk cId="163720027" sldId="403"/>
            <ac:picMk id="2050" creationId="{9D3C939E-AE3E-4508-BC24-A883C9B27E7E}"/>
          </ac:picMkLst>
        </pc:picChg>
        <pc:picChg chg="add mod">
          <ac:chgData name="Beets, Simone (Dr) (Summerstrand Campus South)" userId="a9ed24f3-f7e1-440a-a32f-a1285e0bd405" providerId="ADAL" clId="{C5C1D51F-A270-48B6-A5EC-356B9C2211E3}" dt="2025-08-03T18:49:58.768" v="4391" actId="1076"/>
          <ac:picMkLst>
            <pc:docMk/>
            <pc:sldMk cId="163720027" sldId="403"/>
            <ac:picMk id="2052" creationId="{A853FF17-479C-4759-AC11-EFF7F2EED467}"/>
          </ac:picMkLst>
        </pc:picChg>
      </pc:sldChg>
      <pc:sldChg chg="addSp delSp modSp add mod ord delAnim modAnim modNotesTx">
        <pc:chgData name="Beets, Simone (Dr) (Summerstrand Campus South)" userId="a9ed24f3-f7e1-440a-a32f-a1285e0bd405" providerId="ADAL" clId="{C5C1D51F-A270-48B6-A5EC-356B9C2211E3}" dt="2025-08-03T22:12:41.585" v="12008"/>
        <pc:sldMkLst>
          <pc:docMk/>
          <pc:sldMk cId="944485822" sldId="404"/>
        </pc:sldMkLst>
        <pc:spChg chg="del">
          <ac:chgData name="Beets, Simone (Dr) (Summerstrand Campus South)" userId="a9ed24f3-f7e1-440a-a32f-a1285e0bd405" providerId="ADAL" clId="{C5C1D51F-A270-48B6-A5EC-356B9C2211E3}" dt="2025-08-03T18:50:53.639" v="4420" actId="478"/>
          <ac:spMkLst>
            <pc:docMk/>
            <pc:sldMk cId="944485822" sldId="404"/>
            <ac:spMk id="2" creationId="{B03286B7-1F1D-907A-885F-42B1CFD3B00F}"/>
          </ac:spMkLst>
        </pc:spChg>
        <pc:spChg chg="del mod">
          <ac:chgData name="Beets, Simone (Dr) (Summerstrand Campus South)" userId="a9ed24f3-f7e1-440a-a32f-a1285e0bd405" providerId="ADAL" clId="{C5C1D51F-A270-48B6-A5EC-356B9C2211E3}" dt="2025-08-03T18:53:40.152" v="4529" actId="478"/>
          <ac:spMkLst>
            <pc:docMk/>
            <pc:sldMk cId="944485822" sldId="404"/>
            <ac:spMk id="6" creationId="{FA4A972C-8ADA-479D-85C4-639DF36690EB}"/>
          </ac:spMkLst>
        </pc:spChg>
        <pc:spChg chg="del mod">
          <ac:chgData name="Beets, Simone (Dr) (Summerstrand Campus South)" userId="a9ed24f3-f7e1-440a-a32f-a1285e0bd405" providerId="ADAL" clId="{C5C1D51F-A270-48B6-A5EC-356B9C2211E3}" dt="2025-08-03T18:53:39.632" v="4528" actId="478"/>
          <ac:spMkLst>
            <pc:docMk/>
            <pc:sldMk cId="944485822" sldId="404"/>
            <ac:spMk id="7" creationId="{30405EDA-EE0E-4117-AC45-DFA0C271DA68}"/>
          </ac:spMkLst>
        </pc:spChg>
        <pc:spChg chg="add del mod">
          <ac:chgData name="Beets, Simone (Dr) (Summerstrand Campus South)" userId="a9ed24f3-f7e1-440a-a32f-a1285e0bd405" providerId="ADAL" clId="{C5C1D51F-A270-48B6-A5EC-356B9C2211E3}" dt="2025-08-03T21:02:38.734" v="9527" actId="6549"/>
          <ac:spMkLst>
            <pc:docMk/>
            <pc:sldMk cId="944485822" sldId="404"/>
            <ac:spMk id="8" creationId="{EC0AEA1A-8BC9-4B7C-A4BA-FADAB6ED2205}"/>
          </ac:spMkLst>
        </pc:spChg>
        <pc:spChg chg="mod">
          <ac:chgData name="Beets, Simone (Dr) (Summerstrand Campus South)" userId="a9ed24f3-f7e1-440a-a32f-a1285e0bd405" providerId="ADAL" clId="{C5C1D51F-A270-48B6-A5EC-356B9C2211E3}" dt="2025-08-03T18:52:24.016" v="4493" actId="1076"/>
          <ac:spMkLst>
            <pc:docMk/>
            <pc:sldMk cId="944485822" sldId="404"/>
            <ac:spMk id="9" creationId="{6A8B0833-1B63-4290-9B4B-573A5E2F013A}"/>
          </ac:spMkLst>
        </pc:spChg>
        <pc:spChg chg="add mod">
          <ac:chgData name="Beets, Simone (Dr) (Summerstrand Campus South)" userId="a9ed24f3-f7e1-440a-a32f-a1285e0bd405" providerId="ADAL" clId="{C5C1D51F-A270-48B6-A5EC-356B9C2211E3}" dt="2025-08-03T18:52:45.828" v="4500" actId="1076"/>
          <ac:spMkLst>
            <pc:docMk/>
            <pc:sldMk cId="944485822" sldId="404"/>
            <ac:spMk id="11" creationId="{B1AE452F-FCF1-47EF-B439-21BEB279C644}"/>
          </ac:spMkLst>
        </pc:spChg>
        <pc:spChg chg="add mod">
          <ac:chgData name="Beets, Simone (Dr) (Summerstrand Campus South)" userId="a9ed24f3-f7e1-440a-a32f-a1285e0bd405" providerId="ADAL" clId="{C5C1D51F-A270-48B6-A5EC-356B9C2211E3}" dt="2025-08-03T18:53:03.002" v="4503" actId="1076"/>
          <ac:spMkLst>
            <pc:docMk/>
            <pc:sldMk cId="944485822" sldId="404"/>
            <ac:spMk id="12" creationId="{E2C9E6CE-4E93-4CBF-BB19-D16A6088EF8E}"/>
          </ac:spMkLst>
        </pc:spChg>
        <pc:spChg chg="add mod">
          <ac:chgData name="Beets, Simone (Dr) (Summerstrand Campus South)" userId="a9ed24f3-f7e1-440a-a32f-a1285e0bd405" providerId="ADAL" clId="{C5C1D51F-A270-48B6-A5EC-356B9C2211E3}" dt="2025-08-03T18:54:03.581" v="4531" actId="1076"/>
          <ac:spMkLst>
            <pc:docMk/>
            <pc:sldMk cId="944485822" sldId="404"/>
            <ac:spMk id="13" creationId="{6A9CED0A-0F51-4876-A761-297ACBCA4069}"/>
          </ac:spMkLst>
        </pc:spChg>
        <pc:spChg chg="mod">
          <ac:chgData name="Beets, Simone (Dr) (Summerstrand Campus South)" userId="a9ed24f3-f7e1-440a-a32f-a1285e0bd405" providerId="ADAL" clId="{C5C1D51F-A270-48B6-A5EC-356B9C2211E3}" dt="2025-08-03T18:50:26.446" v="4409" actId="20577"/>
          <ac:spMkLst>
            <pc:docMk/>
            <pc:sldMk cId="944485822" sldId="404"/>
            <ac:spMk id="20482" creationId="{A4BDBBFC-B831-4BCA-E676-1B70902F6E58}"/>
          </ac:spMkLst>
        </pc:spChg>
        <pc:picChg chg="add mod">
          <ac:chgData name="Beets, Simone (Dr) (Summerstrand Campus South)" userId="a9ed24f3-f7e1-440a-a32f-a1285e0bd405" providerId="ADAL" clId="{C5C1D51F-A270-48B6-A5EC-356B9C2211E3}" dt="2025-08-03T21:01:48.295" v="9520" actId="1076"/>
          <ac:picMkLst>
            <pc:docMk/>
            <pc:sldMk cId="944485822" sldId="404"/>
            <ac:picMk id="4" creationId="{FEC68751-F377-4232-883D-6504AD23CFEA}"/>
          </ac:picMkLst>
        </pc:picChg>
        <pc:picChg chg="add mod">
          <ac:chgData name="Beets, Simone (Dr) (Summerstrand Campus South)" userId="a9ed24f3-f7e1-440a-a32f-a1285e0bd405" providerId="ADAL" clId="{C5C1D51F-A270-48B6-A5EC-356B9C2211E3}" dt="2025-08-03T21:03:03.743" v="9533" actId="1076"/>
          <ac:picMkLst>
            <pc:docMk/>
            <pc:sldMk cId="944485822" sldId="404"/>
            <ac:picMk id="10" creationId="{AA8053A4-71AD-4CB7-9730-667980C451EC}"/>
          </ac:picMkLst>
        </pc:picChg>
        <pc:picChg chg="add mod">
          <ac:chgData name="Beets, Simone (Dr) (Summerstrand Campus South)" userId="a9ed24f3-f7e1-440a-a32f-a1285e0bd405" providerId="ADAL" clId="{C5C1D51F-A270-48B6-A5EC-356B9C2211E3}" dt="2025-08-03T21:04:29.769" v="9736" actId="1076"/>
          <ac:picMkLst>
            <pc:docMk/>
            <pc:sldMk cId="944485822" sldId="404"/>
            <ac:picMk id="15" creationId="{E275D609-5209-4D06-94AE-237BC9EE1696}"/>
          </ac:picMkLst>
        </pc:picChg>
        <pc:picChg chg="add del mod">
          <ac:chgData name="Beets, Simone (Dr) (Summerstrand Campus South)" userId="a9ed24f3-f7e1-440a-a32f-a1285e0bd405" providerId="ADAL" clId="{C5C1D51F-A270-48B6-A5EC-356B9C2211E3}" dt="2025-08-03T21:01:41.567" v="9516" actId="478"/>
          <ac:picMkLst>
            <pc:docMk/>
            <pc:sldMk cId="944485822" sldId="404"/>
            <ac:picMk id="3074" creationId="{23BE56E0-19C3-45D2-8FF7-01A8A5AC8296}"/>
          </ac:picMkLst>
        </pc:picChg>
        <pc:picChg chg="add del mod">
          <ac:chgData name="Beets, Simone (Dr) (Summerstrand Campus South)" userId="a9ed24f3-f7e1-440a-a32f-a1285e0bd405" providerId="ADAL" clId="{C5C1D51F-A270-48B6-A5EC-356B9C2211E3}" dt="2025-08-03T21:02:53.720" v="9528" actId="478"/>
          <ac:picMkLst>
            <pc:docMk/>
            <pc:sldMk cId="944485822" sldId="404"/>
            <ac:picMk id="3076" creationId="{906C0E0D-40CD-4C23-9E68-3A75EAD52D9F}"/>
          </ac:picMkLst>
        </pc:picChg>
        <pc:picChg chg="add del mod">
          <ac:chgData name="Beets, Simone (Dr) (Summerstrand Campus South)" userId="a9ed24f3-f7e1-440a-a32f-a1285e0bd405" providerId="ADAL" clId="{C5C1D51F-A270-48B6-A5EC-356B9C2211E3}" dt="2025-08-03T21:04:23.598" v="9734" actId="478"/>
          <ac:picMkLst>
            <pc:docMk/>
            <pc:sldMk cId="944485822" sldId="404"/>
            <ac:picMk id="3078" creationId="{8E2D667A-6267-4008-8100-48748735E50B}"/>
          </ac:picMkLst>
        </pc:picChg>
      </pc:sldChg>
      <pc:sldChg chg="modSp add mod ord modAnim modNotesTx">
        <pc:chgData name="Beets, Simone (Dr) (Summerstrand Campus South)" userId="a9ed24f3-f7e1-440a-a32f-a1285e0bd405" providerId="ADAL" clId="{C5C1D51F-A270-48B6-A5EC-356B9C2211E3}" dt="2025-08-04T06:18:03.445" v="12197" actId="403"/>
        <pc:sldMkLst>
          <pc:docMk/>
          <pc:sldMk cId="2659954831" sldId="405"/>
        </pc:sldMkLst>
        <pc:spChg chg="mod">
          <ac:chgData name="Beets, Simone (Dr) (Summerstrand Campus South)" userId="a9ed24f3-f7e1-440a-a32f-a1285e0bd405" providerId="ADAL" clId="{C5C1D51F-A270-48B6-A5EC-356B9C2211E3}" dt="2025-08-04T06:18:03.445" v="12197" actId="403"/>
          <ac:spMkLst>
            <pc:docMk/>
            <pc:sldMk cId="2659954831" sldId="405"/>
            <ac:spMk id="20482" creationId="{DA623730-44A2-7876-7832-2E4BB653C41A}"/>
          </ac:spMkLst>
        </pc:spChg>
        <pc:spChg chg="mod">
          <ac:chgData name="Beets, Simone (Dr) (Summerstrand Campus South)" userId="a9ed24f3-f7e1-440a-a32f-a1285e0bd405" providerId="ADAL" clId="{C5C1D51F-A270-48B6-A5EC-356B9C2211E3}" dt="2025-08-03T23:25:33.372" v="12012" actId="20577"/>
          <ac:spMkLst>
            <pc:docMk/>
            <pc:sldMk cId="2659954831" sldId="405"/>
            <ac:spMk id="20483" creationId="{6CF76C83-9628-82EB-EEC2-12037642C096}"/>
          </ac:spMkLst>
        </pc:spChg>
      </pc:sldChg>
      <pc:sldChg chg="addSp delSp modSp add mod ord delAnim modAnim modNotesTx">
        <pc:chgData name="Beets, Simone (Dr) (Summerstrand Campus South)" userId="a9ed24f3-f7e1-440a-a32f-a1285e0bd405" providerId="ADAL" clId="{C5C1D51F-A270-48B6-A5EC-356B9C2211E3}" dt="2025-08-03T21:08:39.286" v="10371" actId="20577"/>
        <pc:sldMkLst>
          <pc:docMk/>
          <pc:sldMk cId="372332078" sldId="406"/>
        </pc:sldMkLst>
        <pc:spChg chg="mod">
          <ac:chgData name="Beets, Simone (Dr) (Summerstrand Campus South)" userId="a9ed24f3-f7e1-440a-a32f-a1285e0bd405" providerId="ADAL" clId="{C5C1D51F-A270-48B6-A5EC-356B9C2211E3}" dt="2025-08-03T19:28:31.269" v="4918" actId="15"/>
          <ac:spMkLst>
            <pc:docMk/>
            <pc:sldMk cId="372332078" sldId="406"/>
            <ac:spMk id="2" creationId="{B03286B7-1F1D-907A-885F-42B1CFD3B00F}"/>
          </ac:spMkLst>
        </pc:spChg>
        <pc:spChg chg="del mod">
          <ac:chgData name="Beets, Simone (Dr) (Summerstrand Campus South)" userId="a9ed24f3-f7e1-440a-a32f-a1285e0bd405" providerId="ADAL" clId="{C5C1D51F-A270-48B6-A5EC-356B9C2211E3}" dt="2025-08-03T21:08:30.088" v="10348" actId="478"/>
          <ac:spMkLst>
            <pc:docMk/>
            <pc:sldMk cId="372332078" sldId="406"/>
            <ac:spMk id="6" creationId="{FA4A972C-8ADA-479D-85C4-639DF36690EB}"/>
          </ac:spMkLst>
        </pc:spChg>
        <pc:spChg chg="del mod">
          <ac:chgData name="Beets, Simone (Dr) (Summerstrand Campus South)" userId="a9ed24f3-f7e1-440a-a32f-a1285e0bd405" providerId="ADAL" clId="{C5C1D51F-A270-48B6-A5EC-356B9C2211E3}" dt="2025-08-03T21:08:29.510" v="10347" actId="478"/>
          <ac:spMkLst>
            <pc:docMk/>
            <pc:sldMk cId="372332078" sldId="406"/>
            <ac:spMk id="7" creationId="{30405EDA-EE0E-4117-AC45-DFA0C271DA68}"/>
          </ac:spMkLst>
        </pc:spChg>
        <pc:spChg chg="add del mod">
          <ac:chgData name="Beets, Simone (Dr) (Summerstrand Campus South)" userId="a9ed24f3-f7e1-440a-a32f-a1285e0bd405" providerId="ADAL" clId="{C5C1D51F-A270-48B6-A5EC-356B9C2211E3}" dt="2025-08-03T21:08:28.786" v="10346" actId="478"/>
          <ac:spMkLst>
            <pc:docMk/>
            <pc:sldMk cId="372332078" sldId="406"/>
            <ac:spMk id="8" creationId="{C93EAB75-723F-4244-97B7-319F7847A652}"/>
          </ac:spMkLst>
        </pc:spChg>
        <pc:spChg chg="del mod">
          <ac:chgData name="Beets, Simone (Dr) (Summerstrand Campus South)" userId="a9ed24f3-f7e1-440a-a32f-a1285e0bd405" providerId="ADAL" clId="{C5C1D51F-A270-48B6-A5EC-356B9C2211E3}" dt="2025-08-03T19:28:01.632" v="4904" actId="478"/>
          <ac:spMkLst>
            <pc:docMk/>
            <pc:sldMk cId="372332078" sldId="406"/>
            <ac:spMk id="9" creationId="{6A8B0833-1B63-4290-9B4B-573A5E2F013A}"/>
          </ac:spMkLst>
        </pc:spChg>
        <pc:spChg chg="mod">
          <ac:chgData name="Beets, Simone (Dr) (Summerstrand Campus South)" userId="a9ed24f3-f7e1-440a-a32f-a1285e0bd405" providerId="ADAL" clId="{C5C1D51F-A270-48B6-A5EC-356B9C2211E3}" dt="2025-08-03T19:35:04.280" v="4929" actId="20577"/>
          <ac:spMkLst>
            <pc:docMk/>
            <pc:sldMk cId="372332078" sldId="406"/>
            <ac:spMk id="20482" creationId="{A4BDBBFC-B831-4BCA-E676-1B70902F6E58}"/>
          </ac:spMkLst>
        </pc:spChg>
      </pc:sldChg>
      <pc:sldChg chg="addSp delSp modSp add mod ord delAnim modNotesTx">
        <pc:chgData name="Beets, Simone (Dr) (Summerstrand Campus South)" userId="a9ed24f3-f7e1-440a-a32f-a1285e0bd405" providerId="ADAL" clId="{C5C1D51F-A270-48B6-A5EC-356B9C2211E3}" dt="2025-08-03T21:09:36.355" v="10600" actId="20577"/>
        <pc:sldMkLst>
          <pc:docMk/>
          <pc:sldMk cId="2918244378" sldId="407"/>
        </pc:sldMkLst>
        <pc:spChg chg="del mod">
          <ac:chgData name="Beets, Simone (Dr) (Summerstrand Campus South)" userId="a9ed24f3-f7e1-440a-a32f-a1285e0bd405" providerId="ADAL" clId="{C5C1D51F-A270-48B6-A5EC-356B9C2211E3}" dt="2025-08-03T19:48:39.105" v="4967" actId="478"/>
          <ac:spMkLst>
            <pc:docMk/>
            <pc:sldMk cId="2918244378" sldId="407"/>
            <ac:spMk id="8" creationId="{EC0AEA1A-8BC9-4B7C-A4BA-FADAB6ED2205}"/>
          </ac:spMkLst>
        </pc:spChg>
        <pc:spChg chg="del">
          <ac:chgData name="Beets, Simone (Dr) (Summerstrand Campus South)" userId="a9ed24f3-f7e1-440a-a32f-a1285e0bd405" providerId="ADAL" clId="{C5C1D51F-A270-48B6-A5EC-356B9C2211E3}" dt="2025-08-03T19:42:52.258" v="4944" actId="478"/>
          <ac:spMkLst>
            <pc:docMk/>
            <pc:sldMk cId="2918244378" sldId="407"/>
            <ac:spMk id="9" creationId="{6A8B0833-1B63-4290-9B4B-573A5E2F013A}"/>
          </ac:spMkLst>
        </pc:spChg>
        <pc:spChg chg="mod ord">
          <ac:chgData name="Beets, Simone (Dr) (Summerstrand Campus South)" userId="a9ed24f3-f7e1-440a-a32f-a1285e0bd405" providerId="ADAL" clId="{C5C1D51F-A270-48B6-A5EC-356B9C2211E3}" dt="2025-08-03T19:48:35.055" v="4964" actId="1076"/>
          <ac:spMkLst>
            <pc:docMk/>
            <pc:sldMk cId="2918244378" sldId="407"/>
            <ac:spMk id="11" creationId="{B1AE452F-FCF1-47EF-B439-21BEB279C644}"/>
          </ac:spMkLst>
        </pc:spChg>
        <pc:spChg chg="del mod">
          <ac:chgData name="Beets, Simone (Dr) (Summerstrand Campus South)" userId="a9ed24f3-f7e1-440a-a32f-a1285e0bd405" providerId="ADAL" clId="{C5C1D51F-A270-48B6-A5EC-356B9C2211E3}" dt="2025-08-03T19:48:36.609" v="4965" actId="478"/>
          <ac:spMkLst>
            <pc:docMk/>
            <pc:sldMk cId="2918244378" sldId="407"/>
            <ac:spMk id="12" creationId="{E2C9E6CE-4E93-4CBF-BB19-D16A6088EF8E}"/>
          </ac:spMkLst>
        </pc:spChg>
        <pc:spChg chg="del mod">
          <ac:chgData name="Beets, Simone (Dr) (Summerstrand Campus South)" userId="a9ed24f3-f7e1-440a-a32f-a1285e0bd405" providerId="ADAL" clId="{C5C1D51F-A270-48B6-A5EC-356B9C2211E3}" dt="2025-08-03T19:48:37.866" v="4966" actId="478"/>
          <ac:spMkLst>
            <pc:docMk/>
            <pc:sldMk cId="2918244378" sldId="407"/>
            <ac:spMk id="13" creationId="{6A9CED0A-0F51-4876-A761-297ACBCA4069}"/>
          </ac:spMkLst>
        </pc:spChg>
        <pc:spChg chg="mod">
          <ac:chgData name="Beets, Simone (Dr) (Summerstrand Campus South)" userId="a9ed24f3-f7e1-440a-a32f-a1285e0bd405" providerId="ADAL" clId="{C5C1D51F-A270-48B6-A5EC-356B9C2211E3}" dt="2025-08-03T19:42:49.591" v="4943" actId="20577"/>
          <ac:spMkLst>
            <pc:docMk/>
            <pc:sldMk cId="2918244378" sldId="407"/>
            <ac:spMk id="20482" creationId="{A4BDBBFC-B831-4BCA-E676-1B70902F6E58}"/>
          </ac:spMkLst>
        </pc:spChg>
        <pc:picChg chg="add mod">
          <ac:chgData name="Beets, Simone (Dr) (Summerstrand Campus South)" userId="a9ed24f3-f7e1-440a-a32f-a1285e0bd405" providerId="ADAL" clId="{C5C1D51F-A270-48B6-A5EC-356B9C2211E3}" dt="2025-08-03T19:48:19.485" v="4957" actId="14100"/>
          <ac:picMkLst>
            <pc:docMk/>
            <pc:sldMk cId="2918244378" sldId="407"/>
            <ac:picMk id="3" creationId="{FF2E3EF3-AEDD-4622-9299-2D5E17A176AC}"/>
          </ac:picMkLst>
        </pc:picChg>
        <pc:picChg chg="add mod">
          <ac:chgData name="Beets, Simone (Dr) (Summerstrand Campus South)" userId="a9ed24f3-f7e1-440a-a32f-a1285e0bd405" providerId="ADAL" clId="{C5C1D51F-A270-48B6-A5EC-356B9C2211E3}" dt="2025-08-03T19:48:13.424" v="4955" actId="1076"/>
          <ac:picMkLst>
            <pc:docMk/>
            <pc:sldMk cId="2918244378" sldId="407"/>
            <ac:picMk id="5" creationId="{AD5A62D2-A34F-4174-85DC-98A156A23BF9}"/>
          </ac:picMkLst>
        </pc:picChg>
        <pc:picChg chg="del">
          <ac:chgData name="Beets, Simone (Dr) (Summerstrand Campus South)" userId="a9ed24f3-f7e1-440a-a32f-a1285e0bd405" providerId="ADAL" clId="{C5C1D51F-A270-48B6-A5EC-356B9C2211E3}" dt="2025-08-03T19:42:44.735" v="4933" actId="478"/>
          <ac:picMkLst>
            <pc:docMk/>
            <pc:sldMk cId="2918244378" sldId="407"/>
            <ac:picMk id="3074" creationId="{23BE56E0-19C3-45D2-8FF7-01A8A5AC8296}"/>
          </ac:picMkLst>
        </pc:picChg>
        <pc:picChg chg="del">
          <ac:chgData name="Beets, Simone (Dr) (Summerstrand Campus South)" userId="a9ed24f3-f7e1-440a-a32f-a1285e0bd405" providerId="ADAL" clId="{C5C1D51F-A270-48B6-A5EC-356B9C2211E3}" dt="2025-08-03T19:47:33.936" v="4948" actId="478"/>
          <ac:picMkLst>
            <pc:docMk/>
            <pc:sldMk cId="2918244378" sldId="407"/>
            <ac:picMk id="3076" creationId="{906C0E0D-40CD-4C23-9E68-3A75EAD52D9F}"/>
          </ac:picMkLst>
        </pc:picChg>
        <pc:picChg chg="del">
          <ac:chgData name="Beets, Simone (Dr) (Summerstrand Campus South)" userId="a9ed24f3-f7e1-440a-a32f-a1285e0bd405" providerId="ADAL" clId="{C5C1D51F-A270-48B6-A5EC-356B9C2211E3}" dt="2025-08-03T19:47:34.623" v="4949" actId="478"/>
          <ac:picMkLst>
            <pc:docMk/>
            <pc:sldMk cId="2918244378" sldId="407"/>
            <ac:picMk id="3078" creationId="{8E2D667A-6267-4008-8100-48748735E50B}"/>
          </ac:picMkLst>
        </pc:picChg>
      </pc:sldChg>
      <pc:sldChg chg="add modNotesTx">
        <pc:chgData name="Beets, Simone (Dr) (Summerstrand Campus South)" userId="a9ed24f3-f7e1-440a-a32f-a1285e0bd405" providerId="ADAL" clId="{C5C1D51F-A270-48B6-A5EC-356B9C2211E3}" dt="2025-08-03T20:59:02.117" v="9102" actId="20577"/>
        <pc:sldMkLst>
          <pc:docMk/>
          <pc:sldMk cId="3460749571" sldId="408"/>
        </pc:sldMkLst>
      </pc:sldChg>
      <pc:sldChg chg="addSp delSp modSp add mod ord delAnim modAnim modNotesTx">
        <pc:chgData name="Beets, Simone (Dr) (Summerstrand Campus South)" userId="a9ed24f3-f7e1-440a-a32f-a1285e0bd405" providerId="ADAL" clId="{C5C1D51F-A270-48B6-A5EC-356B9C2211E3}" dt="2025-08-03T21:17:54.834" v="11204" actId="20577"/>
        <pc:sldMkLst>
          <pc:docMk/>
          <pc:sldMk cId="2919055562" sldId="409"/>
        </pc:sldMkLst>
        <pc:spChg chg="mod">
          <ac:chgData name="Beets, Simone (Dr) (Summerstrand Campus South)" userId="a9ed24f3-f7e1-440a-a32f-a1285e0bd405" providerId="ADAL" clId="{C5C1D51F-A270-48B6-A5EC-356B9C2211E3}" dt="2025-08-03T21:15:31.450" v="11056" actId="1036"/>
          <ac:spMkLst>
            <pc:docMk/>
            <pc:sldMk cId="2919055562" sldId="409"/>
            <ac:spMk id="8" creationId="{EC0AEA1A-8BC9-4B7C-A4BA-FADAB6ED2205}"/>
          </ac:spMkLst>
        </pc:spChg>
        <pc:spChg chg="mod">
          <ac:chgData name="Beets, Simone (Dr) (Summerstrand Campus South)" userId="a9ed24f3-f7e1-440a-a32f-a1285e0bd405" providerId="ADAL" clId="{C5C1D51F-A270-48B6-A5EC-356B9C2211E3}" dt="2025-08-03T21:15:46.395" v="11097" actId="14100"/>
          <ac:spMkLst>
            <pc:docMk/>
            <pc:sldMk cId="2919055562" sldId="409"/>
            <ac:spMk id="9" creationId="{6A8B0833-1B63-4290-9B4B-573A5E2F013A}"/>
          </ac:spMkLst>
        </pc:spChg>
        <pc:spChg chg="del">
          <ac:chgData name="Beets, Simone (Dr) (Summerstrand Campus South)" userId="a9ed24f3-f7e1-440a-a32f-a1285e0bd405" providerId="ADAL" clId="{C5C1D51F-A270-48B6-A5EC-356B9C2211E3}" dt="2025-08-03T21:12:37.913" v="10932" actId="478"/>
          <ac:spMkLst>
            <pc:docMk/>
            <pc:sldMk cId="2919055562" sldId="409"/>
            <ac:spMk id="11" creationId="{B1AE452F-FCF1-47EF-B439-21BEB279C644}"/>
          </ac:spMkLst>
        </pc:spChg>
        <pc:spChg chg="del">
          <ac:chgData name="Beets, Simone (Dr) (Summerstrand Campus South)" userId="a9ed24f3-f7e1-440a-a32f-a1285e0bd405" providerId="ADAL" clId="{C5C1D51F-A270-48B6-A5EC-356B9C2211E3}" dt="2025-08-03T21:14:24.306" v="11000" actId="478"/>
          <ac:spMkLst>
            <pc:docMk/>
            <pc:sldMk cId="2919055562" sldId="409"/>
            <ac:spMk id="12" creationId="{E2C9E6CE-4E93-4CBF-BB19-D16A6088EF8E}"/>
          </ac:spMkLst>
        </pc:spChg>
        <pc:spChg chg="mod">
          <ac:chgData name="Beets, Simone (Dr) (Summerstrand Campus South)" userId="a9ed24f3-f7e1-440a-a32f-a1285e0bd405" providerId="ADAL" clId="{C5C1D51F-A270-48B6-A5EC-356B9C2211E3}" dt="2025-08-03T21:15:25.388" v="11043" actId="1036"/>
          <ac:spMkLst>
            <pc:docMk/>
            <pc:sldMk cId="2919055562" sldId="409"/>
            <ac:spMk id="13" creationId="{6A9CED0A-0F51-4876-A761-297ACBCA4069}"/>
          </ac:spMkLst>
        </pc:spChg>
        <pc:spChg chg="mod">
          <ac:chgData name="Beets, Simone (Dr) (Summerstrand Campus South)" userId="a9ed24f3-f7e1-440a-a32f-a1285e0bd405" providerId="ADAL" clId="{C5C1D51F-A270-48B6-A5EC-356B9C2211E3}" dt="2025-08-03T21:10:06.092" v="10641" actId="20577"/>
          <ac:spMkLst>
            <pc:docMk/>
            <pc:sldMk cId="2919055562" sldId="409"/>
            <ac:spMk id="20482" creationId="{A4BDBBFC-B831-4BCA-E676-1B70902F6E58}"/>
          </ac:spMkLst>
        </pc:spChg>
        <pc:picChg chg="add mod">
          <ac:chgData name="Beets, Simone (Dr) (Summerstrand Campus South)" userId="a9ed24f3-f7e1-440a-a32f-a1285e0bd405" providerId="ADAL" clId="{C5C1D51F-A270-48B6-A5EC-356B9C2211E3}" dt="2025-08-03T21:15:49.859" v="11098" actId="1076"/>
          <ac:picMkLst>
            <pc:docMk/>
            <pc:sldMk cId="2919055562" sldId="409"/>
            <ac:picMk id="3" creationId="{3E9EDBA1-E755-4879-94E7-35DCC836A173}"/>
          </ac:picMkLst>
        </pc:picChg>
        <pc:picChg chg="del">
          <ac:chgData name="Beets, Simone (Dr) (Summerstrand Campus South)" userId="a9ed24f3-f7e1-440a-a32f-a1285e0bd405" providerId="ADAL" clId="{C5C1D51F-A270-48B6-A5EC-356B9C2211E3}" dt="2025-08-03T21:10:19.387" v="10642" actId="478"/>
          <ac:picMkLst>
            <pc:docMk/>
            <pc:sldMk cId="2919055562" sldId="409"/>
            <ac:picMk id="4" creationId="{FEC68751-F377-4232-883D-6504AD23CFEA}"/>
          </ac:picMkLst>
        </pc:picChg>
        <pc:picChg chg="add del">
          <ac:chgData name="Beets, Simone (Dr) (Summerstrand Campus South)" userId="a9ed24f3-f7e1-440a-a32f-a1285e0bd405" providerId="ADAL" clId="{C5C1D51F-A270-48B6-A5EC-356B9C2211E3}" dt="2025-08-03T21:12:57.080" v="10935" actId="478"/>
          <ac:picMkLst>
            <pc:docMk/>
            <pc:sldMk cId="2919055562" sldId="409"/>
            <ac:picMk id="6" creationId="{776FEC4F-5BAE-4C77-AA7D-9365BFF52D64}"/>
          </ac:picMkLst>
        </pc:picChg>
        <pc:picChg chg="del">
          <ac:chgData name="Beets, Simone (Dr) (Summerstrand Campus South)" userId="a9ed24f3-f7e1-440a-a32f-a1285e0bd405" providerId="ADAL" clId="{C5C1D51F-A270-48B6-A5EC-356B9C2211E3}" dt="2025-08-03T21:12:37.225" v="10931" actId="478"/>
          <ac:picMkLst>
            <pc:docMk/>
            <pc:sldMk cId="2919055562" sldId="409"/>
            <ac:picMk id="10" creationId="{AA8053A4-71AD-4CB7-9730-667980C451EC}"/>
          </ac:picMkLst>
        </pc:picChg>
        <pc:picChg chg="add mod">
          <ac:chgData name="Beets, Simone (Dr) (Summerstrand Campus South)" userId="a9ed24f3-f7e1-440a-a32f-a1285e0bd405" providerId="ADAL" clId="{C5C1D51F-A270-48B6-A5EC-356B9C2211E3}" dt="2025-08-03T21:15:31.450" v="11056" actId="1036"/>
          <ac:picMkLst>
            <pc:docMk/>
            <pc:sldMk cId="2919055562" sldId="409"/>
            <ac:picMk id="14" creationId="{EAE4FE05-12CD-48AA-83B1-664979DD1D13}"/>
          </ac:picMkLst>
        </pc:picChg>
        <pc:picChg chg="del">
          <ac:chgData name="Beets, Simone (Dr) (Summerstrand Campus South)" userId="a9ed24f3-f7e1-440a-a32f-a1285e0bd405" providerId="ADAL" clId="{C5C1D51F-A270-48B6-A5EC-356B9C2211E3}" dt="2025-08-03T21:14:25.719" v="11001" actId="478"/>
          <ac:picMkLst>
            <pc:docMk/>
            <pc:sldMk cId="2919055562" sldId="409"/>
            <ac:picMk id="15" creationId="{E275D609-5209-4D06-94AE-237BC9EE1696}"/>
          </ac:picMkLst>
        </pc:picChg>
        <pc:picChg chg="add mod">
          <ac:chgData name="Beets, Simone (Dr) (Summerstrand Campus South)" userId="a9ed24f3-f7e1-440a-a32f-a1285e0bd405" providerId="ADAL" clId="{C5C1D51F-A270-48B6-A5EC-356B9C2211E3}" dt="2025-08-03T21:15:31.450" v="11056" actId="1036"/>
          <ac:picMkLst>
            <pc:docMk/>
            <pc:sldMk cId="2919055562" sldId="409"/>
            <ac:picMk id="17" creationId="{C76FAC6E-8C22-49DA-8066-FB529A0EF2DB}"/>
          </ac:picMkLst>
        </pc:picChg>
        <pc:picChg chg="add mod">
          <ac:chgData name="Beets, Simone (Dr) (Summerstrand Campus South)" userId="a9ed24f3-f7e1-440a-a32f-a1285e0bd405" providerId="ADAL" clId="{C5C1D51F-A270-48B6-A5EC-356B9C2211E3}" dt="2025-08-03T21:14:32.473" v="11003" actId="1076"/>
          <ac:picMkLst>
            <pc:docMk/>
            <pc:sldMk cId="2919055562" sldId="409"/>
            <ac:picMk id="19" creationId="{E7862AC7-4941-4A74-A6A5-E39955CD5F16}"/>
          </ac:picMkLst>
        </pc:picChg>
      </pc:sldChg>
      <pc:sldChg chg="modSp add del mod">
        <pc:chgData name="Beets, Simone (Dr) (Summerstrand Campus South)" userId="a9ed24f3-f7e1-440a-a32f-a1285e0bd405" providerId="ADAL" clId="{C5C1D51F-A270-48B6-A5EC-356B9C2211E3}" dt="2025-08-03T21:09:56.748" v="10617" actId="2696"/>
        <pc:sldMkLst>
          <pc:docMk/>
          <pc:sldMk cId="4176533082" sldId="409"/>
        </pc:sldMkLst>
        <pc:spChg chg="mod">
          <ac:chgData name="Beets, Simone (Dr) (Summerstrand Campus South)" userId="a9ed24f3-f7e1-440a-a32f-a1285e0bd405" providerId="ADAL" clId="{C5C1D51F-A270-48B6-A5EC-356B9C2211E3}" dt="2025-08-03T21:09:51.518" v="10616" actId="20577"/>
          <ac:spMkLst>
            <pc:docMk/>
            <pc:sldMk cId="4176533082" sldId="409"/>
            <ac:spMk id="20482" creationId="{A4BDBBFC-B831-4BCA-E676-1B70902F6E58}"/>
          </ac:spMkLst>
        </pc:spChg>
      </pc:sldChg>
      <pc:sldChg chg="addSp delSp modSp add mod ord modAnim modNotesTx">
        <pc:chgData name="Beets, Simone (Dr) (Summerstrand Campus South)" userId="a9ed24f3-f7e1-440a-a32f-a1285e0bd405" providerId="ADAL" clId="{C5C1D51F-A270-48B6-A5EC-356B9C2211E3}" dt="2025-08-03T23:25:28.667" v="12011" actId="478"/>
        <pc:sldMkLst>
          <pc:docMk/>
          <pc:sldMk cId="233496787" sldId="410"/>
        </pc:sldMkLst>
        <pc:spChg chg="add del mod">
          <ac:chgData name="Beets, Simone (Dr) (Summerstrand Campus South)" userId="a9ed24f3-f7e1-440a-a32f-a1285e0bd405" providerId="ADAL" clId="{C5C1D51F-A270-48B6-A5EC-356B9C2211E3}" dt="2025-08-03T23:25:28.667" v="12011" actId="478"/>
          <ac:spMkLst>
            <pc:docMk/>
            <pc:sldMk cId="233496787" sldId="410"/>
            <ac:spMk id="10" creationId="{1DFD59DC-877E-4E04-A732-271398F756A9}"/>
          </ac:spMkLst>
        </pc:spChg>
        <pc:spChg chg="mod">
          <ac:chgData name="Beets, Simone (Dr) (Summerstrand Campus South)" userId="a9ed24f3-f7e1-440a-a32f-a1285e0bd405" providerId="ADAL" clId="{C5C1D51F-A270-48B6-A5EC-356B9C2211E3}" dt="2025-08-03T21:18:24.378" v="11247" actId="114"/>
          <ac:spMkLst>
            <pc:docMk/>
            <pc:sldMk cId="233496787" sldId="410"/>
            <ac:spMk id="20482" creationId="{DA623730-44A2-7876-7832-2E4BB653C41A}"/>
          </ac:spMkLst>
        </pc:spChg>
        <pc:spChg chg="mod">
          <ac:chgData name="Beets, Simone (Dr) (Summerstrand Campus South)" userId="a9ed24f3-f7e1-440a-a32f-a1285e0bd405" providerId="ADAL" clId="{C5C1D51F-A270-48B6-A5EC-356B9C2211E3}" dt="2025-08-03T21:22:44.485" v="11821" actId="20577"/>
          <ac:spMkLst>
            <pc:docMk/>
            <pc:sldMk cId="233496787" sldId="410"/>
            <ac:spMk id="20483" creationId="{6CF76C83-9628-82EB-EEC2-12037642C096}"/>
          </ac:spMkLst>
        </pc:spChg>
        <pc:picChg chg="add mod">
          <ac:chgData name="Beets, Simone (Dr) (Summerstrand Campus South)" userId="a9ed24f3-f7e1-440a-a32f-a1285e0bd405" providerId="ADAL" clId="{C5C1D51F-A270-48B6-A5EC-356B9C2211E3}" dt="2025-08-03T21:21:41.744" v="11764" actId="1076"/>
          <ac:picMkLst>
            <pc:docMk/>
            <pc:sldMk cId="233496787" sldId="410"/>
            <ac:picMk id="3" creationId="{65C0CD15-8C30-40C6-A706-00FD760FA78E}"/>
          </ac:picMkLst>
        </pc:picChg>
        <pc:picChg chg="add mod">
          <ac:chgData name="Beets, Simone (Dr) (Summerstrand Campus South)" userId="a9ed24f3-f7e1-440a-a32f-a1285e0bd405" providerId="ADAL" clId="{C5C1D51F-A270-48B6-A5EC-356B9C2211E3}" dt="2025-08-03T21:22:53.479" v="11824" actId="14100"/>
          <ac:picMkLst>
            <pc:docMk/>
            <pc:sldMk cId="233496787" sldId="410"/>
            <ac:picMk id="5" creationId="{055C5209-4A34-4ECD-919A-52F0A72847FB}"/>
          </ac:picMkLst>
        </pc:picChg>
      </pc:sldChg>
      <pc:sldChg chg="addSp delSp modSp add mod ord modAnim modNotesTx">
        <pc:chgData name="Beets, Simone (Dr) (Summerstrand Campus South)" userId="a9ed24f3-f7e1-440a-a32f-a1285e0bd405" providerId="ADAL" clId="{C5C1D51F-A270-48B6-A5EC-356B9C2211E3}" dt="2025-08-04T06:11:08.208" v="12193" actId="20577"/>
        <pc:sldMkLst>
          <pc:docMk/>
          <pc:sldMk cId="76496665" sldId="411"/>
        </pc:sldMkLst>
        <pc:spChg chg="del">
          <ac:chgData name="Beets, Simone (Dr) (Summerstrand Campus South)" userId="a9ed24f3-f7e1-440a-a32f-a1285e0bd405" providerId="ADAL" clId="{C5C1D51F-A270-48B6-A5EC-356B9C2211E3}" dt="2025-08-04T06:10:03.636" v="12039" actId="478"/>
          <ac:spMkLst>
            <pc:docMk/>
            <pc:sldMk cId="76496665" sldId="411"/>
            <ac:spMk id="2" creationId="{BCA5A014-4B8B-0A33-ABB5-D4F80EB980CC}"/>
          </ac:spMkLst>
        </pc:spChg>
        <pc:spChg chg="del mod">
          <ac:chgData name="Beets, Simone (Dr) (Summerstrand Campus South)" userId="a9ed24f3-f7e1-440a-a32f-a1285e0bd405" providerId="ADAL" clId="{C5C1D51F-A270-48B6-A5EC-356B9C2211E3}" dt="2025-08-04T06:10:17.671" v="12065" actId="478"/>
          <ac:spMkLst>
            <pc:docMk/>
            <pc:sldMk cId="76496665" sldId="411"/>
            <ac:spMk id="3" creationId="{2D7CFFAC-EAEC-A4A5-23FB-B3200E4B3C34}"/>
          </ac:spMkLst>
        </pc:spChg>
        <pc:spChg chg="add del mod">
          <ac:chgData name="Beets, Simone (Dr) (Summerstrand Campus South)" userId="a9ed24f3-f7e1-440a-a32f-a1285e0bd405" providerId="ADAL" clId="{C5C1D51F-A270-48B6-A5EC-356B9C2211E3}" dt="2025-08-04T06:10:05.794" v="12040" actId="478"/>
          <ac:spMkLst>
            <pc:docMk/>
            <pc:sldMk cId="76496665" sldId="411"/>
            <ac:spMk id="6" creationId="{C7716412-D491-45BD-9276-C74228A21AEB}"/>
          </ac:spMkLst>
        </pc:spChg>
        <pc:spChg chg="add mod">
          <ac:chgData name="Beets, Simone (Dr) (Summerstrand Campus South)" userId="a9ed24f3-f7e1-440a-a32f-a1285e0bd405" providerId="ADAL" clId="{C5C1D51F-A270-48B6-A5EC-356B9C2211E3}" dt="2025-08-04T06:10:29.205" v="12067" actId="1076"/>
          <ac:spMkLst>
            <pc:docMk/>
            <pc:sldMk cId="76496665" sldId="411"/>
            <ac:spMk id="7" creationId="{26843B51-4B40-4BD3-8546-6C233E35CA59}"/>
          </ac:spMkLst>
        </pc:spChg>
        <pc:picChg chg="del mod">
          <ac:chgData name="Beets, Simone (Dr) (Summerstrand Campus South)" userId="a9ed24f3-f7e1-440a-a32f-a1285e0bd405" providerId="ADAL" clId="{C5C1D51F-A270-48B6-A5EC-356B9C2211E3}" dt="2025-08-04T06:10:19.390" v="12066" actId="478"/>
          <ac:picMkLst>
            <pc:docMk/>
            <pc:sldMk cId="76496665" sldId="411"/>
            <ac:picMk id="4" creationId="{9C844A58-6BF9-1121-A945-ADBE54B65004}"/>
          </ac:picMkLst>
        </pc:picChg>
        <pc:picChg chg="add mod">
          <ac:chgData name="Beets, Simone (Dr) (Summerstrand Campus South)" userId="a9ed24f3-f7e1-440a-a32f-a1285e0bd405" providerId="ADAL" clId="{C5C1D51F-A270-48B6-A5EC-356B9C2211E3}" dt="2025-08-04T06:10:29.205" v="12067" actId="1076"/>
          <ac:picMkLst>
            <pc:docMk/>
            <pc:sldMk cId="76496665" sldId="411"/>
            <ac:picMk id="8" creationId="{9F99FAFB-68CE-4004-9303-88D8118DD7A3}"/>
          </ac:picMkLst>
        </pc:picChg>
      </pc:sldChg>
    </pc:docChg>
  </pc:docChgLst>
  <pc:docChgLst>
    <pc:chgData name="Beets, Simone (Dr) (Summerstrand Campus South)" userId="a9ed24f3-f7e1-440a-a32f-a1285e0bd405" providerId="ADAL" clId="{EDA502D4-B4FE-4605-A39E-4AAF9F70203F}"/>
    <pc:docChg chg="undo custSel addSld delSld modSld sldOrd">
      <pc:chgData name="Beets, Simone (Dr) (Summerstrand Campus South)" userId="a9ed24f3-f7e1-440a-a32f-a1285e0bd405" providerId="ADAL" clId="{EDA502D4-B4FE-4605-A39E-4AAF9F70203F}" dt="2025-08-13T05:25:09.430" v="5624"/>
      <pc:docMkLst>
        <pc:docMk/>
      </pc:docMkLst>
      <pc:sldChg chg="modSp mod modNotesTx">
        <pc:chgData name="Beets, Simone (Dr) (Summerstrand Campus South)" userId="a9ed24f3-f7e1-440a-a32f-a1285e0bd405" providerId="ADAL" clId="{EDA502D4-B4FE-4605-A39E-4AAF9F70203F}" dt="2025-08-13T05:22:12.880" v="5586" actId="6549"/>
        <pc:sldMkLst>
          <pc:docMk/>
          <pc:sldMk cId="0" sldId="271"/>
        </pc:sldMkLst>
        <pc:spChg chg="mod">
          <ac:chgData name="Beets, Simone (Dr) (Summerstrand Campus South)" userId="a9ed24f3-f7e1-440a-a32f-a1285e0bd405" providerId="ADAL" clId="{EDA502D4-B4FE-4605-A39E-4AAF9F70203F}" dt="2025-08-13T03:30:52.707" v="38" actId="20577"/>
          <ac:spMkLst>
            <pc:docMk/>
            <pc:sldMk cId="0" sldId="271"/>
            <ac:spMk id="17411" creationId="{25B10FB9-A15F-F8CA-E0F3-B4914ABDDFA6}"/>
          </ac:spMkLst>
        </pc:spChg>
      </pc:sldChg>
      <pc:sldChg chg="del">
        <pc:chgData name="Beets, Simone (Dr) (Summerstrand Campus South)" userId="a9ed24f3-f7e1-440a-a32f-a1285e0bd405" providerId="ADAL" clId="{EDA502D4-B4FE-4605-A39E-4AAF9F70203F}" dt="2025-08-13T04:44:56.730" v="5504" actId="47"/>
        <pc:sldMkLst>
          <pc:docMk/>
          <pc:sldMk cId="465305782" sldId="323"/>
        </pc:sldMkLst>
      </pc:sldChg>
      <pc:sldChg chg="addSp delSp modSp mod ord modAnim modNotesTx">
        <pc:chgData name="Beets, Simone (Dr) (Summerstrand Campus South)" userId="a9ed24f3-f7e1-440a-a32f-a1285e0bd405" providerId="ADAL" clId="{EDA502D4-B4FE-4605-A39E-4AAF9F70203F}" dt="2025-08-13T05:22:52.553" v="5617" actId="478"/>
        <pc:sldMkLst>
          <pc:docMk/>
          <pc:sldMk cId="1762635146" sldId="339"/>
        </pc:sldMkLst>
        <pc:spChg chg="del mod">
          <ac:chgData name="Beets, Simone (Dr) (Summerstrand Campus South)" userId="a9ed24f3-f7e1-440a-a32f-a1285e0bd405" providerId="ADAL" clId="{EDA502D4-B4FE-4605-A39E-4AAF9F70203F}" dt="2025-08-13T05:22:43.621" v="5613" actId="478"/>
          <ac:spMkLst>
            <pc:docMk/>
            <pc:sldMk cId="1762635146" sldId="339"/>
            <ac:spMk id="2" creationId="{BCA5A014-4B8B-0A33-ABB5-D4F80EB980CC}"/>
          </ac:spMkLst>
        </pc:spChg>
        <pc:spChg chg="mod">
          <ac:chgData name="Beets, Simone (Dr) (Summerstrand Campus South)" userId="a9ed24f3-f7e1-440a-a32f-a1285e0bd405" providerId="ADAL" clId="{EDA502D4-B4FE-4605-A39E-4AAF9F70203F}" dt="2025-08-13T05:22:51.189" v="5616" actId="1076"/>
          <ac:spMkLst>
            <pc:docMk/>
            <pc:sldMk cId="1762635146" sldId="339"/>
            <ac:spMk id="3" creationId="{2D7CFFAC-EAEC-A4A5-23FB-B3200E4B3C34}"/>
          </ac:spMkLst>
        </pc:spChg>
        <pc:spChg chg="del">
          <ac:chgData name="Beets, Simone (Dr) (Summerstrand Campus South)" userId="a9ed24f3-f7e1-440a-a32f-a1285e0bd405" providerId="ADAL" clId="{EDA502D4-B4FE-4605-A39E-4AAF9F70203F}" dt="2025-08-13T05:22:46.341" v="5615" actId="478"/>
          <ac:spMkLst>
            <pc:docMk/>
            <pc:sldMk cId="1762635146" sldId="339"/>
            <ac:spMk id="5" creationId="{29557598-3063-48C5-84D8-71D258EEDEAA}"/>
          </ac:spMkLst>
        </pc:spChg>
        <pc:spChg chg="add del mod">
          <ac:chgData name="Beets, Simone (Dr) (Summerstrand Campus South)" userId="a9ed24f3-f7e1-440a-a32f-a1285e0bd405" providerId="ADAL" clId="{EDA502D4-B4FE-4605-A39E-4AAF9F70203F}" dt="2025-08-13T05:22:45.257" v="5614" actId="478"/>
          <ac:spMkLst>
            <pc:docMk/>
            <pc:sldMk cId="1762635146" sldId="339"/>
            <ac:spMk id="6" creationId="{FC1AB308-7563-4A5B-AE8E-69EE47932781}"/>
          </ac:spMkLst>
        </pc:spChg>
        <pc:picChg chg="del">
          <ac:chgData name="Beets, Simone (Dr) (Summerstrand Campus South)" userId="a9ed24f3-f7e1-440a-a32f-a1285e0bd405" providerId="ADAL" clId="{EDA502D4-B4FE-4605-A39E-4AAF9F70203F}" dt="2025-08-13T05:22:52.553" v="5617" actId="478"/>
          <ac:picMkLst>
            <pc:docMk/>
            <pc:sldMk cId="1762635146" sldId="339"/>
            <ac:picMk id="4" creationId="{9C844A58-6BF9-1121-A945-ADBE54B65004}"/>
          </ac:picMkLst>
        </pc:picChg>
      </pc:sldChg>
      <pc:sldChg chg="del">
        <pc:chgData name="Beets, Simone (Dr) (Summerstrand Campus South)" userId="a9ed24f3-f7e1-440a-a32f-a1285e0bd405" providerId="ADAL" clId="{EDA502D4-B4FE-4605-A39E-4AAF9F70203F}" dt="2025-08-13T04:42:16.075" v="5486" actId="47"/>
        <pc:sldMkLst>
          <pc:docMk/>
          <pc:sldMk cId="4249415124" sldId="346"/>
        </pc:sldMkLst>
      </pc:sldChg>
      <pc:sldChg chg="del">
        <pc:chgData name="Beets, Simone (Dr) (Summerstrand Campus South)" userId="a9ed24f3-f7e1-440a-a32f-a1285e0bd405" providerId="ADAL" clId="{EDA502D4-B4FE-4605-A39E-4AAF9F70203F}" dt="2025-08-13T04:42:16.300" v="5487" actId="47"/>
        <pc:sldMkLst>
          <pc:docMk/>
          <pc:sldMk cId="4247069512" sldId="348"/>
        </pc:sldMkLst>
      </pc:sldChg>
      <pc:sldChg chg="modSp mod modNotesTx">
        <pc:chgData name="Beets, Simone (Dr) (Summerstrand Campus South)" userId="a9ed24f3-f7e1-440a-a32f-a1285e0bd405" providerId="ADAL" clId="{EDA502D4-B4FE-4605-A39E-4AAF9F70203F}" dt="2025-08-13T03:51:14.410" v="857" actId="20577"/>
        <pc:sldMkLst>
          <pc:docMk/>
          <pc:sldMk cId="4237056731" sldId="379"/>
        </pc:sldMkLst>
        <pc:spChg chg="mod">
          <ac:chgData name="Beets, Simone (Dr) (Summerstrand Campus South)" userId="a9ed24f3-f7e1-440a-a32f-a1285e0bd405" providerId="ADAL" clId="{EDA502D4-B4FE-4605-A39E-4AAF9F70203F}" dt="2025-08-13T03:51:02.324" v="817" actId="20577"/>
          <ac:spMkLst>
            <pc:docMk/>
            <pc:sldMk cId="4237056731" sldId="379"/>
            <ac:spMk id="6" creationId="{E42391C6-ECE5-EEC5-975A-44F397091D90}"/>
          </ac:spMkLst>
        </pc:spChg>
      </pc:sldChg>
      <pc:sldChg chg="del">
        <pc:chgData name="Beets, Simone (Dr) (Summerstrand Campus South)" userId="a9ed24f3-f7e1-440a-a32f-a1285e0bd405" providerId="ADAL" clId="{EDA502D4-B4FE-4605-A39E-4AAF9F70203F}" dt="2025-08-13T04:42:16.520" v="5488" actId="47"/>
        <pc:sldMkLst>
          <pc:docMk/>
          <pc:sldMk cId="2112352835" sldId="380"/>
        </pc:sldMkLst>
      </pc:sldChg>
      <pc:sldChg chg="del">
        <pc:chgData name="Beets, Simone (Dr) (Summerstrand Campus South)" userId="a9ed24f3-f7e1-440a-a32f-a1285e0bd405" providerId="ADAL" clId="{EDA502D4-B4FE-4605-A39E-4AAF9F70203F}" dt="2025-08-13T04:42:11.426" v="5477" actId="47"/>
        <pc:sldMkLst>
          <pc:docMk/>
          <pc:sldMk cId="1482955239" sldId="382"/>
        </pc:sldMkLst>
      </pc:sldChg>
      <pc:sldChg chg="del">
        <pc:chgData name="Beets, Simone (Dr) (Summerstrand Campus South)" userId="a9ed24f3-f7e1-440a-a32f-a1285e0bd405" providerId="ADAL" clId="{EDA502D4-B4FE-4605-A39E-4AAF9F70203F}" dt="2025-08-13T04:42:17.192" v="5490" actId="47"/>
        <pc:sldMkLst>
          <pc:docMk/>
          <pc:sldMk cId="2193058390" sldId="383"/>
        </pc:sldMkLst>
      </pc:sldChg>
      <pc:sldChg chg="del">
        <pc:chgData name="Beets, Simone (Dr) (Summerstrand Campus South)" userId="a9ed24f3-f7e1-440a-a32f-a1285e0bd405" providerId="ADAL" clId="{EDA502D4-B4FE-4605-A39E-4AAF9F70203F}" dt="2025-08-13T04:42:17.416" v="5491" actId="47"/>
        <pc:sldMkLst>
          <pc:docMk/>
          <pc:sldMk cId="2755305679" sldId="384"/>
        </pc:sldMkLst>
      </pc:sldChg>
      <pc:sldChg chg="del">
        <pc:chgData name="Beets, Simone (Dr) (Summerstrand Campus South)" userId="a9ed24f3-f7e1-440a-a32f-a1285e0bd405" providerId="ADAL" clId="{EDA502D4-B4FE-4605-A39E-4AAF9F70203F}" dt="2025-08-13T04:42:17.550" v="5492" actId="47"/>
        <pc:sldMkLst>
          <pc:docMk/>
          <pc:sldMk cId="3435839152" sldId="385"/>
        </pc:sldMkLst>
      </pc:sldChg>
      <pc:sldChg chg="del">
        <pc:chgData name="Beets, Simone (Dr) (Summerstrand Campus South)" userId="a9ed24f3-f7e1-440a-a32f-a1285e0bd405" providerId="ADAL" clId="{EDA502D4-B4FE-4605-A39E-4AAF9F70203F}" dt="2025-08-13T04:42:17.795" v="5493" actId="47"/>
        <pc:sldMkLst>
          <pc:docMk/>
          <pc:sldMk cId="2665890241" sldId="386"/>
        </pc:sldMkLst>
      </pc:sldChg>
      <pc:sldChg chg="del">
        <pc:chgData name="Beets, Simone (Dr) (Summerstrand Campus South)" userId="a9ed24f3-f7e1-440a-a32f-a1285e0bd405" providerId="ADAL" clId="{EDA502D4-B4FE-4605-A39E-4AAF9F70203F}" dt="2025-08-13T04:42:17.983" v="5494" actId="47"/>
        <pc:sldMkLst>
          <pc:docMk/>
          <pc:sldMk cId="2929070598" sldId="387"/>
        </pc:sldMkLst>
      </pc:sldChg>
      <pc:sldChg chg="del">
        <pc:chgData name="Beets, Simone (Dr) (Summerstrand Campus South)" userId="a9ed24f3-f7e1-440a-a32f-a1285e0bd405" providerId="ADAL" clId="{EDA502D4-B4FE-4605-A39E-4AAF9F70203F}" dt="2025-08-13T04:42:18.170" v="5495" actId="47"/>
        <pc:sldMkLst>
          <pc:docMk/>
          <pc:sldMk cId="3566379816" sldId="388"/>
        </pc:sldMkLst>
      </pc:sldChg>
      <pc:sldChg chg="modSp mod modNotesTx">
        <pc:chgData name="Beets, Simone (Dr) (Summerstrand Campus South)" userId="a9ed24f3-f7e1-440a-a32f-a1285e0bd405" providerId="ADAL" clId="{EDA502D4-B4FE-4605-A39E-4AAF9F70203F}" dt="2025-08-13T04:04:56.942" v="2443" actId="5793"/>
        <pc:sldMkLst>
          <pc:docMk/>
          <pc:sldMk cId="469056813" sldId="389"/>
        </pc:sldMkLst>
        <pc:spChg chg="mod">
          <ac:chgData name="Beets, Simone (Dr) (Summerstrand Campus South)" userId="a9ed24f3-f7e1-440a-a32f-a1285e0bd405" providerId="ADAL" clId="{EDA502D4-B4FE-4605-A39E-4AAF9F70203F}" dt="2025-08-13T04:04:47.958" v="2397" actId="20577"/>
          <ac:spMkLst>
            <pc:docMk/>
            <pc:sldMk cId="469056813" sldId="389"/>
            <ac:spMk id="6" creationId="{E42391C6-ECE5-EEC5-975A-44F397091D90}"/>
          </ac:spMkLst>
        </pc:spChg>
      </pc:sldChg>
      <pc:sldChg chg="delSp modSp del mod ord delAnim modAnim modNotesTx">
        <pc:chgData name="Beets, Simone (Dr) (Summerstrand Campus South)" userId="a9ed24f3-f7e1-440a-a32f-a1285e0bd405" providerId="ADAL" clId="{EDA502D4-B4FE-4605-A39E-4AAF9F70203F}" dt="2025-08-13T03:34:07.638" v="488" actId="47"/>
        <pc:sldMkLst>
          <pc:docMk/>
          <pc:sldMk cId="1806085718" sldId="390"/>
        </pc:sldMkLst>
        <pc:spChg chg="del">
          <ac:chgData name="Beets, Simone (Dr) (Summerstrand Campus South)" userId="a9ed24f3-f7e1-440a-a32f-a1285e0bd405" providerId="ADAL" clId="{EDA502D4-B4FE-4605-A39E-4AAF9F70203F}" dt="2025-08-13T03:33:07.232" v="341" actId="478"/>
          <ac:spMkLst>
            <pc:docMk/>
            <pc:sldMk cId="1806085718" sldId="390"/>
            <ac:spMk id="2" creationId="{109396CF-C045-4D44-84C8-3E8A61830746}"/>
          </ac:spMkLst>
        </pc:spChg>
        <pc:spChg chg="mod">
          <ac:chgData name="Beets, Simone (Dr) (Summerstrand Campus South)" userId="a9ed24f3-f7e1-440a-a32f-a1285e0bd405" providerId="ADAL" clId="{EDA502D4-B4FE-4605-A39E-4AAF9F70203F}" dt="2025-08-13T03:31:44.546" v="53" actId="20577"/>
          <ac:spMkLst>
            <pc:docMk/>
            <pc:sldMk cId="1806085718" sldId="390"/>
            <ac:spMk id="20482" creationId="{DA623730-44A2-7876-7832-2E4BB653C41A}"/>
          </ac:spMkLst>
        </pc:spChg>
        <pc:spChg chg="mod">
          <ac:chgData name="Beets, Simone (Dr) (Summerstrand Campus South)" userId="a9ed24f3-f7e1-440a-a32f-a1285e0bd405" providerId="ADAL" clId="{EDA502D4-B4FE-4605-A39E-4AAF9F70203F}" dt="2025-08-13T03:33:46.941" v="485" actId="20577"/>
          <ac:spMkLst>
            <pc:docMk/>
            <pc:sldMk cId="1806085718" sldId="390"/>
            <ac:spMk id="20483" creationId="{6CF76C83-9628-82EB-EEC2-12037642C096}"/>
          </ac:spMkLst>
        </pc:spChg>
        <pc:picChg chg="del">
          <ac:chgData name="Beets, Simone (Dr) (Summerstrand Campus South)" userId="a9ed24f3-f7e1-440a-a32f-a1285e0bd405" providerId="ADAL" clId="{EDA502D4-B4FE-4605-A39E-4AAF9F70203F}" dt="2025-08-13T03:33:04.560" v="340" actId="478"/>
          <ac:picMkLst>
            <pc:docMk/>
            <pc:sldMk cId="1806085718" sldId="390"/>
            <ac:picMk id="1026" creationId="{7EA7565E-0B2C-4BED-B320-169977D516E1}"/>
          </ac:picMkLst>
        </pc:picChg>
      </pc:sldChg>
      <pc:sldChg chg="addSp modSp mod modAnim modNotesTx">
        <pc:chgData name="Beets, Simone (Dr) (Summerstrand Campus South)" userId="a9ed24f3-f7e1-440a-a32f-a1285e0bd405" providerId="ADAL" clId="{EDA502D4-B4FE-4605-A39E-4AAF9F70203F}" dt="2025-08-13T05:24:38.747" v="5619"/>
        <pc:sldMkLst>
          <pc:docMk/>
          <pc:sldMk cId="754971171" sldId="391"/>
        </pc:sldMkLst>
        <pc:spChg chg="add mod">
          <ac:chgData name="Beets, Simone (Dr) (Summerstrand Campus South)" userId="a9ed24f3-f7e1-440a-a32f-a1285e0bd405" providerId="ADAL" clId="{EDA502D4-B4FE-4605-A39E-4AAF9F70203F}" dt="2025-08-13T03:57:55.912" v="1994" actId="20577"/>
          <ac:spMkLst>
            <pc:docMk/>
            <pc:sldMk cId="754971171" sldId="391"/>
            <ac:spMk id="4" creationId="{1259709B-5399-4DF2-B064-D3D876C5F71C}"/>
          </ac:spMkLst>
        </pc:spChg>
        <pc:spChg chg="add mod">
          <ac:chgData name="Beets, Simone (Dr) (Summerstrand Campus South)" userId="a9ed24f3-f7e1-440a-a32f-a1285e0bd405" providerId="ADAL" clId="{EDA502D4-B4FE-4605-A39E-4AAF9F70203F}" dt="2025-08-13T03:58:56.491" v="2005" actId="208"/>
          <ac:spMkLst>
            <pc:docMk/>
            <pc:sldMk cId="754971171" sldId="391"/>
            <ac:spMk id="8" creationId="{1502EFB5-5B65-4180-B3D6-B881EF0329AB}"/>
          </ac:spMkLst>
        </pc:spChg>
        <pc:spChg chg="mod">
          <ac:chgData name="Beets, Simone (Dr) (Summerstrand Campus South)" userId="a9ed24f3-f7e1-440a-a32f-a1285e0bd405" providerId="ADAL" clId="{EDA502D4-B4FE-4605-A39E-4AAF9F70203F}" dt="2025-08-13T03:59:05.929" v="2009" actId="20577"/>
          <ac:spMkLst>
            <pc:docMk/>
            <pc:sldMk cId="754971171" sldId="391"/>
            <ac:spMk id="20482" creationId="{DA623730-44A2-7876-7832-2E4BB653C41A}"/>
          </ac:spMkLst>
        </pc:spChg>
        <pc:spChg chg="mod">
          <ac:chgData name="Beets, Simone (Dr) (Summerstrand Campus South)" userId="a9ed24f3-f7e1-440a-a32f-a1285e0bd405" providerId="ADAL" clId="{EDA502D4-B4FE-4605-A39E-4AAF9F70203F}" dt="2025-08-13T05:04:04.313" v="5532" actId="114"/>
          <ac:spMkLst>
            <pc:docMk/>
            <pc:sldMk cId="754971171" sldId="391"/>
            <ac:spMk id="20483" creationId="{6CF76C83-9628-82EB-EEC2-12037642C096}"/>
          </ac:spMkLst>
        </pc:spChg>
        <pc:picChg chg="add mod">
          <ac:chgData name="Beets, Simone (Dr) (Summerstrand Campus South)" userId="a9ed24f3-f7e1-440a-a32f-a1285e0bd405" providerId="ADAL" clId="{EDA502D4-B4FE-4605-A39E-4AAF9F70203F}" dt="2025-08-13T03:58:29.266" v="1999" actId="1076"/>
          <ac:picMkLst>
            <pc:docMk/>
            <pc:sldMk cId="754971171" sldId="391"/>
            <ac:picMk id="5" creationId="{7B4D6E1A-41E6-42EB-800F-0A344D7638E9}"/>
          </ac:picMkLst>
        </pc:picChg>
        <pc:picChg chg="add mod">
          <ac:chgData name="Beets, Simone (Dr) (Summerstrand Campus South)" userId="a9ed24f3-f7e1-440a-a32f-a1285e0bd405" providerId="ADAL" clId="{EDA502D4-B4FE-4605-A39E-4AAF9F70203F}" dt="2025-08-13T03:58:43.786" v="2003" actId="1076"/>
          <ac:picMkLst>
            <pc:docMk/>
            <pc:sldMk cId="754971171" sldId="391"/>
            <ac:picMk id="6" creationId="{2F0022A2-BF1A-4502-A779-E371867D7E9C}"/>
          </ac:picMkLst>
        </pc:picChg>
        <pc:picChg chg="add mod">
          <ac:chgData name="Beets, Simone (Dr) (Summerstrand Campus South)" userId="a9ed24f3-f7e1-440a-a32f-a1285e0bd405" providerId="ADAL" clId="{EDA502D4-B4FE-4605-A39E-4AAF9F70203F}" dt="2025-08-13T03:58:25.701" v="1998" actId="1076"/>
          <ac:picMkLst>
            <pc:docMk/>
            <pc:sldMk cId="754971171" sldId="391"/>
            <ac:picMk id="7" creationId="{015D33C9-828D-476C-B73F-73D478EC575A}"/>
          </ac:picMkLst>
        </pc:picChg>
      </pc:sldChg>
      <pc:sldChg chg="modSp mod modAnim modNotesTx">
        <pc:chgData name="Beets, Simone (Dr) (Summerstrand Campus South)" userId="a9ed24f3-f7e1-440a-a32f-a1285e0bd405" providerId="ADAL" clId="{EDA502D4-B4FE-4605-A39E-4AAF9F70203F}" dt="2025-08-13T05:06:06.626" v="5545" actId="404"/>
        <pc:sldMkLst>
          <pc:docMk/>
          <pc:sldMk cId="611852424" sldId="392"/>
        </pc:sldMkLst>
        <pc:spChg chg="mod">
          <ac:chgData name="Beets, Simone (Dr) (Summerstrand Campus South)" userId="a9ed24f3-f7e1-440a-a32f-a1285e0bd405" providerId="ADAL" clId="{EDA502D4-B4FE-4605-A39E-4AAF9F70203F}" dt="2025-08-13T04:05:07.932" v="2462" actId="20577"/>
          <ac:spMkLst>
            <pc:docMk/>
            <pc:sldMk cId="611852424" sldId="392"/>
            <ac:spMk id="20482" creationId="{DA623730-44A2-7876-7832-2E4BB653C41A}"/>
          </ac:spMkLst>
        </pc:spChg>
        <pc:spChg chg="mod">
          <ac:chgData name="Beets, Simone (Dr) (Summerstrand Campus South)" userId="a9ed24f3-f7e1-440a-a32f-a1285e0bd405" providerId="ADAL" clId="{EDA502D4-B4FE-4605-A39E-4AAF9F70203F}" dt="2025-08-13T05:06:06.626" v="5545" actId="404"/>
          <ac:spMkLst>
            <pc:docMk/>
            <pc:sldMk cId="611852424" sldId="392"/>
            <ac:spMk id="20483" creationId="{6CF76C83-9628-82EB-EEC2-12037642C096}"/>
          </ac:spMkLst>
        </pc:spChg>
      </pc:sldChg>
      <pc:sldChg chg="del">
        <pc:chgData name="Beets, Simone (Dr) (Summerstrand Campus South)" userId="a9ed24f3-f7e1-440a-a32f-a1285e0bd405" providerId="ADAL" clId="{EDA502D4-B4FE-4605-A39E-4AAF9F70203F}" dt="2025-08-13T04:42:15.771" v="5485" actId="47"/>
        <pc:sldMkLst>
          <pc:docMk/>
          <pc:sldMk cId="881548409" sldId="393"/>
        </pc:sldMkLst>
      </pc:sldChg>
      <pc:sldChg chg="del">
        <pc:chgData name="Beets, Simone (Dr) (Summerstrand Campus South)" userId="a9ed24f3-f7e1-440a-a32f-a1285e0bd405" providerId="ADAL" clId="{EDA502D4-B4FE-4605-A39E-4AAF9F70203F}" dt="2025-08-13T04:42:16.829" v="5489" actId="47"/>
        <pc:sldMkLst>
          <pc:docMk/>
          <pc:sldMk cId="2651105460" sldId="395"/>
        </pc:sldMkLst>
      </pc:sldChg>
      <pc:sldChg chg="del">
        <pc:chgData name="Beets, Simone (Dr) (Summerstrand Campus South)" userId="a9ed24f3-f7e1-440a-a32f-a1285e0bd405" providerId="ADAL" clId="{EDA502D4-B4FE-4605-A39E-4AAF9F70203F}" dt="2025-08-13T04:42:11.972" v="5478" actId="47"/>
        <pc:sldMkLst>
          <pc:docMk/>
          <pc:sldMk cId="3546257120" sldId="396"/>
        </pc:sldMkLst>
      </pc:sldChg>
      <pc:sldChg chg="del">
        <pc:chgData name="Beets, Simone (Dr) (Summerstrand Campus South)" userId="a9ed24f3-f7e1-440a-a32f-a1285e0bd405" providerId="ADAL" clId="{EDA502D4-B4FE-4605-A39E-4AAF9F70203F}" dt="2025-08-13T04:42:12.508" v="5479" actId="47"/>
        <pc:sldMkLst>
          <pc:docMk/>
          <pc:sldMk cId="433610340" sldId="397"/>
        </pc:sldMkLst>
      </pc:sldChg>
      <pc:sldChg chg="del">
        <pc:chgData name="Beets, Simone (Dr) (Summerstrand Campus South)" userId="a9ed24f3-f7e1-440a-a32f-a1285e0bd405" providerId="ADAL" clId="{EDA502D4-B4FE-4605-A39E-4AAF9F70203F}" dt="2025-08-13T04:42:12.954" v="5480" actId="47"/>
        <pc:sldMkLst>
          <pc:docMk/>
          <pc:sldMk cId="301676607" sldId="398"/>
        </pc:sldMkLst>
      </pc:sldChg>
      <pc:sldChg chg="del">
        <pc:chgData name="Beets, Simone (Dr) (Summerstrand Campus South)" userId="a9ed24f3-f7e1-440a-a32f-a1285e0bd405" providerId="ADAL" clId="{EDA502D4-B4FE-4605-A39E-4AAF9F70203F}" dt="2025-08-13T04:42:13.371" v="5481" actId="47"/>
        <pc:sldMkLst>
          <pc:docMk/>
          <pc:sldMk cId="4059545156" sldId="399"/>
        </pc:sldMkLst>
      </pc:sldChg>
      <pc:sldChg chg="del">
        <pc:chgData name="Beets, Simone (Dr) (Summerstrand Campus South)" userId="a9ed24f3-f7e1-440a-a32f-a1285e0bd405" providerId="ADAL" clId="{EDA502D4-B4FE-4605-A39E-4AAF9F70203F}" dt="2025-08-13T04:42:13.821" v="5482" actId="47"/>
        <pc:sldMkLst>
          <pc:docMk/>
          <pc:sldMk cId="3920907055" sldId="400"/>
        </pc:sldMkLst>
      </pc:sldChg>
      <pc:sldChg chg="del">
        <pc:chgData name="Beets, Simone (Dr) (Summerstrand Campus South)" userId="a9ed24f3-f7e1-440a-a32f-a1285e0bd405" providerId="ADAL" clId="{EDA502D4-B4FE-4605-A39E-4AAF9F70203F}" dt="2025-08-13T04:42:14.301" v="5483" actId="47"/>
        <pc:sldMkLst>
          <pc:docMk/>
          <pc:sldMk cId="1515453060" sldId="401"/>
        </pc:sldMkLst>
      </pc:sldChg>
      <pc:sldChg chg="del">
        <pc:chgData name="Beets, Simone (Dr) (Summerstrand Campus South)" userId="a9ed24f3-f7e1-440a-a32f-a1285e0bd405" providerId="ADAL" clId="{EDA502D4-B4FE-4605-A39E-4AAF9F70203F}" dt="2025-08-13T04:42:15.329" v="5484" actId="47"/>
        <pc:sldMkLst>
          <pc:docMk/>
          <pc:sldMk cId="2184392525" sldId="402"/>
        </pc:sldMkLst>
      </pc:sldChg>
      <pc:sldChg chg="del">
        <pc:chgData name="Beets, Simone (Dr) (Summerstrand Campus South)" userId="a9ed24f3-f7e1-440a-a32f-a1285e0bd405" providerId="ADAL" clId="{EDA502D4-B4FE-4605-A39E-4AAF9F70203F}" dt="2025-08-13T04:42:18.591" v="5497" actId="47"/>
        <pc:sldMkLst>
          <pc:docMk/>
          <pc:sldMk cId="163720027" sldId="403"/>
        </pc:sldMkLst>
      </pc:sldChg>
      <pc:sldChg chg="del">
        <pc:chgData name="Beets, Simone (Dr) (Summerstrand Campus South)" userId="a9ed24f3-f7e1-440a-a32f-a1285e0bd405" providerId="ADAL" clId="{EDA502D4-B4FE-4605-A39E-4AAF9F70203F}" dt="2025-08-13T04:42:18.966" v="5498" actId="47"/>
        <pc:sldMkLst>
          <pc:docMk/>
          <pc:sldMk cId="944485822" sldId="404"/>
        </pc:sldMkLst>
      </pc:sldChg>
      <pc:sldChg chg="del">
        <pc:chgData name="Beets, Simone (Dr) (Summerstrand Campus South)" userId="a9ed24f3-f7e1-440a-a32f-a1285e0bd405" providerId="ADAL" clId="{EDA502D4-B4FE-4605-A39E-4AAF9F70203F}" dt="2025-08-13T04:42:19.403" v="5499" actId="47"/>
        <pc:sldMkLst>
          <pc:docMk/>
          <pc:sldMk cId="2659954831" sldId="405"/>
        </pc:sldMkLst>
      </pc:sldChg>
      <pc:sldChg chg="del">
        <pc:chgData name="Beets, Simone (Dr) (Summerstrand Campus South)" userId="a9ed24f3-f7e1-440a-a32f-a1285e0bd405" providerId="ADAL" clId="{EDA502D4-B4FE-4605-A39E-4AAF9F70203F}" dt="2025-08-13T04:42:19.749" v="5500" actId="47"/>
        <pc:sldMkLst>
          <pc:docMk/>
          <pc:sldMk cId="372332078" sldId="406"/>
        </pc:sldMkLst>
      </pc:sldChg>
      <pc:sldChg chg="del">
        <pc:chgData name="Beets, Simone (Dr) (Summerstrand Campus South)" userId="a9ed24f3-f7e1-440a-a32f-a1285e0bd405" providerId="ADAL" clId="{EDA502D4-B4FE-4605-A39E-4AAF9F70203F}" dt="2025-08-13T04:42:20.171" v="5501" actId="47"/>
        <pc:sldMkLst>
          <pc:docMk/>
          <pc:sldMk cId="2918244378" sldId="407"/>
        </pc:sldMkLst>
      </pc:sldChg>
      <pc:sldChg chg="del">
        <pc:chgData name="Beets, Simone (Dr) (Summerstrand Campus South)" userId="a9ed24f3-f7e1-440a-a32f-a1285e0bd405" providerId="ADAL" clId="{EDA502D4-B4FE-4605-A39E-4AAF9F70203F}" dt="2025-08-13T04:42:18.337" v="5496" actId="47"/>
        <pc:sldMkLst>
          <pc:docMk/>
          <pc:sldMk cId="3460749571" sldId="408"/>
        </pc:sldMkLst>
      </pc:sldChg>
      <pc:sldChg chg="del">
        <pc:chgData name="Beets, Simone (Dr) (Summerstrand Campus South)" userId="a9ed24f3-f7e1-440a-a32f-a1285e0bd405" providerId="ADAL" clId="{EDA502D4-B4FE-4605-A39E-4AAF9F70203F}" dt="2025-08-13T04:42:20.632" v="5502" actId="47"/>
        <pc:sldMkLst>
          <pc:docMk/>
          <pc:sldMk cId="2919055562" sldId="409"/>
        </pc:sldMkLst>
      </pc:sldChg>
      <pc:sldChg chg="del">
        <pc:chgData name="Beets, Simone (Dr) (Summerstrand Campus South)" userId="a9ed24f3-f7e1-440a-a32f-a1285e0bd405" providerId="ADAL" clId="{EDA502D4-B4FE-4605-A39E-4AAF9F70203F}" dt="2025-08-13T04:42:21.528" v="5503" actId="47"/>
        <pc:sldMkLst>
          <pc:docMk/>
          <pc:sldMk cId="233496787" sldId="410"/>
        </pc:sldMkLst>
      </pc:sldChg>
      <pc:sldChg chg="del">
        <pc:chgData name="Beets, Simone (Dr) (Summerstrand Campus South)" userId="a9ed24f3-f7e1-440a-a32f-a1285e0bd405" providerId="ADAL" clId="{EDA502D4-B4FE-4605-A39E-4AAF9F70203F}" dt="2025-08-13T05:12:53.923" v="5585" actId="47"/>
        <pc:sldMkLst>
          <pc:docMk/>
          <pc:sldMk cId="76496665" sldId="411"/>
        </pc:sldMkLst>
      </pc:sldChg>
      <pc:sldChg chg="delSp modSp add mod delAnim modAnim modNotesTx">
        <pc:chgData name="Beets, Simone (Dr) (Summerstrand Campus South)" userId="a9ed24f3-f7e1-440a-a32f-a1285e0bd405" providerId="ADAL" clId="{EDA502D4-B4FE-4605-A39E-4AAF9F70203F}" dt="2025-08-13T05:02:09.959" v="5516" actId="20577"/>
        <pc:sldMkLst>
          <pc:docMk/>
          <pc:sldMk cId="1280253110" sldId="412"/>
        </pc:sldMkLst>
        <pc:spChg chg="del">
          <ac:chgData name="Beets, Simone (Dr) (Summerstrand Campus South)" userId="a9ed24f3-f7e1-440a-a32f-a1285e0bd405" providerId="ADAL" clId="{EDA502D4-B4FE-4605-A39E-4AAF9F70203F}" dt="2025-08-13T03:51:26.175" v="859" actId="478"/>
          <ac:spMkLst>
            <pc:docMk/>
            <pc:sldMk cId="1280253110" sldId="412"/>
            <ac:spMk id="2" creationId="{109396CF-C045-4D44-84C8-3E8A61830746}"/>
          </ac:spMkLst>
        </pc:spChg>
        <pc:spChg chg="mod">
          <ac:chgData name="Beets, Simone (Dr) (Summerstrand Campus South)" userId="a9ed24f3-f7e1-440a-a32f-a1285e0bd405" providerId="ADAL" clId="{EDA502D4-B4FE-4605-A39E-4AAF9F70203F}" dt="2025-08-13T03:51:39.686" v="905" actId="20577"/>
          <ac:spMkLst>
            <pc:docMk/>
            <pc:sldMk cId="1280253110" sldId="412"/>
            <ac:spMk id="20482" creationId="{DA623730-44A2-7876-7832-2E4BB653C41A}"/>
          </ac:spMkLst>
        </pc:spChg>
        <pc:spChg chg="mod">
          <ac:chgData name="Beets, Simone (Dr) (Summerstrand Campus South)" userId="a9ed24f3-f7e1-440a-a32f-a1285e0bd405" providerId="ADAL" clId="{EDA502D4-B4FE-4605-A39E-4AAF9F70203F}" dt="2025-08-13T05:02:09.959" v="5516" actId="20577"/>
          <ac:spMkLst>
            <pc:docMk/>
            <pc:sldMk cId="1280253110" sldId="412"/>
            <ac:spMk id="20483" creationId="{6CF76C83-9628-82EB-EEC2-12037642C096}"/>
          </ac:spMkLst>
        </pc:spChg>
        <pc:picChg chg="del">
          <ac:chgData name="Beets, Simone (Dr) (Summerstrand Campus South)" userId="a9ed24f3-f7e1-440a-a32f-a1285e0bd405" providerId="ADAL" clId="{EDA502D4-B4FE-4605-A39E-4AAF9F70203F}" dt="2025-08-13T03:51:25.375" v="858" actId="478"/>
          <ac:picMkLst>
            <pc:docMk/>
            <pc:sldMk cId="1280253110" sldId="412"/>
            <ac:picMk id="1026" creationId="{7EA7565E-0B2C-4BED-B320-169977D516E1}"/>
          </ac:picMkLst>
        </pc:picChg>
      </pc:sldChg>
      <pc:sldChg chg="add">
        <pc:chgData name="Beets, Simone (Dr) (Summerstrand Campus South)" userId="a9ed24f3-f7e1-440a-a32f-a1285e0bd405" providerId="ADAL" clId="{EDA502D4-B4FE-4605-A39E-4AAF9F70203F}" dt="2025-08-13T03:33:59.374" v="487" actId="2890"/>
        <pc:sldMkLst>
          <pc:docMk/>
          <pc:sldMk cId="172338004" sldId="413"/>
        </pc:sldMkLst>
      </pc:sldChg>
      <pc:sldChg chg="add del">
        <pc:chgData name="Beets, Simone (Dr) (Summerstrand Campus South)" userId="a9ed24f3-f7e1-440a-a32f-a1285e0bd405" providerId="ADAL" clId="{EDA502D4-B4FE-4605-A39E-4AAF9F70203F}" dt="2025-08-13T04:04:41.159" v="2378" actId="47"/>
        <pc:sldMkLst>
          <pc:docMk/>
          <pc:sldMk cId="2909439304" sldId="414"/>
        </pc:sldMkLst>
      </pc:sldChg>
      <pc:sldChg chg="modSp add mod modAnim">
        <pc:chgData name="Beets, Simone (Dr) (Summerstrand Campus South)" userId="a9ed24f3-f7e1-440a-a32f-a1285e0bd405" providerId="ADAL" clId="{EDA502D4-B4FE-4605-A39E-4AAF9F70203F}" dt="2025-08-13T05:02:34.395" v="5522" actId="20577"/>
        <pc:sldMkLst>
          <pc:docMk/>
          <pc:sldMk cId="620854141" sldId="415"/>
        </pc:sldMkLst>
        <pc:spChg chg="mod">
          <ac:chgData name="Beets, Simone (Dr) (Summerstrand Campus South)" userId="a9ed24f3-f7e1-440a-a32f-a1285e0bd405" providerId="ADAL" clId="{EDA502D4-B4FE-4605-A39E-4AAF9F70203F}" dt="2025-08-13T03:53:42.378" v="1314" actId="20577"/>
          <ac:spMkLst>
            <pc:docMk/>
            <pc:sldMk cId="620854141" sldId="415"/>
            <ac:spMk id="20482" creationId="{DA623730-44A2-7876-7832-2E4BB653C41A}"/>
          </ac:spMkLst>
        </pc:spChg>
        <pc:spChg chg="mod">
          <ac:chgData name="Beets, Simone (Dr) (Summerstrand Campus South)" userId="a9ed24f3-f7e1-440a-a32f-a1285e0bd405" providerId="ADAL" clId="{EDA502D4-B4FE-4605-A39E-4AAF9F70203F}" dt="2025-08-13T05:02:34.395" v="5522" actId="20577"/>
          <ac:spMkLst>
            <pc:docMk/>
            <pc:sldMk cId="620854141" sldId="415"/>
            <ac:spMk id="20483" creationId="{6CF76C83-9628-82EB-EEC2-12037642C096}"/>
          </ac:spMkLst>
        </pc:spChg>
      </pc:sldChg>
      <pc:sldChg chg="addSp modSp add mod modAnim">
        <pc:chgData name="Beets, Simone (Dr) (Summerstrand Campus South)" userId="a9ed24f3-f7e1-440a-a32f-a1285e0bd405" providerId="ADAL" clId="{EDA502D4-B4FE-4605-A39E-4AAF9F70203F}" dt="2025-08-13T05:03:02.522" v="5524" actId="114"/>
        <pc:sldMkLst>
          <pc:docMk/>
          <pc:sldMk cId="155996312" sldId="416"/>
        </pc:sldMkLst>
        <pc:spChg chg="add mod">
          <ac:chgData name="Beets, Simone (Dr) (Summerstrand Campus South)" userId="a9ed24f3-f7e1-440a-a32f-a1285e0bd405" providerId="ADAL" clId="{EDA502D4-B4FE-4605-A39E-4AAF9F70203F}" dt="2025-08-13T03:56:22.511" v="1738" actId="207"/>
          <ac:spMkLst>
            <pc:docMk/>
            <pc:sldMk cId="155996312" sldId="416"/>
            <ac:spMk id="5" creationId="{F30695C8-EFD4-4842-A8BC-E3C61201BCAB}"/>
          </ac:spMkLst>
        </pc:spChg>
        <pc:spChg chg="mod">
          <ac:chgData name="Beets, Simone (Dr) (Summerstrand Campus South)" userId="a9ed24f3-f7e1-440a-a32f-a1285e0bd405" providerId="ADAL" clId="{EDA502D4-B4FE-4605-A39E-4AAF9F70203F}" dt="2025-08-13T03:54:19.202" v="1452" actId="20577"/>
          <ac:spMkLst>
            <pc:docMk/>
            <pc:sldMk cId="155996312" sldId="416"/>
            <ac:spMk id="20482" creationId="{DA623730-44A2-7876-7832-2E4BB653C41A}"/>
          </ac:spMkLst>
        </pc:spChg>
        <pc:spChg chg="mod">
          <ac:chgData name="Beets, Simone (Dr) (Summerstrand Campus South)" userId="a9ed24f3-f7e1-440a-a32f-a1285e0bd405" providerId="ADAL" clId="{EDA502D4-B4FE-4605-A39E-4AAF9F70203F}" dt="2025-08-13T05:03:02.522" v="5524" actId="114"/>
          <ac:spMkLst>
            <pc:docMk/>
            <pc:sldMk cId="155996312" sldId="416"/>
            <ac:spMk id="20483" creationId="{6CF76C83-9628-82EB-EEC2-12037642C096}"/>
          </ac:spMkLst>
        </pc:spChg>
      </pc:sldChg>
      <pc:sldChg chg="addSp delSp modSp add mod modAnim">
        <pc:chgData name="Beets, Simone (Dr) (Summerstrand Campus South)" userId="a9ed24f3-f7e1-440a-a32f-a1285e0bd405" providerId="ADAL" clId="{EDA502D4-B4FE-4605-A39E-4AAF9F70203F}" dt="2025-08-13T05:24:44.662" v="5620"/>
        <pc:sldMkLst>
          <pc:docMk/>
          <pc:sldMk cId="3611652329" sldId="417"/>
        </pc:sldMkLst>
        <pc:spChg chg="del mod">
          <ac:chgData name="Beets, Simone (Dr) (Summerstrand Campus South)" userId="a9ed24f3-f7e1-440a-a32f-a1285e0bd405" providerId="ADAL" clId="{EDA502D4-B4FE-4605-A39E-4AAF9F70203F}" dt="2025-08-13T04:04:10.376" v="2374" actId="478"/>
          <ac:spMkLst>
            <pc:docMk/>
            <pc:sldMk cId="3611652329" sldId="417"/>
            <ac:spMk id="4" creationId="{1259709B-5399-4DF2-B064-D3D876C5F71C}"/>
          </ac:spMkLst>
        </pc:spChg>
        <pc:spChg chg="mod ord">
          <ac:chgData name="Beets, Simone (Dr) (Summerstrand Campus South)" userId="a9ed24f3-f7e1-440a-a32f-a1285e0bd405" providerId="ADAL" clId="{EDA502D4-B4FE-4605-A39E-4AAF9F70203F}" dt="2025-08-13T04:03:53.074" v="2370" actId="1076"/>
          <ac:spMkLst>
            <pc:docMk/>
            <pc:sldMk cId="3611652329" sldId="417"/>
            <ac:spMk id="8" creationId="{1502EFB5-5B65-4180-B3D6-B881EF0329AB}"/>
          </ac:spMkLst>
        </pc:spChg>
        <pc:spChg chg="add mod">
          <ac:chgData name="Beets, Simone (Dr) (Summerstrand Campus South)" userId="a9ed24f3-f7e1-440a-a32f-a1285e0bd405" providerId="ADAL" clId="{EDA502D4-B4FE-4605-A39E-4AAF9F70203F}" dt="2025-08-13T04:03:15.005" v="2363" actId="1076"/>
          <ac:spMkLst>
            <pc:docMk/>
            <pc:sldMk cId="3611652329" sldId="417"/>
            <ac:spMk id="15" creationId="{8D631763-C598-4F37-98BC-400CA05E5A29}"/>
          </ac:spMkLst>
        </pc:spChg>
        <pc:spChg chg="add mod">
          <ac:chgData name="Beets, Simone (Dr) (Summerstrand Campus South)" userId="a9ed24f3-f7e1-440a-a32f-a1285e0bd405" providerId="ADAL" clId="{EDA502D4-B4FE-4605-A39E-4AAF9F70203F}" dt="2025-08-13T04:03:22.924" v="2365" actId="14100"/>
          <ac:spMkLst>
            <pc:docMk/>
            <pc:sldMk cId="3611652329" sldId="417"/>
            <ac:spMk id="17" creationId="{EDDACF06-14A0-4D80-BFC5-5EBD38B47375}"/>
          </ac:spMkLst>
        </pc:spChg>
        <pc:spChg chg="add mod">
          <ac:chgData name="Beets, Simone (Dr) (Summerstrand Campus South)" userId="a9ed24f3-f7e1-440a-a32f-a1285e0bd405" providerId="ADAL" clId="{EDA502D4-B4FE-4605-A39E-4AAF9F70203F}" dt="2025-08-13T04:04:33.702" v="2377" actId="20577"/>
          <ac:spMkLst>
            <pc:docMk/>
            <pc:sldMk cId="3611652329" sldId="417"/>
            <ac:spMk id="18" creationId="{8AA39271-A423-401B-89DD-EBC4C1596B47}"/>
          </ac:spMkLst>
        </pc:spChg>
        <pc:spChg chg="mod">
          <ac:chgData name="Beets, Simone (Dr) (Summerstrand Campus South)" userId="a9ed24f3-f7e1-440a-a32f-a1285e0bd405" providerId="ADAL" clId="{EDA502D4-B4FE-4605-A39E-4AAF9F70203F}" dt="2025-08-13T03:59:22.726" v="2036" actId="20577"/>
          <ac:spMkLst>
            <pc:docMk/>
            <pc:sldMk cId="3611652329" sldId="417"/>
            <ac:spMk id="20482" creationId="{DA623730-44A2-7876-7832-2E4BB653C41A}"/>
          </ac:spMkLst>
        </pc:spChg>
        <pc:spChg chg="mod">
          <ac:chgData name="Beets, Simone (Dr) (Summerstrand Campus South)" userId="a9ed24f3-f7e1-440a-a32f-a1285e0bd405" providerId="ADAL" clId="{EDA502D4-B4FE-4605-A39E-4AAF9F70203F}" dt="2025-08-13T05:04:44.696" v="5536" actId="114"/>
          <ac:spMkLst>
            <pc:docMk/>
            <pc:sldMk cId="3611652329" sldId="417"/>
            <ac:spMk id="20483" creationId="{6CF76C83-9628-82EB-EEC2-12037642C096}"/>
          </ac:spMkLst>
        </pc:spChg>
        <pc:picChg chg="del">
          <ac:chgData name="Beets, Simone (Dr) (Summerstrand Campus South)" userId="a9ed24f3-f7e1-440a-a32f-a1285e0bd405" providerId="ADAL" clId="{EDA502D4-B4FE-4605-A39E-4AAF9F70203F}" dt="2025-08-13T04:01:09.634" v="2276" actId="478"/>
          <ac:picMkLst>
            <pc:docMk/>
            <pc:sldMk cId="3611652329" sldId="417"/>
            <ac:picMk id="5" creationId="{7B4D6E1A-41E6-42EB-800F-0A344D7638E9}"/>
          </ac:picMkLst>
        </pc:picChg>
        <pc:picChg chg="del">
          <ac:chgData name="Beets, Simone (Dr) (Summerstrand Campus South)" userId="a9ed24f3-f7e1-440a-a32f-a1285e0bd405" providerId="ADAL" clId="{EDA502D4-B4FE-4605-A39E-4AAF9F70203F}" dt="2025-08-13T04:01:05.912" v="2274" actId="478"/>
          <ac:picMkLst>
            <pc:docMk/>
            <pc:sldMk cId="3611652329" sldId="417"/>
            <ac:picMk id="6" creationId="{2F0022A2-BF1A-4502-A779-E371867D7E9C}"/>
          </ac:picMkLst>
        </pc:picChg>
        <pc:picChg chg="del">
          <ac:chgData name="Beets, Simone (Dr) (Summerstrand Campus South)" userId="a9ed24f3-f7e1-440a-a32f-a1285e0bd405" providerId="ADAL" clId="{EDA502D4-B4FE-4605-A39E-4AAF9F70203F}" dt="2025-08-13T04:01:08.908" v="2275" actId="478"/>
          <ac:picMkLst>
            <pc:docMk/>
            <pc:sldMk cId="3611652329" sldId="417"/>
            <ac:picMk id="7" creationId="{015D33C9-828D-476C-B73F-73D478EC575A}"/>
          </ac:picMkLst>
        </pc:picChg>
        <pc:picChg chg="add mod">
          <ac:chgData name="Beets, Simone (Dr) (Summerstrand Campus South)" userId="a9ed24f3-f7e1-440a-a32f-a1285e0bd405" providerId="ADAL" clId="{EDA502D4-B4FE-4605-A39E-4AAF9F70203F}" dt="2025-08-13T04:00:16.616" v="2124" actId="1076"/>
          <ac:picMkLst>
            <pc:docMk/>
            <pc:sldMk cId="3611652329" sldId="417"/>
            <ac:picMk id="9" creationId="{2CEDF1CA-6089-4A2F-B20B-8DD21B586E47}"/>
          </ac:picMkLst>
        </pc:picChg>
        <pc:picChg chg="add mod">
          <ac:chgData name="Beets, Simone (Dr) (Summerstrand Campus South)" userId="a9ed24f3-f7e1-440a-a32f-a1285e0bd405" providerId="ADAL" clId="{EDA502D4-B4FE-4605-A39E-4AAF9F70203F}" dt="2025-08-13T04:03:12.755" v="2362" actId="1076"/>
          <ac:picMkLst>
            <pc:docMk/>
            <pc:sldMk cId="3611652329" sldId="417"/>
            <ac:picMk id="10" creationId="{7FA4E6FE-656A-416E-B18F-A69A06136821}"/>
          </ac:picMkLst>
        </pc:picChg>
        <pc:picChg chg="add mod">
          <ac:chgData name="Beets, Simone (Dr) (Summerstrand Campus South)" userId="a9ed24f3-f7e1-440a-a32f-a1285e0bd405" providerId="ADAL" clId="{EDA502D4-B4FE-4605-A39E-4AAF9F70203F}" dt="2025-08-13T04:02:37.655" v="2350" actId="14100"/>
          <ac:picMkLst>
            <pc:docMk/>
            <pc:sldMk cId="3611652329" sldId="417"/>
            <ac:picMk id="11" creationId="{C324E006-8002-468D-8D21-6CC835388D42}"/>
          </ac:picMkLst>
        </pc:picChg>
        <pc:picChg chg="add mod">
          <ac:chgData name="Beets, Simone (Dr) (Summerstrand Campus South)" userId="a9ed24f3-f7e1-440a-a32f-a1285e0bd405" providerId="ADAL" clId="{EDA502D4-B4FE-4605-A39E-4AAF9F70203F}" dt="2025-08-13T04:03:37.643" v="2367" actId="1076"/>
          <ac:picMkLst>
            <pc:docMk/>
            <pc:sldMk cId="3611652329" sldId="417"/>
            <ac:picMk id="12" creationId="{9BDE2543-9156-41FF-A503-AFF087B67BAA}"/>
          </ac:picMkLst>
        </pc:picChg>
        <pc:picChg chg="add mod">
          <ac:chgData name="Beets, Simone (Dr) (Summerstrand Campus South)" userId="a9ed24f3-f7e1-440a-a32f-a1285e0bd405" providerId="ADAL" clId="{EDA502D4-B4FE-4605-A39E-4AAF9F70203F}" dt="2025-08-13T04:03:27.927" v="2366" actId="1076"/>
          <ac:picMkLst>
            <pc:docMk/>
            <pc:sldMk cId="3611652329" sldId="417"/>
            <ac:picMk id="13" creationId="{B27A1A95-383D-4CFB-8B08-6D8FC4C6FC0C}"/>
          </ac:picMkLst>
        </pc:picChg>
      </pc:sldChg>
      <pc:sldChg chg="modSp add mod modAnim">
        <pc:chgData name="Beets, Simone (Dr) (Summerstrand Campus South)" userId="a9ed24f3-f7e1-440a-a32f-a1285e0bd405" providerId="ADAL" clId="{EDA502D4-B4FE-4605-A39E-4AAF9F70203F}" dt="2025-08-13T05:06:15.817" v="5549" actId="5793"/>
        <pc:sldMkLst>
          <pc:docMk/>
          <pc:sldMk cId="3543209284" sldId="418"/>
        </pc:sldMkLst>
        <pc:spChg chg="mod">
          <ac:chgData name="Beets, Simone (Dr) (Summerstrand Campus South)" userId="a9ed24f3-f7e1-440a-a32f-a1285e0bd405" providerId="ADAL" clId="{EDA502D4-B4FE-4605-A39E-4AAF9F70203F}" dt="2025-08-13T05:06:15.817" v="5549" actId="5793"/>
          <ac:spMkLst>
            <pc:docMk/>
            <pc:sldMk cId="3543209284" sldId="418"/>
            <ac:spMk id="20482" creationId="{DA623730-44A2-7876-7832-2E4BB653C41A}"/>
          </ac:spMkLst>
        </pc:spChg>
        <pc:spChg chg="mod">
          <ac:chgData name="Beets, Simone (Dr) (Summerstrand Campus South)" userId="a9ed24f3-f7e1-440a-a32f-a1285e0bd405" providerId="ADAL" clId="{EDA502D4-B4FE-4605-A39E-4AAF9F70203F}" dt="2025-08-13T04:11:57.762" v="3412" actId="114"/>
          <ac:spMkLst>
            <pc:docMk/>
            <pc:sldMk cId="3543209284" sldId="418"/>
            <ac:spMk id="20483" creationId="{6CF76C83-9628-82EB-EEC2-12037642C096}"/>
          </ac:spMkLst>
        </pc:spChg>
      </pc:sldChg>
      <pc:sldChg chg="modSp add modAnim modNotesTx">
        <pc:chgData name="Beets, Simone (Dr) (Summerstrand Campus South)" userId="a9ed24f3-f7e1-440a-a32f-a1285e0bd405" providerId="ADAL" clId="{EDA502D4-B4FE-4605-A39E-4AAF9F70203F}" dt="2025-08-13T04:15:01.213" v="3681" actId="114"/>
        <pc:sldMkLst>
          <pc:docMk/>
          <pc:sldMk cId="2780342218" sldId="419"/>
        </pc:sldMkLst>
        <pc:spChg chg="mod">
          <ac:chgData name="Beets, Simone (Dr) (Summerstrand Campus South)" userId="a9ed24f3-f7e1-440a-a32f-a1285e0bd405" providerId="ADAL" clId="{EDA502D4-B4FE-4605-A39E-4AAF9F70203F}" dt="2025-08-13T04:15:01.213" v="3681" actId="114"/>
          <ac:spMkLst>
            <pc:docMk/>
            <pc:sldMk cId="2780342218" sldId="419"/>
            <ac:spMk id="20483" creationId="{6CF76C83-9628-82EB-EEC2-12037642C096}"/>
          </ac:spMkLst>
        </pc:spChg>
      </pc:sldChg>
      <pc:sldChg chg="addSp modSp add mod modAnim">
        <pc:chgData name="Beets, Simone (Dr) (Summerstrand Campus South)" userId="a9ed24f3-f7e1-440a-a32f-a1285e0bd405" providerId="ADAL" clId="{EDA502D4-B4FE-4605-A39E-4AAF9F70203F}" dt="2025-08-13T05:24:52.470" v="5621"/>
        <pc:sldMkLst>
          <pc:docMk/>
          <pc:sldMk cId="954162796" sldId="420"/>
        </pc:sldMkLst>
        <pc:spChg chg="add mod">
          <ac:chgData name="Beets, Simone (Dr) (Summerstrand Campus South)" userId="a9ed24f3-f7e1-440a-a32f-a1285e0bd405" providerId="ADAL" clId="{EDA502D4-B4FE-4605-A39E-4AAF9F70203F}" dt="2025-08-13T04:16:28.610" v="3917" actId="20577"/>
          <ac:spMkLst>
            <pc:docMk/>
            <pc:sldMk cId="954162796" sldId="420"/>
            <ac:spMk id="4" creationId="{DE5C60D6-C085-4385-BE17-7F619CE7D496}"/>
          </ac:spMkLst>
        </pc:spChg>
        <pc:spChg chg="mod">
          <ac:chgData name="Beets, Simone (Dr) (Summerstrand Campus South)" userId="a9ed24f3-f7e1-440a-a32f-a1285e0bd405" providerId="ADAL" clId="{EDA502D4-B4FE-4605-A39E-4AAF9F70203F}" dt="2025-08-13T04:16:43.920" v="3918"/>
          <ac:spMkLst>
            <pc:docMk/>
            <pc:sldMk cId="954162796" sldId="420"/>
            <ac:spMk id="7" creationId="{F50507B5-1D97-4C1F-9A2C-0411FA0826F4}"/>
          </ac:spMkLst>
        </pc:spChg>
        <pc:spChg chg="mod">
          <ac:chgData name="Beets, Simone (Dr) (Summerstrand Campus South)" userId="a9ed24f3-f7e1-440a-a32f-a1285e0bd405" providerId="ADAL" clId="{EDA502D4-B4FE-4605-A39E-4AAF9F70203F}" dt="2025-08-13T04:16:43.920" v="3918"/>
          <ac:spMkLst>
            <pc:docMk/>
            <pc:sldMk cId="954162796" sldId="420"/>
            <ac:spMk id="8" creationId="{9A41C362-A0E4-46E8-A0ED-87D4018FCB82}"/>
          </ac:spMkLst>
        </pc:spChg>
        <pc:spChg chg="mod">
          <ac:chgData name="Beets, Simone (Dr) (Summerstrand Campus South)" userId="a9ed24f3-f7e1-440a-a32f-a1285e0bd405" providerId="ADAL" clId="{EDA502D4-B4FE-4605-A39E-4AAF9F70203F}" dt="2025-08-13T04:18:10.583" v="3931" actId="1076"/>
          <ac:spMkLst>
            <pc:docMk/>
            <pc:sldMk cId="954162796" sldId="420"/>
            <ac:spMk id="11" creationId="{AD6B8779-5CA0-4063-ACEC-260A3302FE84}"/>
          </ac:spMkLst>
        </pc:spChg>
        <pc:spChg chg="mod">
          <ac:chgData name="Beets, Simone (Dr) (Summerstrand Campus South)" userId="a9ed24f3-f7e1-440a-a32f-a1285e0bd405" providerId="ADAL" clId="{EDA502D4-B4FE-4605-A39E-4AAF9F70203F}" dt="2025-08-13T04:19:11.305" v="3940" actId="208"/>
          <ac:spMkLst>
            <pc:docMk/>
            <pc:sldMk cId="954162796" sldId="420"/>
            <ac:spMk id="14" creationId="{CF8BA7B3-FA20-4F79-BE5A-F34EE4725423}"/>
          </ac:spMkLst>
        </pc:spChg>
        <pc:spChg chg="mod">
          <ac:chgData name="Beets, Simone (Dr) (Summerstrand Campus South)" userId="a9ed24f3-f7e1-440a-a32f-a1285e0bd405" providerId="ADAL" clId="{EDA502D4-B4FE-4605-A39E-4AAF9F70203F}" dt="2025-08-13T04:18:05.498" v="3930" actId="1076"/>
          <ac:spMkLst>
            <pc:docMk/>
            <pc:sldMk cId="954162796" sldId="420"/>
            <ac:spMk id="15" creationId="{CC8D7053-FDF7-4D20-8A03-7845A1AE3BB3}"/>
          </ac:spMkLst>
        </pc:spChg>
        <pc:spChg chg="mod">
          <ac:chgData name="Beets, Simone (Dr) (Summerstrand Campus South)" userId="a9ed24f3-f7e1-440a-a32f-a1285e0bd405" providerId="ADAL" clId="{EDA502D4-B4FE-4605-A39E-4AAF9F70203F}" dt="2025-08-13T04:19:05.859" v="3939" actId="208"/>
          <ac:spMkLst>
            <pc:docMk/>
            <pc:sldMk cId="954162796" sldId="420"/>
            <ac:spMk id="16" creationId="{80006EDF-EFDD-4938-9D7E-CAC2817B4BCA}"/>
          </ac:spMkLst>
        </pc:spChg>
        <pc:spChg chg="mod">
          <ac:chgData name="Beets, Simone (Dr) (Summerstrand Campus South)" userId="a9ed24f3-f7e1-440a-a32f-a1285e0bd405" providerId="ADAL" clId="{EDA502D4-B4FE-4605-A39E-4AAF9F70203F}" dt="2025-08-13T04:18:14.574" v="3932" actId="1076"/>
          <ac:spMkLst>
            <pc:docMk/>
            <pc:sldMk cId="954162796" sldId="420"/>
            <ac:spMk id="17" creationId="{C395BFC9-48B3-42A8-9283-E73FC4C34D1B}"/>
          </ac:spMkLst>
        </pc:spChg>
        <pc:spChg chg="mod">
          <ac:chgData name="Beets, Simone (Dr) (Summerstrand Campus South)" userId="a9ed24f3-f7e1-440a-a32f-a1285e0bd405" providerId="ADAL" clId="{EDA502D4-B4FE-4605-A39E-4AAF9F70203F}" dt="2025-08-13T04:17:07.896" v="3921" actId="207"/>
          <ac:spMkLst>
            <pc:docMk/>
            <pc:sldMk cId="954162796" sldId="420"/>
            <ac:spMk id="18" creationId="{04943ED1-33D7-4A3F-A03A-F455EF4CAC26}"/>
          </ac:spMkLst>
        </pc:spChg>
        <pc:spChg chg="mod">
          <ac:chgData name="Beets, Simone (Dr) (Summerstrand Campus South)" userId="a9ed24f3-f7e1-440a-a32f-a1285e0bd405" providerId="ADAL" clId="{EDA502D4-B4FE-4605-A39E-4AAF9F70203F}" dt="2025-08-13T04:16:43.920" v="3918"/>
          <ac:spMkLst>
            <pc:docMk/>
            <pc:sldMk cId="954162796" sldId="420"/>
            <ac:spMk id="19" creationId="{0A10466C-C133-40B2-B899-5AACDE7DFC99}"/>
          </ac:spMkLst>
        </pc:spChg>
        <pc:spChg chg="add mod">
          <ac:chgData name="Beets, Simone (Dr) (Summerstrand Campus South)" userId="a9ed24f3-f7e1-440a-a32f-a1285e0bd405" providerId="ADAL" clId="{EDA502D4-B4FE-4605-A39E-4AAF9F70203F}" dt="2025-08-13T04:19:35.026" v="3943" actId="1076"/>
          <ac:spMkLst>
            <pc:docMk/>
            <pc:sldMk cId="954162796" sldId="420"/>
            <ac:spMk id="20" creationId="{841CBED9-0E38-4AF1-AAC9-3A3FEF6D5756}"/>
          </ac:spMkLst>
        </pc:spChg>
        <pc:spChg chg="add mod">
          <ac:chgData name="Beets, Simone (Dr) (Summerstrand Campus South)" userId="a9ed24f3-f7e1-440a-a32f-a1285e0bd405" providerId="ADAL" clId="{EDA502D4-B4FE-4605-A39E-4AAF9F70203F}" dt="2025-08-13T04:19:41.980" v="3945" actId="207"/>
          <ac:spMkLst>
            <pc:docMk/>
            <pc:sldMk cId="954162796" sldId="420"/>
            <ac:spMk id="21" creationId="{14952524-FCFF-4424-B301-A40AA7113725}"/>
          </ac:spMkLst>
        </pc:spChg>
        <pc:spChg chg="mod">
          <ac:chgData name="Beets, Simone (Dr) (Summerstrand Campus South)" userId="a9ed24f3-f7e1-440a-a32f-a1285e0bd405" providerId="ADAL" clId="{EDA502D4-B4FE-4605-A39E-4AAF9F70203F}" dt="2025-08-13T04:15:24.176" v="3718" actId="20577"/>
          <ac:spMkLst>
            <pc:docMk/>
            <pc:sldMk cId="954162796" sldId="420"/>
            <ac:spMk id="20482" creationId="{DA623730-44A2-7876-7832-2E4BB653C41A}"/>
          </ac:spMkLst>
        </pc:spChg>
        <pc:spChg chg="mod">
          <ac:chgData name="Beets, Simone (Dr) (Summerstrand Campus South)" userId="a9ed24f3-f7e1-440a-a32f-a1285e0bd405" providerId="ADAL" clId="{EDA502D4-B4FE-4605-A39E-4AAF9F70203F}" dt="2025-08-13T05:07:48.860" v="5550" actId="114"/>
          <ac:spMkLst>
            <pc:docMk/>
            <pc:sldMk cId="954162796" sldId="420"/>
            <ac:spMk id="20483" creationId="{6CF76C83-9628-82EB-EEC2-12037642C096}"/>
          </ac:spMkLst>
        </pc:spChg>
        <pc:grpChg chg="add mod">
          <ac:chgData name="Beets, Simone (Dr) (Summerstrand Campus South)" userId="a9ed24f3-f7e1-440a-a32f-a1285e0bd405" providerId="ADAL" clId="{EDA502D4-B4FE-4605-A39E-4AAF9F70203F}" dt="2025-08-13T04:16:50.998" v="3919" actId="1076"/>
          <ac:grpSpMkLst>
            <pc:docMk/>
            <pc:sldMk cId="954162796" sldId="420"/>
            <ac:grpSpMk id="5" creationId="{6A996264-1EFC-4F3A-B4EB-14EF5EC39CEE}"/>
          </ac:grpSpMkLst>
        </pc:grpChg>
        <pc:grpChg chg="mod">
          <ac:chgData name="Beets, Simone (Dr) (Summerstrand Campus South)" userId="a9ed24f3-f7e1-440a-a32f-a1285e0bd405" providerId="ADAL" clId="{EDA502D4-B4FE-4605-A39E-4AAF9F70203F}" dt="2025-08-13T04:16:43.920" v="3918"/>
          <ac:grpSpMkLst>
            <pc:docMk/>
            <pc:sldMk cId="954162796" sldId="420"/>
            <ac:grpSpMk id="6" creationId="{94ABA4B6-EF46-4C21-8B3B-BD29044FD700}"/>
          </ac:grpSpMkLst>
        </pc:grpChg>
        <pc:grpChg chg="mod">
          <ac:chgData name="Beets, Simone (Dr) (Summerstrand Campus South)" userId="a9ed24f3-f7e1-440a-a32f-a1285e0bd405" providerId="ADAL" clId="{EDA502D4-B4FE-4605-A39E-4AAF9F70203F}" dt="2025-08-13T04:16:43.920" v="3918"/>
          <ac:grpSpMkLst>
            <pc:docMk/>
            <pc:sldMk cId="954162796" sldId="420"/>
            <ac:grpSpMk id="9" creationId="{80EFB79F-2A63-4544-9135-B6A8EE3EC640}"/>
          </ac:grpSpMkLst>
        </pc:grpChg>
        <pc:grpChg chg="mod">
          <ac:chgData name="Beets, Simone (Dr) (Summerstrand Campus South)" userId="a9ed24f3-f7e1-440a-a32f-a1285e0bd405" providerId="ADAL" clId="{EDA502D4-B4FE-4605-A39E-4AAF9F70203F}" dt="2025-08-13T04:16:43.920" v="3918"/>
          <ac:grpSpMkLst>
            <pc:docMk/>
            <pc:sldMk cId="954162796" sldId="420"/>
            <ac:grpSpMk id="12" creationId="{B1EA0761-4A02-4EB5-8294-28E03C9401E7}"/>
          </ac:grpSpMkLst>
        </pc:grpChg>
        <pc:cxnChg chg="mod">
          <ac:chgData name="Beets, Simone (Dr) (Summerstrand Campus South)" userId="a9ed24f3-f7e1-440a-a32f-a1285e0bd405" providerId="ADAL" clId="{EDA502D4-B4FE-4605-A39E-4AAF9F70203F}" dt="2025-08-13T04:18:37.638" v="3935" actId="208"/>
          <ac:cxnSpMkLst>
            <pc:docMk/>
            <pc:sldMk cId="954162796" sldId="420"/>
            <ac:cxnSpMk id="10" creationId="{9748F7E3-3690-45D2-96A9-E7065E5CF2B3}"/>
          </ac:cxnSpMkLst>
        </pc:cxnChg>
        <pc:cxnChg chg="mod">
          <ac:chgData name="Beets, Simone (Dr) (Summerstrand Campus South)" userId="a9ed24f3-f7e1-440a-a32f-a1285e0bd405" providerId="ADAL" clId="{EDA502D4-B4FE-4605-A39E-4AAF9F70203F}" dt="2025-08-13T04:18:48.366" v="3937" actId="208"/>
          <ac:cxnSpMkLst>
            <pc:docMk/>
            <pc:sldMk cId="954162796" sldId="420"/>
            <ac:cxnSpMk id="13" creationId="{56136E81-9F08-4A5E-B01C-65BA95F4530A}"/>
          </ac:cxnSpMkLst>
        </pc:cxnChg>
      </pc:sldChg>
      <pc:sldChg chg="delSp modSp add mod modAnim modNotesTx">
        <pc:chgData name="Beets, Simone (Dr) (Summerstrand Campus South)" userId="a9ed24f3-f7e1-440a-a32f-a1285e0bd405" providerId="ADAL" clId="{EDA502D4-B4FE-4605-A39E-4AAF9F70203F}" dt="2025-08-13T05:08:59.675" v="5557" actId="404"/>
        <pc:sldMkLst>
          <pc:docMk/>
          <pc:sldMk cId="3083852305" sldId="421"/>
        </pc:sldMkLst>
        <pc:spChg chg="del">
          <ac:chgData name="Beets, Simone (Dr) (Summerstrand Campus South)" userId="a9ed24f3-f7e1-440a-a32f-a1285e0bd405" providerId="ADAL" clId="{EDA502D4-B4FE-4605-A39E-4AAF9F70203F}" dt="2025-08-13T04:23:36.131" v="4535" actId="478"/>
          <ac:spMkLst>
            <pc:docMk/>
            <pc:sldMk cId="3083852305" sldId="421"/>
            <ac:spMk id="4" creationId="{DE5C60D6-C085-4385-BE17-7F619CE7D496}"/>
          </ac:spMkLst>
        </pc:spChg>
        <pc:spChg chg="del">
          <ac:chgData name="Beets, Simone (Dr) (Summerstrand Campus South)" userId="a9ed24f3-f7e1-440a-a32f-a1285e0bd405" providerId="ADAL" clId="{EDA502D4-B4FE-4605-A39E-4AAF9F70203F}" dt="2025-08-13T04:20:14.038" v="3947" actId="478"/>
          <ac:spMkLst>
            <pc:docMk/>
            <pc:sldMk cId="3083852305" sldId="421"/>
            <ac:spMk id="20" creationId="{841CBED9-0E38-4AF1-AAC9-3A3FEF6D5756}"/>
          </ac:spMkLst>
        </pc:spChg>
        <pc:spChg chg="del">
          <ac:chgData name="Beets, Simone (Dr) (Summerstrand Campus South)" userId="a9ed24f3-f7e1-440a-a32f-a1285e0bd405" providerId="ADAL" clId="{EDA502D4-B4FE-4605-A39E-4AAF9F70203F}" dt="2025-08-13T04:20:14.038" v="3947" actId="478"/>
          <ac:spMkLst>
            <pc:docMk/>
            <pc:sldMk cId="3083852305" sldId="421"/>
            <ac:spMk id="21" creationId="{14952524-FCFF-4424-B301-A40AA7113725}"/>
          </ac:spMkLst>
        </pc:spChg>
        <pc:spChg chg="mod">
          <ac:chgData name="Beets, Simone (Dr) (Summerstrand Campus South)" userId="a9ed24f3-f7e1-440a-a32f-a1285e0bd405" providerId="ADAL" clId="{EDA502D4-B4FE-4605-A39E-4AAF9F70203F}" dt="2025-08-13T04:20:26.336" v="3984" actId="20577"/>
          <ac:spMkLst>
            <pc:docMk/>
            <pc:sldMk cId="3083852305" sldId="421"/>
            <ac:spMk id="20482" creationId="{DA623730-44A2-7876-7832-2E4BB653C41A}"/>
          </ac:spMkLst>
        </pc:spChg>
        <pc:spChg chg="mod">
          <ac:chgData name="Beets, Simone (Dr) (Summerstrand Campus South)" userId="a9ed24f3-f7e1-440a-a32f-a1285e0bd405" providerId="ADAL" clId="{EDA502D4-B4FE-4605-A39E-4AAF9F70203F}" dt="2025-08-13T05:08:59.675" v="5557" actId="404"/>
          <ac:spMkLst>
            <pc:docMk/>
            <pc:sldMk cId="3083852305" sldId="421"/>
            <ac:spMk id="20483" creationId="{6CF76C83-9628-82EB-EEC2-12037642C096}"/>
          </ac:spMkLst>
        </pc:spChg>
        <pc:grpChg chg="del">
          <ac:chgData name="Beets, Simone (Dr) (Summerstrand Campus South)" userId="a9ed24f3-f7e1-440a-a32f-a1285e0bd405" providerId="ADAL" clId="{EDA502D4-B4FE-4605-A39E-4AAF9F70203F}" dt="2025-08-13T04:20:14.038" v="3947" actId="478"/>
          <ac:grpSpMkLst>
            <pc:docMk/>
            <pc:sldMk cId="3083852305" sldId="421"/>
            <ac:grpSpMk id="5" creationId="{6A996264-1EFC-4F3A-B4EB-14EF5EC39CEE}"/>
          </ac:grpSpMkLst>
        </pc:grpChg>
        <pc:cxnChg chg="mod">
          <ac:chgData name="Beets, Simone (Dr) (Summerstrand Campus South)" userId="a9ed24f3-f7e1-440a-a32f-a1285e0bd405" providerId="ADAL" clId="{EDA502D4-B4FE-4605-A39E-4AAF9F70203F}" dt="2025-08-13T04:20:14.038" v="3947" actId="478"/>
          <ac:cxnSpMkLst>
            <pc:docMk/>
            <pc:sldMk cId="3083852305" sldId="421"/>
            <ac:cxnSpMk id="10" creationId="{9748F7E3-3690-45D2-96A9-E7065E5CF2B3}"/>
          </ac:cxnSpMkLst>
        </pc:cxnChg>
      </pc:sldChg>
      <pc:sldChg chg="addSp delSp modSp add mod modAnim">
        <pc:chgData name="Beets, Simone (Dr) (Summerstrand Campus South)" userId="a9ed24f3-f7e1-440a-a32f-a1285e0bd405" providerId="ADAL" clId="{EDA502D4-B4FE-4605-A39E-4AAF9F70203F}" dt="2025-08-13T04:23:55.997" v="4543" actId="1076"/>
        <pc:sldMkLst>
          <pc:docMk/>
          <pc:sldMk cId="1941373636" sldId="422"/>
        </pc:sldMkLst>
        <pc:spChg chg="add del mod">
          <ac:chgData name="Beets, Simone (Dr) (Summerstrand Campus South)" userId="a9ed24f3-f7e1-440a-a32f-a1285e0bd405" providerId="ADAL" clId="{EDA502D4-B4FE-4605-A39E-4AAF9F70203F}" dt="2025-08-13T04:23:33.855" v="4534" actId="478"/>
          <ac:spMkLst>
            <pc:docMk/>
            <pc:sldMk cId="1941373636" sldId="422"/>
            <ac:spMk id="2" creationId="{28DE4428-D3EB-49F3-9A21-9F41B1FB8411}"/>
          </ac:spMkLst>
        </pc:spChg>
        <pc:spChg chg="del">
          <ac:chgData name="Beets, Simone (Dr) (Summerstrand Campus South)" userId="a9ed24f3-f7e1-440a-a32f-a1285e0bd405" providerId="ADAL" clId="{EDA502D4-B4FE-4605-A39E-4AAF9F70203F}" dt="2025-08-13T04:23:32.371" v="4533" actId="478"/>
          <ac:spMkLst>
            <pc:docMk/>
            <pc:sldMk cId="1941373636" sldId="422"/>
            <ac:spMk id="4" creationId="{DE5C60D6-C085-4385-BE17-7F619CE7D496}"/>
          </ac:spMkLst>
        </pc:spChg>
        <pc:spChg chg="del">
          <ac:chgData name="Beets, Simone (Dr) (Summerstrand Campus South)" userId="a9ed24f3-f7e1-440a-a32f-a1285e0bd405" providerId="ADAL" clId="{EDA502D4-B4FE-4605-A39E-4AAF9F70203F}" dt="2025-08-13T04:23:30.925" v="4532" actId="478"/>
          <ac:spMkLst>
            <pc:docMk/>
            <pc:sldMk cId="1941373636" sldId="422"/>
            <ac:spMk id="20483" creationId="{6CF76C83-9628-82EB-EEC2-12037642C096}"/>
          </ac:spMkLst>
        </pc:spChg>
        <pc:picChg chg="add mod">
          <ac:chgData name="Beets, Simone (Dr) (Summerstrand Campus South)" userId="a9ed24f3-f7e1-440a-a32f-a1285e0bd405" providerId="ADAL" clId="{EDA502D4-B4FE-4605-A39E-4AAF9F70203F}" dt="2025-08-13T04:23:55.997" v="4543" actId="1076"/>
          <ac:picMkLst>
            <pc:docMk/>
            <pc:sldMk cId="1941373636" sldId="422"/>
            <ac:picMk id="6" creationId="{4D898F32-D930-438D-85BB-A7A7A9B9390E}"/>
          </ac:picMkLst>
        </pc:picChg>
      </pc:sldChg>
      <pc:sldChg chg="addSp modSp add mod ord modAnim">
        <pc:chgData name="Beets, Simone (Dr) (Summerstrand Campus South)" userId="a9ed24f3-f7e1-440a-a32f-a1285e0bd405" providerId="ADAL" clId="{EDA502D4-B4FE-4605-A39E-4AAF9F70203F}" dt="2025-08-13T05:24:58.309" v="5622"/>
        <pc:sldMkLst>
          <pc:docMk/>
          <pc:sldMk cId="3547852466" sldId="423"/>
        </pc:sldMkLst>
        <pc:spChg chg="add mod ord">
          <ac:chgData name="Beets, Simone (Dr) (Summerstrand Campus South)" userId="a9ed24f3-f7e1-440a-a32f-a1285e0bd405" providerId="ADAL" clId="{EDA502D4-B4FE-4605-A39E-4AAF9F70203F}" dt="2025-08-13T04:26:54.031" v="4900" actId="2085"/>
          <ac:spMkLst>
            <pc:docMk/>
            <pc:sldMk cId="3547852466" sldId="423"/>
            <ac:spMk id="2" creationId="{26CD04BD-A5DC-4820-A1E0-CD541039E0BD}"/>
          </ac:spMkLst>
        </pc:spChg>
        <pc:spChg chg="add mod">
          <ac:chgData name="Beets, Simone (Dr) (Summerstrand Campus South)" userId="a9ed24f3-f7e1-440a-a32f-a1285e0bd405" providerId="ADAL" clId="{EDA502D4-B4FE-4605-A39E-4AAF9F70203F}" dt="2025-08-13T04:25:35.917" v="4878" actId="20577"/>
          <ac:spMkLst>
            <pc:docMk/>
            <pc:sldMk cId="3547852466" sldId="423"/>
            <ac:spMk id="4" creationId="{C8B1250B-1EA2-4515-981E-80C0D445D51B}"/>
          </ac:spMkLst>
        </pc:spChg>
        <pc:spChg chg="mod">
          <ac:chgData name="Beets, Simone (Dr) (Summerstrand Campus South)" userId="a9ed24f3-f7e1-440a-a32f-a1285e0bd405" providerId="ADAL" clId="{EDA502D4-B4FE-4605-A39E-4AAF9F70203F}" dt="2025-08-13T05:09:53.043" v="5563" actId="20577"/>
          <ac:spMkLst>
            <pc:docMk/>
            <pc:sldMk cId="3547852466" sldId="423"/>
            <ac:spMk id="20483" creationId="{6CF76C83-9628-82EB-EEC2-12037642C096}"/>
          </ac:spMkLst>
        </pc:spChg>
        <pc:picChg chg="add mod">
          <ac:chgData name="Beets, Simone (Dr) (Summerstrand Campus South)" userId="a9ed24f3-f7e1-440a-a32f-a1285e0bd405" providerId="ADAL" clId="{EDA502D4-B4FE-4605-A39E-4AAF9F70203F}" dt="2025-08-13T04:26:33.243" v="4896" actId="14100"/>
          <ac:picMkLst>
            <pc:docMk/>
            <pc:sldMk cId="3547852466" sldId="423"/>
            <ac:picMk id="5" creationId="{335DF8E4-5AB5-4E6D-9EDC-16884B89EA55}"/>
          </ac:picMkLst>
        </pc:picChg>
      </pc:sldChg>
      <pc:sldChg chg="addSp delSp modSp add mod modAnim">
        <pc:chgData name="Beets, Simone (Dr) (Summerstrand Campus South)" userId="a9ed24f3-f7e1-440a-a32f-a1285e0bd405" providerId="ADAL" clId="{EDA502D4-B4FE-4605-A39E-4AAF9F70203F}" dt="2025-08-13T05:10:25.085" v="5565" actId="1076"/>
        <pc:sldMkLst>
          <pc:docMk/>
          <pc:sldMk cId="1219812784" sldId="424"/>
        </pc:sldMkLst>
        <pc:spChg chg="add del mod">
          <ac:chgData name="Beets, Simone (Dr) (Summerstrand Campus South)" userId="a9ed24f3-f7e1-440a-a32f-a1285e0bd405" providerId="ADAL" clId="{EDA502D4-B4FE-4605-A39E-4AAF9F70203F}" dt="2025-08-13T04:27:13.546" v="4903" actId="478"/>
          <ac:spMkLst>
            <pc:docMk/>
            <pc:sldMk cId="1219812784" sldId="424"/>
            <ac:spMk id="3" creationId="{D069F701-9315-4DE4-94AB-B5A9435A43C6}"/>
          </ac:spMkLst>
        </pc:spChg>
        <pc:spChg chg="del">
          <ac:chgData name="Beets, Simone (Dr) (Summerstrand Campus South)" userId="a9ed24f3-f7e1-440a-a32f-a1285e0bd405" providerId="ADAL" clId="{EDA502D4-B4FE-4605-A39E-4AAF9F70203F}" dt="2025-08-13T04:27:10.598" v="4902" actId="478"/>
          <ac:spMkLst>
            <pc:docMk/>
            <pc:sldMk cId="1219812784" sldId="424"/>
            <ac:spMk id="4" creationId="{C8B1250B-1EA2-4515-981E-80C0D445D51B}"/>
          </ac:spMkLst>
        </pc:spChg>
        <pc:spChg chg="add del mod">
          <ac:chgData name="Beets, Simone (Dr) (Summerstrand Campus South)" userId="a9ed24f3-f7e1-440a-a32f-a1285e0bd405" providerId="ADAL" clId="{EDA502D4-B4FE-4605-A39E-4AAF9F70203F}" dt="2025-08-13T04:27:17.962" v="4905" actId="478"/>
          <ac:spMkLst>
            <pc:docMk/>
            <pc:sldMk cId="1219812784" sldId="424"/>
            <ac:spMk id="6" creationId="{19AE7729-938D-4C65-A400-72487D4C2B96}"/>
          </ac:spMkLst>
        </pc:spChg>
        <pc:spChg chg="add mod">
          <ac:chgData name="Beets, Simone (Dr) (Summerstrand Campus South)" userId="a9ed24f3-f7e1-440a-a32f-a1285e0bd405" providerId="ADAL" clId="{EDA502D4-B4FE-4605-A39E-4AAF9F70203F}" dt="2025-08-13T04:31:53.502" v="5016" actId="207"/>
          <ac:spMkLst>
            <pc:docMk/>
            <pc:sldMk cId="1219812784" sldId="424"/>
            <ac:spMk id="9" creationId="{D33098E3-1C10-4C4D-95C6-1FCB77009ECF}"/>
          </ac:spMkLst>
        </pc:spChg>
        <pc:spChg chg="add mod">
          <ac:chgData name="Beets, Simone (Dr) (Summerstrand Campus South)" userId="a9ed24f3-f7e1-440a-a32f-a1285e0bd405" providerId="ADAL" clId="{EDA502D4-B4FE-4605-A39E-4AAF9F70203F}" dt="2025-08-13T04:29:54.379" v="4936" actId="1037"/>
          <ac:spMkLst>
            <pc:docMk/>
            <pc:sldMk cId="1219812784" sldId="424"/>
            <ac:spMk id="10" creationId="{85EACA7E-0AF5-4ED6-A306-597689D17DF0}"/>
          </ac:spMkLst>
        </pc:spChg>
        <pc:spChg chg="mod">
          <ac:chgData name="Beets, Simone (Dr) (Summerstrand Campus South)" userId="a9ed24f3-f7e1-440a-a32f-a1285e0bd405" providerId="ADAL" clId="{EDA502D4-B4FE-4605-A39E-4AAF9F70203F}" dt="2025-08-13T04:31:48.818" v="5015" actId="207"/>
          <ac:spMkLst>
            <pc:docMk/>
            <pc:sldMk cId="1219812784" sldId="424"/>
            <ac:spMk id="12" creationId="{4122DD04-41D1-4878-AF62-9F02B98205A7}"/>
          </ac:spMkLst>
        </pc:spChg>
        <pc:spChg chg="mod">
          <ac:chgData name="Beets, Simone (Dr) (Summerstrand Campus South)" userId="a9ed24f3-f7e1-440a-a32f-a1285e0bd405" providerId="ADAL" clId="{EDA502D4-B4FE-4605-A39E-4AAF9F70203F}" dt="2025-08-13T04:27:28.949" v="4906"/>
          <ac:spMkLst>
            <pc:docMk/>
            <pc:sldMk cId="1219812784" sldId="424"/>
            <ac:spMk id="13" creationId="{07707A5C-434F-480F-8C2E-6A7461A580D3}"/>
          </ac:spMkLst>
        </pc:spChg>
        <pc:spChg chg="add mod">
          <ac:chgData name="Beets, Simone (Dr) (Summerstrand Campus South)" userId="a9ed24f3-f7e1-440a-a32f-a1285e0bd405" providerId="ADAL" clId="{EDA502D4-B4FE-4605-A39E-4AAF9F70203F}" dt="2025-08-13T04:27:28.949" v="4906"/>
          <ac:spMkLst>
            <pc:docMk/>
            <pc:sldMk cId="1219812784" sldId="424"/>
            <ac:spMk id="14" creationId="{AC00490E-6A3A-4475-AE4C-3F898F9C4052}"/>
          </ac:spMkLst>
        </pc:spChg>
        <pc:spChg chg="add mod">
          <ac:chgData name="Beets, Simone (Dr) (Summerstrand Campus South)" userId="a9ed24f3-f7e1-440a-a32f-a1285e0bd405" providerId="ADAL" clId="{EDA502D4-B4FE-4605-A39E-4AAF9F70203F}" dt="2025-08-13T04:31:24.847" v="5014" actId="1037"/>
          <ac:spMkLst>
            <pc:docMk/>
            <pc:sldMk cId="1219812784" sldId="424"/>
            <ac:spMk id="15" creationId="{74241D7C-2706-4969-8300-3DC936FBFF1B}"/>
          </ac:spMkLst>
        </pc:spChg>
        <pc:spChg chg="mod">
          <ac:chgData name="Beets, Simone (Dr) (Summerstrand Campus South)" userId="a9ed24f3-f7e1-440a-a32f-a1285e0bd405" providerId="ADAL" clId="{EDA502D4-B4FE-4605-A39E-4AAF9F70203F}" dt="2025-08-13T04:32:41.278" v="5018" actId="208"/>
          <ac:spMkLst>
            <pc:docMk/>
            <pc:sldMk cId="1219812784" sldId="424"/>
            <ac:spMk id="17" creationId="{39A9F84F-12FE-4157-ADFE-436ECBF757A5}"/>
          </ac:spMkLst>
        </pc:spChg>
        <pc:spChg chg="mod">
          <ac:chgData name="Beets, Simone (Dr) (Summerstrand Campus South)" userId="a9ed24f3-f7e1-440a-a32f-a1285e0bd405" providerId="ADAL" clId="{EDA502D4-B4FE-4605-A39E-4AAF9F70203F}" dt="2025-08-13T05:10:18.956" v="5564" actId="1076"/>
          <ac:spMkLst>
            <pc:docMk/>
            <pc:sldMk cId="1219812784" sldId="424"/>
            <ac:spMk id="18" creationId="{DDC052FD-8479-46FD-811A-2D44E89E0A33}"/>
          </ac:spMkLst>
        </pc:spChg>
        <pc:spChg chg="add mod">
          <ac:chgData name="Beets, Simone (Dr) (Summerstrand Campus South)" userId="a9ed24f3-f7e1-440a-a32f-a1285e0bd405" providerId="ADAL" clId="{EDA502D4-B4FE-4605-A39E-4AAF9F70203F}" dt="2025-08-13T04:33:47.679" v="5030" actId="1076"/>
          <ac:spMkLst>
            <pc:docMk/>
            <pc:sldMk cId="1219812784" sldId="424"/>
            <ac:spMk id="20" creationId="{56AB37C7-F867-47E6-A16B-3CE78DAD0B1B}"/>
          </ac:spMkLst>
        </pc:spChg>
        <pc:spChg chg="mod">
          <ac:chgData name="Beets, Simone (Dr) (Summerstrand Campus South)" userId="a9ed24f3-f7e1-440a-a32f-a1285e0bd405" providerId="ADAL" clId="{EDA502D4-B4FE-4605-A39E-4AAF9F70203F}" dt="2025-08-13T04:32:46.062" v="5019" actId="208"/>
          <ac:spMkLst>
            <pc:docMk/>
            <pc:sldMk cId="1219812784" sldId="424"/>
            <ac:spMk id="22" creationId="{47D60D3B-28A9-45AC-9E42-15F3F2CBA72C}"/>
          </ac:spMkLst>
        </pc:spChg>
        <pc:spChg chg="mod">
          <ac:chgData name="Beets, Simone (Dr) (Summerstrand Campus South)" userId="a9ed24f3-f7e1-440a-a32f-a1285e0bd405" providerId="ADAL" clId="{EDA502D4-B4FE-4605-A39E-4AAF9F70203F}" dt="2025-08-13T05:10:25.085" v="5565" actId="1076"/>
          <ac:spMkLst>
            <pc:docMk/>
            <pc:sldMk cId="1219812784" sldId="424"/>
            <ac:spMk id="23" creationId="{6236EFBF-F475-4B0D-BACE-0113829A5249}"/>
          </ac:spMkLst>
        </pc:spChg>
        <pc:spChg chg="add mod">
          <ac:chgData name="Beets, Simone (Dr) (Summerstrand Campus South)" userId="a9ed24f3-f7e1-440a-a32f-a1285e0bd405" providerId="ADAL" clId="{EDA502D4-B4FE-4605-A39E-4AAF9F70203F}" dt="2025-08-13T04:28:18.175" v="4918" actId="1076"/>
          <ac:spMkLst>
            <pc:docMk/>
            <pc:sldMk cId="1219812784" sldId="424"/>
            <ac:spMk id="27" creationId="{1AB62480-6CC2-4AD5-9FA2-990EC010B53D}"/>
          </ac:spMkLst>
        </pc:spChg>
        <pc:spChg chg="add mod">
          <ac:chgData name="Beets, Simone (Dr) (Summerstrand Campus South)" userId="a9ed24f3-f7e1-440a-a32f-a1285e0bd405" providerId="ADAL" clId="{EDA502D4-B4FE-4605-A39E-4AAF9F70203F}" dt="2025-08-13T04:31:03.595" v="5010" actId="1037"/>
          <ac:spMkLst>
            <pc:docMk/>
            <pc:sldMk cId="1219812784" sldId="424"/>
            <ac:spMk id="28" creationId="{9D7DEBA6-D818-440B-AE23-A4006663985D}"/>
          </ac:spMkLst>
        </pc:spChg>
        <pc:spChg chg="add mod">
          <ac:chgData name="Beets, Simone (Dr) (Summerstrand Campus South)" userId="a9ed24f3-f7e1-440a-a32f-a1285e0bd405" providerId="ADAL" clId="{EDA502D4-B4FE-4605-A39E-4AAF9F70203F}" dt="2025-08-13T04:33:33.118" v="5029" actId="207"/>
          <ac:spMkLst>
            <pc:docMk/>
            <pc:sldMk cId="1219812784" sldId="424"/>
            <ac:spMk id="30" creationId="{24F542FF-9980-4C28-86E5-D80A598D97C8}"/>
          </ac:spMkLst>
        </pc:spChg>
        <pc:spChg chg="add mod">
          <ac:chgData name="Beets, Simone (Dr) (Summerstrand Campus South)" userId="a9ed24f3-f7e1-440a-a32f-a1285e0bd405" providerId="ADAL" clId="{EDA502D4-B4FE-4605-A39E-4AAF9F70203F}" dt="2025-08-13T04:33:04.196" v="5023" actId="207"/>
          <ac:spMkLst>
            <pc:docMk/>
            <pc:sldMk cId="1219812784" sldId="424"/>
            <ac:spMk id="31" creationId="{DC0E1F74-07A6-4567-BD3A-A6787F600CE8}"/>
          </ac:spMkLst>
        </pc:spChg>
        <pc:spChg chg="add mod">
          <ac:chgData name="Beets, Simone (Dr) (Summerstrand Campus South)" userId="a9ed24f3-f7e1-440a-a32f-a1285e0bd405" providerId="ADAL" clId="{EDA502D4-B4FE-4605-A39E-4AAF9F70203F}" dt="2025-08-13T04:33:11.179" v="5024" actId="207"/>
          <ac:spMkLst>
            <pc:docMk/>
            <pc:sldMk cId="1219812784" sldId="424"/>
            <ac:spMk id="32" creationId="{80C41C07-F459-4042-9933-D94EE2F16C2F}"/>
          </ac:spMkLst>
        </pc:spChg>
        <pc:spChg chg="add mod">
          <ac:chgData name="Beets, Simone (Dr) (Summerstrand Campus South)" userId="a9ed24f3-f7e1-440a-a32f-a1285e0bd405" providerId="ADAL" clId="{EDA502D4-B4FE-4605-A39E-4AAF9F70203F}" dt="2025-08-13T04:33:15.003" v="5025" actId="207"/>
          <ac:spMkLst>
            <pc:docMk/>
            <pc:sldMk cId="1219812784" sldId="424"/>
            <ac:spMk id="33" creationId="{786C8923-B394-491F-8AA2-FE844B1B60C6}"/>
          </ac:spMkLst>
        </pc:spChg>
        <pc:spChg chg="del">
          <ac:chgData name="Beets, Simone (Dr) (Summerstrand Campus South)" userId="a9ed24f3-f7e1-440a-a32f-a1285e0bd405" providerId="ADAL" clId="{EDA502D4-B4FE-4605-A39E-4AAF9F70203F}" dt="2025-08-13T04:27:10.598" v="4902" actId="478"/>
          <ac:spMkLst>
            <pc:docMk/>
            <pc:sldMk cId="1219812784" sldId="424"/>
            <ac:spMk id="20482" creationId="{DA623730-44A2-7876-7832-2E4BB653C41A}"/>
          </ac:spMkLst>
        </pc:spChg>
        <pc:spChg chg="del">
          <ac:chgData name="Beets, Simone (Dr) (Summerstrand Campus South)" userId="a9ed24f3-f7e1-440a-a32f-a1285e0bd405" providerId="ADAL" clId="{EDA502D4-B4FE-4605-A39E-4AAF9F70203F}" dt="2025-08-13T04:27:15.812" v="4904" actId="478"/>
          <ac:spMkLst>
            <pc:docMk/>
            <pc:sldMk cId="1219812784" sldId="424"/>
            <ac:spMk id="20483" creationId="{6CF76C83-9628-82EB-EEC2-12037642C096}"/>
          </ac:spMkLst>
        </pc:spChg>
        <pc:grpChg chg="add mod">
          <ac:chgData name="Beets, Simone (Dr) (Summerstrand Campus South)" userId="a9ed24f3-f7e1-440a-a32f-a1285e0bd405" providerId="ADAL" clId="{EDA502D4-B4FE-4605-A39E-4AAF9F70203F}" dt="2025-08-13T04:27:28.949" v="4906"/>
          <ac:grpSpMkLst>
            <pc:docMk/>
            <pc:sldMk cId="1219812784" sldId="424"/>
            <ac:grpSpMk id="11" creationId="{B8430545-10AC-4D80-B85B-683A7992E225}"/>
          </ac:grpSpMkLst>
        </pc:grpChg>
        <pc:grpChg chg="add mod">
          <ac:chgData name="Beets, Simone (Dr) (Summerstrand Campus South)" userId="a9ed24f3-f7e1-440a-a32f-a1285e0bd405" providerId="ADAL" clId="{EDA502D4-B4FE-4605-A39E-4AAF9F70203F}" dt="2025-08-13T04:29:09.269" v="4928" actId="1076"/>
          <ac:grpSpMkLst>
            <pc:docMk/>
            <pc:sldMk cId="1219812784" sldId="424"/>
            <ac:grpSpMk id="16" creationId="{8576A30F-D20B-42AD-B6EC-3998377F3225}"/>
          </ac:grpSpMkLst>
        </pc:grpChg>
        <pc:grpChg chg="add mod">
          <ac:chgData name="Beets, Simone (Dr) (Summerstrand Campus South)" userId="a9ed24f3-f7e1-440a-a32f-a1285e0bd405" providerId="ADAL" clId="{EDA502D4-B4FE-4605-A39E-4AAF9F70203F}" dt="2025-08-13T04:30:18.695" v="4940" actId="1037"/>
          <ac:grpSpMkLst>
            <pc:docMk/>
            <pc:sldMk cId="1219812784" sldId="424"/>
            <ac:grpSpMk id="21" creationId="{5BEAE26B-9E8B-4794-BD08-3FA7D24EF714}"/>
          </ac:grpSpMkLst>
        </pc:grpChg>
        <pc:graphicFrameChg chg="add mod modGraphic">
          <ac:chgData name="Beets, Simone (Dr) (Summerstrand Campus South)" userId="a9ed24f3-f7e1-440a-a32f-a1285e0bd405" providerId="ADAL" clId="{EDA502D4-B4FE-4605-A39E-4AAF9F70203F}" dt="2025-08-13T04:32:05.938" v="5017" actId="207"/>
          <ac:graphicFrameMkLst>
            <pc:docMk/>
            <pc:sldMk cId="1219812784" sldId="424"/>
            <ac:graphicFrameMk id="25" creationId="{B6B5490A-93BE-4A24-AD3B-49C309951D8D}"/>
          </ac:graphicFrameMkLst>
        </pc:graphicFrameChg>
        <pc:picChg chg="del">
          <ac:chgData name="Beets, Simone (Dr) (Summerstrand Campus South)" userId="a9ed24f3-f7e1-440a-a32f-a1285e0bd405" providerId="ADAL" clId="{EDA502D4-B4FE-4605-A39E-4AAF9F70203F}" dt="2025-08-13T04:27:10.598" v="4902" actId="478"/>
          <ac:picMkLst>
            <pc:docMk/>
            <pc:sldMk cId="1219812784" sldId="424"/>
            <ac:picMk id="5" creationId="{335DF8E4-5AB5-4E6D-9EDC-16884B89EA55}"/>
          </ac:picMkLst>
        </pc:picChg>
        <pc:cxnChg chg="add mod">
          <ac:chgData name="Beets, Simone (Dr) (Summerstrand Campus South)" userId="a9ed24f3-f7e1-440a-a32f-a1285e0bd405" providerId="ADAL" clId="{EDA502D4-B4FE-4605-A39E-4AAF9F70203F}" dt="2025-08-13T04:33:27.831" v="5028" actId="208"/>
          <ac:cxnSpMkLst>
            <pc:docMk/>
            <pc:sldMk cId="1219812784" sldId="424"/>
            <ac:cxnSpMk id="19" creationId="{A2DD8CDB-67E3-4746-9859-41EAF6803DBB}"/>
          </ac:cxnSpMkLst>
        </pc:cxnChg>
        <pc:cxnChg chg="add mod">
          <ac:chgData name="Beets, Simone (Dr) (Summerstrand Campus South)" userId="a9ed24f3-f7e1-440a-a32f-a1285e0bd405" providerId="ADAL" clId="{EDA502D4-B4FE-4605-A39E-4AAF9F70203F}" dt="2025-08-13T04:33:23.977" v="5027" actId="208"/>
          <ac:cxnSpMkLst>
            <pc:docMk/>
            <pc:sldMk cId="1219812784" sldId="424"/>
            <ac:cxnSpMk id="24" creationId="{F89390A8-2A5E-43A6-B1A4-579A0FC896F6}"/>
          </ac:cxnSpMkLst>
        </pc:cxnChg>
        <pc:cxnChg chg="add mod">
          <ac:chgData name="Beets, Simone (Dr) (Summerstrand Campus South)" userId="a9ed24f3-f7e1-440a-a32f-a1285e0bd405" providerId="ADAL" clId="{EDA502D4-B4FE-4605-A39E-4AAF9F70203F}" dt="2025-08-13T04:32:51.923" v="5020" actId="208"/>
          <ac:cxnSpMkLst>
            <pc:docMk/>
            <pc:sldMk cId="1219812784" sldId="424"/>
            <ac:cxnSpMk id="26" creationId="{69BBBD0E-3F33-48E4-A153-E416CE9770AC}"/>
          </ac:cxnSpMkLst>
        </pc:cxnChg>
        <pc:cxnChg chg="add mod">
          <ac:chgData name="Beets, Simone (Dr) (Summerstrand Campus South)" userId="a9ed24f3-f7e1-440a-a32f-a1285e0bd405" providerId="ADAL" clId="{EDA502D4-B4FE-4605-A39E-4AAF9F70203F}" dt="2025-08-13T04:33:19.549" v="5026" actId="208"/>
          <ac:cxnSpMkLst>
            <pc:docMk/>
            <pc:sldMk cId="1219812784" sldId="424"/>
            <ac:cxnSpMk id="29" creationId="{D25DD25B-C5D1-477B-BA5A-450A4A848ACF}"/>
          </ac:cxnSpMkLst>
        </pc:cxnChg>
      </pc:sldChg>
      <pc:sldChg chg="addSp delSp modSp add mod ord modAnim">
        <pc:chgData name="Beets, Simone (Dr) (Summerstrand Campus South)" userId="a9ed24f3-f7e1-440a-a32f-a1285e0bd405" providerId="ADAL" clId="{EDA502D4-B4FE-4605-A39E-4AAF9F70203F}" dt="2025-08-13T05:25:03.954" v="5623"/>
        <pc:sldMkLst>
          <pc:docMk/>
          <pc:sldMk cId="891647617" sldId="425"/>
        </pc:sldMkLst>
        <pc:spChg chg="del">
          <ac:chgData name="Beets, Simone (Dr) (Summerstrand Campus South)" userId="a9ed24f3-f7e1-440a-a32f-a1285e0bd405" providerId="ADAL" clId="{EDA502D4-B4FE-4605-A39E-4AAF9F70203F}" dt="2025-08-13T04:36:09.719" v="5338" actId="478"/>
          <ac:spMkLst>
            <pc:docMk/>
            <pc:sldMk cId="891647617" sldId="425"/>
            <ac:spMk id="2" creationId="{26CD04BD-A5DC-4820-A1E0-CD541039E0BD}"/>
          </ac:spMkLst>
        </pc:spChg>
        <pc:spChg chg="del">
          <ac:chgData name="Beets, Simone (Dr) (Summerstrand Campus South)" userId="a9ed24f3-f7e1-440a-a32f-a1285e0bd405" providerId="ADAL" clId="{EDA502D4-B4FE-4605-A39E-4AAF9F70203F}" dt="2025-08-13T04:35:43.997" v="5327" actId="478"/>
          <ac:spMkLst>
            <pc:docMk/>
            <pc:sldMk cId="891647617" sldId="425"/>
            <ac:spMk id="4" creationId="{C8B1250B-1EA2-4515-981E-80C0D445D51B}"/>
          </ac:spMkLst>
        </pc:spChg>
        <pc:spChg chg="mod">
          <ac:chgData name="Beets, Simone (Dr) (Summerstrand Campus South)" userId="a9ed24f3-f7e1-440a-a32f-a1285e0bd405" providerId="ADAL" clId="{EDA502D4-B4FE-4605-A39E-4AAF9F70203F}" dt="2025-08-13T04:34:27.598" v="5080" actId="20577"/>
          <ac:spMkLst>
            <pc:docMk/>
            <pc:sldMk cId="891647617" sldId="425"/>
            <ac:spMk id="20482" creationId="{DA623730-44A2-7876-7832-2E4BB653C41A}"/>
          </ac:spMkLst>
        </pc:spChg>
        <pc:spChg chg="mod">
          <ac:chgData name="Beets, Simone (Dr) (Summerstrand Campus South)" userId="a9ed24f3-f7e1-440a-a32f-a1285e0bd405" providerId="ADAL" clId="{EDA502D4-B4FE-4605-A39E-4AAF9F70203F}" dt="2025-08-13T05:11:17.086" v="5573" actId="404"/>
          <ac:spMkLst>
            <pc:docMk/>
            <pc:sldMk cId="891647617" sldId="425"/>
            <ac:spMk id="20483" creationId="{6CF76C83-9628-82EB-EEC2-12037642C096}"/>
          </ac:spMkLst>
        </pc:spChg>
        <pc:picChg chg="del">
          <ac:chgData name="Beets, Simone (Dr) (Summerstrand Campus South)" userId="a9ed24f3-f7e1-440a-a32f-a1285e0bd405" providerId="ADAL" clId="{EDA502D4-B4FE-4605-A39E-4AAF9F70203F}" dt="2025-08-13T04:35:27.815" v="5322" actId="478"/>
          <ac:picMkLst>
            <pc:docMk/>
            <pc:sldMk cId="891647617" sldId="425"/>
            <ac:picMk id="5" creationId="{335DF8E4-5AB5-4E6D-9EDC-16884B89EA55}"/>
          </ac:picMkLst>
        </pc:picChg>
        <pc:picChg chg="add mod">
          <ac:chgData name="Beets, Simone (Dr) (Summerstrand Campus South)" userId="a9ed24f3-f7e1-440a-a32f-a1285e0bd405" providerId="ADAL" clId="{EDA502D4-B4FE-4605-A39E-4AAF9F70203F}" dt="2025-08-13T04:35:59.057" v="5335" actId="1076"/>
          <ac:picMkLst>
            <pc:docMk/>
            <pc:sldMk cId="891647617" sldId="425"/>
            <ac:picMk id="7" creationId="{E2814D9C-88D8-427A-AEBA-6BEB113C277D}"/>
          </ac:picMkLst>
        </pc:picChg>
        <pc:picChg chg="add mod">
          <ac:chgData name="Beets, Simone (Dr) (Summerstrand Campus South)" userId="a9ed24f3-f7e1-440a-a32f-a1285e0bd405" providerId="ADAL" clId="{EDA502D4-B4FE-4605-A39E-4AAF9F70203F}" dt="2025-08-13T04:36:04.328" v="5337" actId="1076"/>
          <ac:picMkLst>
            <pc:docMk/>
            <pc:sldMk cId="891647617" sldId="425"/>
            <ac:picMk id="8" creationId="{71A42A47-4203-4A95-8021-62DA230C117B}"/>
          </ac:picMkLst>
        </pc:picChg>
      </pc:sldChg>
      <pc:sldChg chg="addSp delSp modSp add mod modAnim modNotesTx">
        <pc:chgData name="Beets, Simone (Dr) (Summerstrand Campus South)" userId="a9ed24f3-f7e1-440a-a32f-a1285e0bd405" providerId="ADAL" clId="{EDA502D4-B4FE-4605-A39E-4AAF9F70203F}" dt="2025-08-13T05:25:09.430" v="5624"/>
        <pc:sldMkLst>
          <pc:docMk/>
          <pc:sldMk cId="2351558204" sldId="426"/>
        </pc:sldMkLst>
        <pc:spChg chg="mod">
          <ac:chgData name="Beets, Simone (Dr) (Summerstrand Campus South)" userId="a9ed24f3-f7e1-440a-a32f-a1285e0bd405" providerId="ADAL" clId="{EDA502D4-B4FE-4605-A39E-4AAF9F70203F}" dt="2025-08-13T05:11:37.146" v="5577" actId="404"/>
          <ac:spMkLst>
            <pc:docMk/>
            <pc:sldMk cId="2351558204" sldId="426"/>
            <ac:spMk id="20483" creationId="{6CF76C83-9628-82EB-EEC2-12037642C096}"/>
          </ac:spMkLst>
        </pc:spChg>
        <pc:picChg chg="add mod">
          <ac:chgData name="Beets, Simone (Dr) (Summerstrand Campus South)" userId="a9ed24f3-f7e1-440a-a32f-a1285e0bd405" providerId="ADAL" clId="{EDA502D4-B4FE-4605-A39E-4AAF9F70203F}" dt="2025-08-13T04:36:59.024" v="5419" actId="1076"/>
          <ac:picMkLst>
            <pc:docMk/>
            <pc:sldMk cId="2351558204" sldId="426"/>
            <ac:picMk id="6" creationId="{F0955603-E2E2-44AC-B746-A93E3CE95D37}"/>
          </ac:picMkLst>
        </pc:picChg>
        <pc:picChg chg="del">
          <ac:chgData name="Beets, Simone (Dr) (Summerstrand Campus South)" userId="a9ed24f3-f7e1-440a-a32f-a1285e0bd405" providerId="ADAL" clId="{EDA502D4-B4FE-4605-A39E-4AAF9F70203F}" dt="2025-08-13T04:36:42.477" v="5413" actId="478"/>
          <ac:picMkLst>
            <pc:docMk/>
            <pc:sldMk cId="2351558204" sldId="426"/>
            <ac:picMk id="7" creationId="{E2814D9C-88D8-427A-AEBA-6BEB113C277D}"/>
          </ac:picMkLst>
        </pc:picChg>
        <pc:picChg chg="del">
          <ac:chgData name="Beets, Simone (Dr) (Summerstrand Campus South)" userId="a9ed24f3-f7e1-440a-a32f-a1285e0bd405" providerId="ADAL" clId="{EDA502D4-B4FE-4605-A39E-4AAF9F70203F}" dt="2025-08-13T04:36:44.239" v="5414" actId="478"/>
          <ac:picMkLst>
            <pc:docMk/>
            <pc:sldMk cId="2351558204" sldId="426"/>
            <ac:picMk id="8" creationId="{71A42A47-4203-4A95-8021-62DA230C117B}"/>
          </ac:picMkLst>
        </pc:picChg>
      </pc:sldChg>
      <pc:sldChg chg="addSp delSp modSp add mod ord modNotesTx">
        <pc:chgData name="Beets, Simone (Dr) (Summerstrand Campus South)" userId="a9ed24f3-f7e1-440a-a32f-a1285e0bd405" providerId="ADAL" clId="{EDA502D4-B4FE-4605-A39E-4AAF9F70203F}" dt="2025-08-13T05:12:27.670" v="5584" actId="1037"/>
        <pc:sldMkLst>
          <pc:docMk/>
          <pc:sldMk cId="3218752395" sldId="427"/>
        </pc:sldMkLst>
        <pc:spChg chg="del">
          <ac:chgData name="Beets, Simone (Dr) (Summerstrand Campus South)" userId="a9ed24f3-f7e1-440a-a32f-a1285e0bd405" providerId="ADAL" clId="{EDA502D4-B4FE-4605-A39E-4AAF9F70203F}" dt="2025-08-13T04:37:19.160" v="5423" actId="478"/>
          <ac:spMkLst>
            <pc:docMk/>
            <pc:sldMk cId="3218752395" sldId="427"/>
            <ac:spMk id="2" creationId="{26CD04BD-A5DC-4820-A1E0-CD541039E0BD}"/>
          </ac:spMkLst>
        </pc:spChg>
        <pc:spChg chg="del">
          <ac:chgData name="Beets, Simone (Dr) (Summerstrand Campus South)" userId="a9ed24f3-f7e1-440a-a32f-a1285e0bd405" providerId="ADAL" clId="{EDA502D4-B4FE-4605-A39E-4AAF9F70203F}" dt="2025-08-13T04:37:19.160" v="5423" actId="478"/>
          <ac:spMkLst>
            <pc:docMk/>
            <pc:sldMk cId="3218752395" sldId="427"/>
            <ac:spMk id="9" creationId="{D33098E3-1C10-4C4D-95C6-1FCB77009ECF}"/>
          </ac:spMkLst>
        </pc:spChg>
        <pc:spChg chg="del">
          <ac:chgData name="Beets, Simone (Dr) (Summerstrand Campus South)" userId="a9ed24f3-f7e1-440a-a32f-a1285e0bd405" providerId="ADAL" clId="{EDA502D4-B4FE-4605-A39E-4AAF9F70203F}" dt="2025-08-13T04:37:19.160" v="5423" actId="478"/>
          <ac:spMkLst>
            <pc:docMk/>
            <pc:sldMk cId="3218752395" sldId="427"/>
            <ac:spMk id="10" creationId="{85EACA7E-0AF5-4ED6-A306-597689D17DF0}"/>
          </ac:spMkLst>
        </pc:spChg>
        <pc:spChg chg="del">
          <ac:chgData name="Beets, Simone (Dr) (Summerstrand Campus South)" userId="a9ed24f3-f7e1-440a-a32f-a1285e0bd405" providerId="ADAL" clId="{EDA502D4-B4FE-4605-A39E-4AAF9F70203F}" dt="2025-08-13T04:37:19.160" v="5423" actId="478"/>
          <ac:spMkLst>
            <pc:docMk/>
            <pc:sldMk cId="3218752395" sldId="427"/>
            <ac:spMk id="14" creationId="{AC00490E-6A3A-4475-AE4C-3F898F9C4052}"/>
          </ac:spMkLst>
        </pc:spChg>
        <pc:spChg chg="del">
          <ac:chgData name="Beets, Simone (Dr) (Summerstrand Campus South)" userId="a9ed24f3-f7e1-440a-a32f-a1285e0bd405" providerId="ADAL" clId="{EDA502D4-B4FE-4605-A39E-4AAF9F70203F}" dt="2025-08-13T04:37:19.160" v="5423" actId="478"/>
          <ac:spMkLst>
            <pc:docMk/>
            <pc:sldMk cId="3218752395" sldId="427"/>
            <ac:spMk id="15" creationId="{74241D7C-2706-4969-8300-3DC936FBFF1B}"/>
          </ac:spMkLst>
        </pc:spChg>
        <pc:spChg chg="del">
          <ac:chgData name="Beets, Simone (Dr) (Summerstrand Campus South)" userId="a9ed24f3-f7e1-440a-a32f-a1285e0bd405" providerId="ADAL" clId="{EDA502D4-B4FE-4605-A39E-4AAF9F70203F}" dt="2025-08-13T04:37:19.160" v="5423" actId="478"/>
          <ac:spMkLst>
            <pc:docMk/>
            <pc:sldMk cId="3218752395" sldId="427"/>
            <ac:spMk id="20" creationId="{56AB37C7-F867-47E6-A16B-3CE78DAD0B1B}"/>
          </ac:spMkLst>
        </pc:spChg>
        <pc:spChg chg="del">
          <ac:chgData name="Beets, Simone (Dr) (Summerstrand Campus South)" userId="a9ed24f3-f7e1-440a-a32f-a1285e0bd405" providerId="ADAL" clId="{EDA502D4-B4FE-4605-A39E-4AAF9F70203F}" dt="2025-08-13T04:37:19.160" v="5423" actId="478"/>
          <ac:spMkLst>
            <pc:docMk/>
            <pc:sldMk cId="3218752395" sldId="427"/>
            <ac:spMk id="27" creationId="{1AB62480-6CC2-4AD5-9FA2-990EC010B53D}"/>
          </ac:spMkLst>
        </pc:spChg>
        <pc:spChg chg="del">
          <ac:chgData name="Beets, Simone (Dr) (Summerstrand Campus South)" userId="a9ed24f3-f7e1-440a-a32f-a1285e0bd405" providerId="ADAL" clId="{EDA502D4-B4FE-4605-A39E-4AAF9F70203F}" dt="2025-08-13T04:37:19.160" v="5423" actId="478"/>
          <ac:spMkLst>
            <pc:docMk/>
            <pc:sldMk cId="3218752395" sldId="427"/>
            <ac:spMk id="28" creationId="{9D7DEBA6-D818-440B-AE23-A4006663985D}"/>
          </ac:spMkLst>
        </pc:spChg>
        <pc:spChg chg="del">
          <ac:chgData name="Beets, Simone (Dr) (Summerstrand Campus South)" userId="a9ed24f3-f7e1-440a-a32f-a1285e0bd405" providerId="ADAL" clId="{EDA502D4-B4FE-4605-A39E-4AAF9F70203F}" dt="2025-08-13T04:37:19.160" v="5423" actId="478"/>
          <ac:spMkLst>
            <pc:docMk/>
            <pc:sldMk cId="3218752395" sldId="427"/>
            <ac:spMk id="30" creationId="{24F542FF-9980-4C28-86E5-D80A598D97C8}"/>
          </ac:spMkLst>
        </pc:spChg>
        <pc:spChg chg="del">
          <ac:chgData name="Beets, Simone (Dr) (Summerstrand Campus South)" userId="a9ed24f3-f7e1-440a-a32f-a1285e0bd405" providerId="ADAL" clId="{EDA502D4-B4FE-4605-A39E-4AAF9F70203F}" dt="2025-08-13T04:37:19.160" v="5423" actId="478"/>
          <ac:spMkLst>
            <pc:docMk/>
            <pc:sldMk cId="3218752395" sldId="427"/>
            <ac:spMk id="31" creationId="{DC0E1F74-07A6-4567-BD3A-A6787F600CE8}"/>
          </ac:spMkLst>
        </pc:spChg>
        <pc:spChg chg="del">
          <ac:chgData name="Beets, Simone (Dr) (Summerstrand Campus South)" userId="a9ed24f3-f7e1-440a-a32f-a1285e0bd405" providerId="ADAL" clId="{EDA502D4-B4FE-4605-A39E-4AAF9F70203F}" dt="2025-08-13T04:37:19.160" v="5423" actId="478"/>
          <ac:spMkLst>
            <pc:docMk/>
            <pc:sldMk cId="3218752395" sldId="427"/>
            <ac:spMk id="32" creationId="{80C41C07-F459-4042-9933-D94EE2F16C2F}"/>
          </ac:spMkLst>
        </pc:spChg>
        <pc:spChg chg="del">
          <ac:chgData name="Beets, Simone (Dr) (Summerstrand Campus South)" userId="a9ed24f3-f7e1-440a-a32f-a1285e0bd405" providerId="ADAL" clId="{EDA502D4-B4FE-4605-A39E-4AAF9F70203F}" dt="2025-08-13T04:37:19.160" v="5423" actId="478"/>
          <ac:spMkLst>
            <pc:docMk/>
            <pc:sldMk cId="3218752395" sldId="427"/>
            <ac:spMk id="33" creationId="{786C8923-B394-491F-8AA2-FE844B1B60C6}"/>
          </ac:spMkLst>
        </pc:spChg>
        <pc:spChg chg="add mod">
          <ac:chgData name="Beets, Simone (Dr) (Summerstrand Campus South)" userId="a9ed24f3-f7e1-440a-a32f-a1285e0bd405" providerId="ADAL" clId="{EDA502D4-B4FE-4605-A39E-4AAF9F70203F}" dt="2025-08-13T04:39:05.058" v="5445" actId="207"/>
          <ac:spMkLst>
            <pc:docMk/>
            <pc:sldMk cId="3218752395" sldId="427"/>
            <ac:spMk id="34" creationId="{FCFC3D92-B045-4181-8871-EBE7C66A786F}"/>
          </ac:spMkLst>
        </pc:spChg>
        <pc:spChg chg="mod">
          <ac:chgData name="Beets, Simone (Dr) (Summerstrand Campus South)" userId="a9ed24f3-f7e1-440a-a32f-a1285e0bd405" providerId="ADAL" clId="{EDA502D4-B4FE-4605-A39E-4AAF9F70203F}" dt="2025-08-13T04:38:58.465" v="5444" actId="207"/>
          <ac:spMkLst>
            <pc:docMk/>
            <pc:sldMk cId="3218752395" sldId="427"/>
            <ac:spMk id="36" creationId="{40A0AB1B-3763-4D01-8496-9490ACCDDF20}"/>
          </ac:spMkLst>
        </pc:spChg>
        <pc:spChg chg="mod">
          <ac:chgData name="Beets, Simone (Dr) (Summerstrand Campus South)" userId="a9ed24f3-f7e1-440a-a32f-a1285e0bd405" providerId="ADAL" clId="{EDA502D4-B4FE-4605-A39E-4AAF9F70203F}" dt="2025-08-13T05:12:27.670" v="5584" actId="1037"/>
          <ac:spMkLst>
            <pc:docMk/>
            <pc:sldMk cId="3218752395" sldId="427"/>
            <ac:spMk id="37" creationId="{F691806F-B984-4DF9-AEBC-AED22A198D5D}"/>
          </ac:spMkLst>
        </pc:spChg>
        <pc:spChg chg="add mod">
          <ac:chgData name="Beets, Simone (Dr) (Summerstrand Campus South)" userId="a9ed24f3-f7e1-440a-a32f-a1285e0bd405" providerId="ADAL" clId="{EDA502D4-B4FE-4605-A39E-4AAF9F70203F}" dt="2025-08-13T04:37:33.887" v="5425" actId="1076"/>
          <ac:spMkLst>
            <pc:docMk/>
            <pc:sldMk cId="3218752395" sldId="427"/>
            <ac:spMk id="38" creationId="{73C6E6BB-FF50-4017-AE08-7D3830DCDB4E}"/>
          </ac:spMkLst>
        </pc:spChg>
        <pc:spChg chg="add mod">
          <ac:chgData name="Beets, Simone (Dr) (Summerstrand Campus South)" userId="a9ed24f3-f7e1-440a-a32f-a1285e0bd405" providerId="ADAL" clId="{EDA502D4-B4FE-4605-A39E-4AAF9F70203F}" dt="2025-08-13T04:41:08.251" v="5469" actId="1037"/>
          <ac:spMkLst>
            <pc:docMk/>
            <pc:sldMk cId="3218752395" sldId="427"/>
            <ac:spMk id="39" creationId="{72321EF4-9D6D-4081-86C0-A584ABEE68C6}"/>
          </ac:spMkLst>
        </pc:spChg>
        <pc:spChg chg="mod">
          <ac:chgData name="Beets, Simone (Dr) (Summerstrand Campus South)" userId="a9ed24f3-f7e1-440a-a32f-a1285e0bd405" providerId="ADAL" clId="{EDA502D4-B4FE-4605-A39E-4AAF9F70203F}" dt="2025-08-13T04:39:22.150" v="5448" actId="208"/>
          <ac:spMkLst>
            <pc:docMk/>
            <pc:sldMk cId="3218752395" sldId="427"/>
            <ac:spMk id="41" creationId="{0B9B9E0D-3158-4512-B5F1-FD395B3FF948}"/>
          </ac:spMkLst>
        </pc:spChg>
        <pc:spChg chg="mod">
          <ac:chgData name="Beets, Simone (Dr) (Summerstrand Campus South)" userId="a9ed24f3-f7e1-440a-a32f-a1285e0bd405" providerId="ADAL" clId="{EDA502D4-B4FE-4605-A39E-4AAF9F70203F}" dt="2025-08-13T04:40:27.514" v="5462" actId="1037"/>
          <ac:spMkLst>
            <pc:docMk/>
            <pc:sldMk cId="3218752395" sldId="427"/>
            <ac:spMk id="42" creationId="{C206572F-7484-440A-927E-C02E9FA996AF}"/>
          </ac:spMkLst>
        </pc:spChg>
        <pc:spChg chg="add mod">
          <ac:chgData name="Beets, Simone (Dr) (Summerstrand Campus South)" userId="a9ed24f3-f7e1-440a-a32f-a1285e0bd405" providerId="ADAL" clId="{EDA502D4-B4FE-4605-A39E-4AAF9F70203F}" dt="2025-08-13T04:37:43.014" v="5426" actId="1076"/>
          <ac:spMkLst>
            <pc:docMk/>
            <pc:sldMk cId="3218752395" sldId="427"/>
            <ac:spMk id="44" creationId="{73F1F0C1-5E7F-4380-85A2-6DFB092D45EE}"/>
          </ac:spMkLst>
        </pc:spChg>
        <pc:spChg chg="mod">
          <ac:chgData name="Beets, Simone (Dr) (Summerstrand Campus South)" userId="a9ed24f3-f7e1-440a-a32f-a1285e0bd405" providerId="ADAL" clId="{EDA502D4-B4FE-4605-A39E-4AAF9F70203F}" dt="2025-08-13T04:40:46.674" v="5466" actId="14100"/>
          <ac:spMkLst>
            <pc:docMk/>
            <pc:sldMk cId="3218752395" sldId="427"/>
            <ac:spMk id="46" creationId="{6A18FB64-1997-443A-8837-CB02CE54F44A}"/>
          </ac:spMkLst>
        </pc:spChg>
        <pc:spChg chg="mod">
          <ac:chgData name="Beets, Simone (Dr) (Summerstrand Campus South)" userId="a9ed24f3-f7e1-440a-a32f-a1285e0bd405" providerId="ADAL" clId="{EDA502D4-B4FE-4605-A39E-4AAF9F70203F}" dt="2025-08-13T05:12:08.667" v="5581" actId="1076"/>
          <ac:spMkLst>
            <pc:docMk/>
            <pc:sldMk cId="3218752395" sldId="427"/>
            <ac:spMk id="47" creationId="{6076DBFD-10BF-4CB0-9849-0E0EFAE31E29}"/>
          </ac:spMkLst>
        </pc:spChg>
        <pc:spChg chg="add mod">
          <ac:chgData name="Beets, Simone (Dr) (Summerstrand Campus South)" userId="a9ed24f3-f7e1-440a-a32f-a1285e0bd405" providerId="ADAL" clId="{EDA502D4-B4FE-4605-A39E-4AAF9F70203F}" dt="2025-08-13T04:39:11.757" v="5446" actId="207"/>
          <ac:spMkLst>
            <pc:docMk/>
            <pc:sldMk cId="3218752395" sldId="427"/>
            <ac:spMk id="49" creationId="{E71B1186-8999-455D-8EF6-662DC825CAD4}"/>
          </ac:spMkLst>
        </pc:spChg>
        <pc:spChg chg="add mod">
          <ac:chgData name="Beets, Simone (Dr) (Summerstrand Campus South)" userId="a9ed24f3-f7e1-440a-a32f-a1285e0bd405" providerId="ADAL" clId="{EDA502D4-B4FE-4605-A39E-4AAF9F70203F}" dt="2025-08-13T04:41:01.672" v="5468" actId="1037"/>
          <ac:spMkLst>
            <pc:docMk/>
            <pc:sldMk cId="3218752395" sldId="427"/>
            <ac:spMk id="50" creationId="{34148FC7-9393-4435-B26D-F04695CA876F}"/>
          </ac:spMkLst>
        </pc:spChg>
        <pc:spChg chg="add mod">
          <ac:chgData name="Beets, Simone (Dr) (Summerstrand Campus South)" userId="a9ed24f3-f7e1-440a-a32f-a1285e0bd405" providerId="ADAL" clId="{EDA502D4-B4FE-4605-A39E-4AAF9F70203F}" dt="2025-08-13T04:41:30.743" v="5474" actId="20577"/>
          <ac:spMkLst>
            <pc:docMk/>
            <pc:sldMk cId="3218752395" sldId="427"/>
            <ac:spMk id="51" creationId="{0372D571-6EBD-43A3-B257-474DDF2FB75E}"/>
          </ac:spMkLst>
        </pc:spChg>
        <pc:spChg chg="add mod">
          <ac:chgData name="Beets, Simone (Dr) (Summerstrand Campus South)" userId="a9ed24f3-f7e1-440a-a32f-a1285e0bd405" providerId="ADAL" clId="{EDA502D4-B4FE-4605-A39E-4AAF9F70203F}" dt="2025-08-13T04:40:03.967" v="5459" actId="1035"/>
          <ac:spMkLst>
            <pc:docMk/>
            <pc:sldMk cId="3218752395" sldId="427"/>
            <ac:spMk id="52" creationId="{750D7739-4FE2-45E7-884E-D088504CF72E}"/>
          </ac:spMkLst>
        </pc:spChg>
        <pc:spChg chg="mod">
          <ac:chgData name="Beets, Simone (Dr) (Summerstrand Campus South)" userId="a9ed24f3-f7e1-440a-a32f-a1285e0bd405" providerId="ADAL" clId="{EDA502D4-B4FE-4605-A39E-4AAF9F70203F}" dt="2025-08-13T04:39:56.018" v="5456" actId="208"/>
          <ac:spMkLst>
            <pc:docMk/>
            <pc:sldMk cId="3218752395" sldId="427"/>
            <ac:spMk id="54" creationId="{3E0D2254-ED4C-45D2-AA94-BE01DA9AA8A1}"/>
          </ac:spMkLst>
        </pc:spChg>
        <pc:spChg chg="mod">
          <ac:chgData name="Beets, Simone (Dr) (Summerstrand Campus South)" userId="a9ed24f3-f7e1-440a-a32f-a1285e0bd405" providerId="ADAL" clId="{EDA502D4-B4FE-4605-A39E-4AAF9F70203F}" dt="2025-08-13T05:11:58.960" v="5580" actId="1076"/>
          <ac:spMkLst>
            <pc:docMk/>
            <pc:sldMk cId="3218752395" sldId="427"/>
            <ac:spMk id="55" creationId="{F8F3834A-80CE-46F4-9832-F0BE1A01C604}"/>
          </ac:spMkLst>
        </pc:spChg>
        <pc:spChg chg="add mod">
          <ac:chgData name="Beets, Simone (Dr) (Summerstrand Campus South)" userId="a9ed24f3-f7e1-440a-a32f-a1285e0bd405" providerId="ADAL" clId="{EDA502D4-B4FE-4605-A39E-4AAF9F70203F}" dt="2025-08-13T04:39:40.250" v="5452" actId="207"/>
          <ac:spMkLst>
            <pc:docMk/>
            <pc:sldMk cId="3218752395" sldId="427"/>
            <ac:spMk id="57" creationId="{FFF241D6-0E7F-4F61-B82F-AAB180AEA0CB}"/>
          </ac:spMkLst>
        </pc:spChg>
        <pc:spChg chg="add mod">
          <ac:chgData name="Beets, Simone (Dr) (Summerstrand Campus South)" userId="a9ed24f3-f7e1-440a-a32f-a1285e0bd405" providerId="ADAL" clId="{EDA502D4-B4FE-4605-A39E-4AAF9F70203F}" dt="2025-08-13T04:41:50.141" v="5475" actId="20577"/>
          <ac:spMkLst>
            <pc:docMk/>
            <pc:sldMk cId="3218752395" sldId="427"/>
            <ac:spMk id="58" creationId="{A00F7CB5-87B4-4DE3-B41E-65A19AA9EF56}"/>
          </ac:spMkLst>
        </pc:spChg>
        <pc:spChg chg="add mod ord">
          <ac:chgData name="Beets, Simone (Dr) (Summerstrand Campus South)" userId="a9ed24f3-f7e1-440a-a32f-a1285e0bd405" providerId="ADAL" clId="{EDA502D4-B4FE-4605-A39E-4AAF9F70203F}" dt="2025-08-13T04:39:57.501" v="5457" actId="1076"/>
          <ac:spMkLst>
            <pc:docMk/>
            <pc:sldMk cId="3218752395" sldId="427"/>
            <ac:spMk id="59" creationId="{1320E7FA-E74A-484E-8E1A-47AFA005CF61}"/>
          </ac:spMkLst>
        </pc:spChg>
        <pc:grpChg chg="del">
          <ac:chgData name="Beets, Simone (Dr) (Summerstrand Campus South)" userId="a9ed24f3-f7e1-440a-a32f-a1285e0bd405" providerId="ADAL" clId="{EDA502D4-B4FE-4605-A39E-4AAF9F70203F}" dt="2025-08-13T04:37:19.160" v="5423" actId="478"/>
          <ac:grpSpMkLst>
            <pc:docMk/>
            <pc:sldMk cId="3218752395" sldId="427"/>
            <ac:grpSpMk id="11" creationId="{B8430545-10AC-4D80-B85B-683A7992E225}"/>
          </ac:grpSpMkLst>
        </pc:grpChg>
        <pc:grpChg chg="del">
          <ac:chgData name="Beets, Simone (Dr) (Summerstrand Campus South)" userId="a9ed24f3-f7e1-440a-a32f-a1285e0bd405" providerId="ADAL" clId="{EDA502D4-B4FE-4605-A39E-4AAF9F70203F}" dt="2025-08-13T04:37:19.160" v="5423" actId="478"/>
          <ac:grpSpMkLst>
            <pc:docMk/>
            <pc:sldMk cId="3218752395" sldId="427"/>
            <ac:grpSpMk id="16" creationId="{8576A30F-D20B-42AD-B6EC-3998377F3225}"/>
          </ac:grpSpMkLst>
        </pc:grpChg>
        <pc:grpChg chg="del">
          <ac:chgData name="Beets, Simone (Dr) (Summerstrand Campus South)" userId="a9ed24f3-f7e1-440a-a32f-a1285e0bd405" providerId="ADAL" clId="{EDA502D4-B4FE-4605-A39E-4AAF9F70203F}" dt="2025-08-13T04:37:19.160" v="5423" actId="478"/>
          <ac:grpSpMkLst>
            <pc:docMk/>
            <pc:sldMk cId="3218752395" sldId="427"/>
            <ac:grpSpMk id="21" creationId="{5BEAE26B-9E8B-4794-BD08-3FA7D24EF714}"/>
          </ac:grpSpMkLst>
        </pc:grpChg>
        <pc:grpChg chg="add mod">
          <ac:chgData name="Beets, Simone (Dr) (Summerstrand Campus South)" userId="a9ed24f3-f7e1-440a-a32f-a1285e0bd405" providerId="ADAL" clId="{EDA502D4-B4FE-4605-A39E-4AAF9F70203F}" dt="2025-08-13T04:37:33.887" v="5425" actId="1076"/>
          <ac:grpSpMkLst>
            <pc:docMk/>
            <pc:sldMk cId="3218752395" sldId="427"/>
            <ac:grpSpMk id="35" creationId="{D0C7963F-9F1F-4598-B344-8A69005BADD5}"/>
          </ac:grpSpMkLst>
        </pc:grpChg>
        <pc:grpChg chg="add mod">
          <ac:chgData name="Beets, Simone (Dr) (Summerstrand Campus South)" userId="a9ed24f3-f7e1-440a-a32f-a1285e0bd405" providerId="ADAL" clId="{EDA502D4-B4FE-4605-A39E-4AAF9F70203F}" dt="2025-08-13T04:37:33.887" v="5425" actId="1076"/>
          <ac:grpSpMkLst>
            <pc:docMk/>
            <pc:sldMk cId="3218752395" sldId="427"/>
            <ac:grpSpMk id="40" creationId="{2F2F72A0-1F88-43A8-BCE1-E1CA31F314A5}"/>
          </ac:grpSpMkLst>
        </pc:grpChg>
        <pc:grpChg chg="add mod">
          <ac:chgData name="Beets, Simone (Dr) (Summerstrand Campus South)" userId="a9ed24f3-f7e1-440a-a32f-a1285e0bd405" providerId="ADAL" clId="{EDA502D4-B4FE-4605-A39E-4AAF9F70203F}" dt="2025-08-13T04:41:01.672" v="5468" actId="1037"/>
          <ac:grpSpMkLst>
            <pc:docMk/>
            <pc:sldMk cId="3218752395" sldId="427"/>
            <ac:grpSpMk id="45" creationId="{B0DB8F90-5BCD-4574-B5E9-796131100F7B}"/>
          </ac:grpSpMkLst>
        </pc:grpChg>
        <pc:grpChg chg="add mod">
          <ac:chgData name="Beets, Simone (Dr) (Summerstrand Campus South)" userId="a9ed24f3-f7e1-440a-a32f-a1285e0bd405" providerId="ADAL" clId="{EDA502D4-B4FE-4605-A39E-4AAF9F70203F}" dt="2025-08-13T04:38:42.053" v="5443" actId="1037"/>
          <ac:grpSpMkLst>
            <pc:docMk/>
            <pc:sldMk cId="3218752395" sldId="427"/>
            <ac:grpSpMk id="53" creationId="{AAAE8F89-08AC-4872-88B0-98E5280C8CC2}"/>
          </ac:grpSpMkLst>
        </pc:grpChg>
        <pc:graphicFrameChg chg="del">
          <ac:chgData name="Beets, Simone (Dr) (Summerstrand Campus South)" userId="a9ed24f3-f7e1-440a-a32f-a1285e0bd405" providerId="ADAL" clId="{EDA502D4-B4FE-4605-A39E-4AAF9F70203F}" dt="2025-08-13T04:37:19.160" v="5423" actId="478"/>
          <ac:graphicFrameMkLst>
            <pc:docMk/>
            <pc:sldMk cId="3218752395" sldId="427"/>
            <ac:graphicFrameMk id="25" creationId="{B6B5490A-93BE-4A24-AD3B-49C309951D8D}"/>
          </ac:graphicFrameMkLst>
        </pc:graphicFrameChg>
        <pc:cxnChg chg="del mod">
          <ac:chgData name="Beets, Simone (Dr) (Summerstrand Campus South)" userId="a9ed24f3-f7e1-440a-a32f-a1285e0bd405" providerId="ADAL" clId="{EDA502D4-B4FE-4605-A39E-4AAF9F70203F}" dt="2025-08-13T04:37:19.160" v="5423" actId="478"/>
          <ac:cxnSpMkLst>
            <pc:docMk/>
            <pc:sldMk cId="3218752395" sldId="427"/>
            <ac:cxnSpMk id="19" creationId="{A2DD8CDB-67E3-4746-9859-41EAF6803DBB}"/>
          </ac:cxnSpMkLst>
        </pc:cxnChg>
        <pc:cxnChg chg="del">
          <ac:chgData name="Beets, Simone (Dr) (Summerstrand Campus South)" userId="a9ed24f3-f7e1-440a-a32f-a1285e0bd405" providerId="ADAL" clId="{EDA502D4-B4FE-4605-A39E-4AAF9F70203F}" dt="2025-08-13T04:37:19.160" v="5423" actId="478"/>
          <ac:cxnSpMkLst>
            <pc:docMk/>
            <pc:sldMk cId="3218752395" sldId="427"/>
            <ac:cxnSpMk id="24" creationId="{F89390A8-2A5E-43A6-B1A4-579A0FC896F6}"/>
          </ac:cxnSpMkLst>
        </pc:cxnChg>
        <pc:cxnChg chg="del">
          <ac:chgData name="Beets, Simone (Dr) (Summerstrand Campus South)" userId="a9ed24f3-f7e1-440a-a32f-a1285e0bd405" providerId="ADAL" clId="{EDA502D4-B4FE-4605-A39E-4AAF9F70203F}" dt="2025-08-13T04:37:19.160" v="5423" actId="478"/>
          <ac:cxnSpMkLst>
            <pc:docMk/>
            <pc:sldMk cId="3218752395" sldId="427"/>
            <ac:cxnSpMk id="26" creationId="{69BBBD0E-3F33-48E4-A153-E416CE9770AC}"/>
          </ac:cxnSpMkLst>
        </pc:cxnChg>
        <pc:cxnChg chg="del">
          <ac:chgData name="Beets, Simone (Dr) (Summerstrand Campus South)" userId="a9ed24f3-f7e1-440a-a32f-a1285e0bd405" providerId="ADAL" clId="{EDA502D4-B4FE-4605-A39E-4AAF9F70203F}" dt="2025-08-13T04:37:19.160" v="5423" actId="478"/>
          <ac:cxnSpMkLst>
            <pc:docMk/>
            <pc:sldMk cId="3218752395" sldId="427"/>
            <ac:cxnSpMk id="29" creationId="{D25DD25B-C5D1-477B-BA5A-450A4A848ACF}"/>
          </ac:cxnSpMkLst>
        </pc:cxnChg>
        <pc:cxnChg chg="add mod">
          <ac:chgData name="Beets, Simone (Dr) (Summerstrand Campus South)" userId="a9ed24f3-f7e1-440a-a32f-a1285e0bd405" providerId="ADAL" clId="{EDA502D4-B4FE-4605-A39E-4AAF9F70203F}" dt="2025-08-13T04:39:15.979" v="5447" actId="208"/>
          <ac:cxnSpMkLst>
            <pc:docMk/>
            <pc:sldMk cId="3218752395" sldId="427"/>
            <ac:cxnSpMk id="43" creationId="{85FC2D6D-9D97-40C4-8F33-6D07E2CE6CEF}"/>
          </ac:cxnSpMkLst>
        </pc:cxnChg>
        <pc:cxnChg chg="add mod">
          <ac:chgData name="Beets, Simone (Dr) (Summerstrand Campus South)" userId="a9ed24f3-f7e1-440a-a32f-a1285e0bd405" providerId="ADAL" clId="{EDA502D4-B4FE-4605-A39E-4AAF9F70203F}" dt="2025-08-13T04:41:19.661" v="5470" actId="208"/>
          <ac:cxnSpMkLst>
            <pc:docMk/>
            <pc:sldMk cId="3218752395" sldId="427"/>
            <ac:cxnSpMk id="48" creationId="{867D481A-BDCE-40B1-A5E9-21588E8229B0}"/>
          </ac:cxnSpMkLst>
        </pc:cxnChg>
        <pc:cxnChg chg="add mod">
          <ac:chgData name="Beets, Simone (Dr) (Summerstrand Campus South)" userId="a9ed24f3-f7e1-440a-a32f-a1285e0bd405" providerId="ADAL" clId="{EDA502D4-B4FE-4605-A39E-4AAF9F70203F}" dt="2025-08-13T04:40:17.390" v="5461" actId="14100"/>
          <ac:cxnSpMkLst>
            <pc:docMk/>
            <pc:sldMk cId="3218752395" sldId="427"/>
            <ac:cxnSpMk id="56" creationId="{A7E97203-7800-4D8A-BC35-81FD2A1D9951}"/>
          </ac:cxnSpMkLst>
        </pc:cxnChg>
      </pc:sldChg>
      <pc:sldChg chg="delSp add mod">
        <pc:chgData name="Beets, Simone (Dr) (Summerstrand Campus South)" userId="a9ed24f3-f7e1-440a-a32f-a1285e0bd405" providerId="ADAL" clId="{EDA502D4-B4FE-4605-A39E-4AAF9F70203F}" dt="2025-08-13T05:23:02.328" v="5618" actId="478"/>
        <pc:sldMkLst>
          <pc:docMk/>
          <pc:sldMk cId="776202293" sldId="428"/>
        </pc:sldMkLst>
        <pc:spChg chg="del">
          <ac:chgData name="Beets, Simone (Dr) (Summerstrand Campus South)" userId="a9ed24f3-f7e1-440a-a32f-a1285e0bd405" providerId="ADAL" clId="{EDA502D4-B4FE-4605-A39E-4AAF9F70203F}" dt="2025-08-13T05:23:02.328" v="5618" actId="478"/>
          <ac:spMkLst>
            <pc:docMk/>
            <pc:sldMk cId="776202293" sldId="428"/>
            <ac:spMk id="5" creationId="{29557598-3063-48C5-84D8-71D258EEDEAA}"/>
          </ac:spMkLst>
        </pc:spChg>
      </pc:sldChg>
    </pc:docChg>
  </pc:docChgLst>
  <pc:docChgLst>
    <pc:chgData name="Beets, Simone (Dr) (Summerstrand Campus South)" userId="a9ed24f3-f7e1-440a-a32f-a1285e0bd405" providerId="ADAL" clId="{476249B4-541C-4687-9865-C91FC9520879}"/>
    <pc:docChg chg="undo custSel addSld delSld modSld sldOrd">
      <pc:chgData name="Beets, Simone (Dr) (Summerstrand Campus South)" userId="a9ed24f3-f7e1-440a-a32f-a1285e0bd405" providerId="ADAL" clId="{476249B4-541C-4687-9865-C91FC9520879}" dt="2026-08-16T21:10:24.829" v="587"/>
      <pc:docMkLst>
        <pc:docMk/>
      </pc:docMkLst>
      <pc:sldChg chg="modSp add mod">
        <pc:chgData name="Beets, Simone (Dr) (Summerstrand Campus South)" userId="a9ed24f3-f7e1-440a-a32f-a1285e0bd405" providerId="ADAL" clId="{476249B4-541C-4687-9865-C91FC9520879}" dt="2026-08-16T20:57:07.135" v="561" actId="20577"/>
        <pc:sldMkLst>
          <pc:docMk/>
          <pc:sldMk cId="4261337612" sldId="320"/>
        </pc:sldMkLst>
        <pc:spChg chg="mod">
          <ac:chgData name="Beets, Simone (Dr) (Summerstrand Campus South)" userId="a9ed24f3-f7e1-440a-a32f-a1285e0bd405" providerId="ADAL" clId="{476249B4-541C-4687-9865-C91FC9520879}" dt="2026-08-16T20:57:07.135" v="561" actId="20577"/>
          <ac:spMkLst>
            <pc:docMk/>
            <pc:sldMk cId="4261337612" sldId="320"/>
            <ac:spMk id="6" creationId="{4EF63B2A-1BAD-4500-BEC8-D920F283705A}"/>
          </ac:spMkLst>
        </pc:spChg>
        <pc:spChg chg="mod">
          <ac:chgData name="Beets, Simone (Dr) (Summerstrand Campus South)" userId="a9ed24f3-f7e1-440a-a32f-a1285e0bd405" providerId="ADAL" clId="{476249B4-541C-4687-9865-C91FC9520879}" dt="2026-08-16T20:52:44.025" v="355" actId="20577"/>
          <ac:spMkLst>
            <pc:docMk/>
            <pc:sldMk cId="4261337612" sldId="320"/>
            <ac:spMk id="8" creationId="{3608F24A-372B-4707-96C8-CEAF29C5DC0A}"/>
          </ac:spMkLst>
        </pc:spChg>
      </pc:sldChg>
      <pc:sldChg chg="modSp add mod">
        <pc:chgData name="Beets, Simone (Dr) (Summerstrand Campus South)" userId="a9ed24f3-f7e1-440a-a32f-a1285e0bd405" providerId="ADAL" clId="{476249B4-541C-4687-9865-C91FC9520879}" dt="2026-08-16T20:57:24.118" v="566" actId="20577"/>
        <pc:sldMkLst>
          <pc:docMk/>
          <pc:sldMk cId="333441223" sldId="341"/>
        </pc:sldMkLst>
        <pc:spChg chg="mod">
          <ac:chgData name="Beets, Simone (Dr) (Summerstrand Campus South)" userId="a9ed24f3-f7e1-440a-a32f-a1285e0bd405" providerId="ADAL" clId="{476249B4-541C-4687-9865-C91FC9520879}" dt="2026-08-16T20:57:24.118" v="566" actId="20577"/>
          <ac:spMkLst>
            <pc:docMk/>
            <pc:sldMk cId="333441223" sldId="341"/>
            <ac:spMk id="8" creationId="{5C1A5F8D-5E28-431E-9C4E-F84AAEA7BB92}"/>
          </ac:spMkLst>
        </pc:spChg>
      </pc:sldChg>
      <pc:sldChg chg="addSp delSp modSp add mod">
        <pc:chgData name="Beets, Simone (Dr) (Summerstrand Campus South)" userId="a9ed24f3-f7e1-440a-a32f-a1285e0bd405" providerId="ADAL" clId="{476249B4-541C-4687-9865-C91FC9520879}" dt="2026-08-16T21:04:23.578" v="583" actId="478"/>
        <pc:sldMkLst>
          <pc:docMk/>
          <pc:sldMk cId="4225800705" sldId="352"/>
        </pc:sldMkLst>
        <pc:spChg chg="mod">
          <ac:chgData name="Beets, Simone (Dr) (Summerstrand Campus South)" userId="a9ed24f3-f7e1-440a-a32f-a1285e0bd405" providerId="ADAL" clId="{476249B4-541C-4687-9865-C91FC9520879}" dt="2026-08-16T21:02:21.118" v="579" actId="20577"/>
          <ac:spMkLst>
            <pc:docMk/>
            <pc:sldMk cId="4225800705" sldId="352"/>
            <ac:spMk id="8" creationId="{5C1A5F8D-5E28-431E-9C4E-F84AAEA7BB92}"/>
          </ac:spMkLst>
        </pc:spChg>
        <pc:picChg chg="del">
          <ac:chgData name="Beets, Simone (Dr) (Summerstrand Campus South)" userId="a9ed24f3-f7e1-440a-a32f-a1285e0bd405" providerId="ADAL" clId="{476249B4-541C-4687-9865-C91FC9520879}" dt="2026-08-16T21:04:23.578" v="583" actId="478"/>
          <ac:picMkLst>
            <pc:docMk/>
            <pc:sldMk cId="4225800705" sldId="352"/>
            <ac:picMk id="3" creationId="{E7B41C65-BDCB-48BE-B550-4894DFB2B7DB}"/>
          </ac:picMkLst>
        </pc:picChg>
        <pc:picChg chg="add mod">
          <ac:chgData name="Beets, Simone (Dr) (Summerstrand Campus South)" userId="a9ed24f3-f7e1-440a-a32f-a1285e0bd405" providerId="ADAL" clId="{476249B4-541C-4687-9865-C91FC9520879}" dt="2026-08-16T21:04:21.780" v="582" actId="1076"/>
          <ac:picMkLst>
            <pc:docMk/>
            <pc:sldMk cId="4225800705" sldId="352"/>
            <ac:picMk id="4" creationId="{DF30BF65-C5DC-EAA8-6DA8-F6CEFF4E9F4C}"/>
          </ac:picMkLst>
        </pc:picChg>
      </pc:sldChg>
      <pc:sldChg chg="del modNotesTx">
        <pc:chgData name="Beets, Simone (Dr) (Summerstrand Campus South)" userId="a9ed24f3-f7e1-440a-a32f-a1285e0bd405" providerId="ADAL" clId="{476249B4-541C-4687-9865-C91FC9520879}" dt="2026-08-16T14:34:52.188" v="115" actId="47"/>
        <pc:sldMkLst>
          <pc:docMk/>
          <pc:sldMk cId="76496665" sldId="411"/>
        </pc:sldMkLst>
      </pc:sldChg>
      <pc:sldChg chg="modSp add mod modNotesTx">
        <pc:chgData name="Beets, Simone (Dr) (Summerstrand Campus South)" userId="a9ed24f3-f7e1-440a-a32f-a1285e0bd405" providerId="ADAL" clId="{476249B4-541C-4687-9865-C91FC9520879}" dt="2026-08-16T14:34:44.418" v="114" actId="6549"/>
        <pc:sldMkLst>
          <pc:docMk/>
          <pc:sldMk cId="0" sldId="423"/>
        </pc:sldMkLst>
        <pc:spChg chg="mod">
          <ac:chgData name="Beets, Simone (Dr) (Summerstrand Campus South)" userId="a9ed24f3-f7e1-440a-a32f-a1285e0bd405" providerId="ADAL" clId="{476249B4-541C-4687-9865-C91FC9520879}" dt="2026-08-16T14:33:37.974" v="59" actId="20577"/>
          <ac:spMkLst>
            <pc:docMk/>
            <pc:sldMk cId="0" sldId="423"/>
            <ac:spMk id="4" creationId="{7E562DB8-8D1E-47C9-AAF8-92BA4FC1F5BA}"/>
          </ac:spMkLst>
        </pc:spChg>
        <pc:spChg chg="mod">
          <ac:chgData name="Beets, Simone (Dr) (Summerstrand Campus South)" userId="a9ed24f3-f7e1-440a-a32f-a1285e0bd405" providerId="ADAL" clId="{476249B4-541C-4687-9865-C91FC9520879}" dt="2026-08-16T14:34:32.230" v="113" actId="20577"/>
          <ac:spMkLst>
            <pc:docMk/>
            <pc:sldMk cId="0" sldId="423"/>
            <ac:spMk id="5" creationId="{4FE37EF9-198E-461B-B235-F32727DB9297}"/>
          </ac:spMkLst>
        </pc:spChg>
        <pc:spChg chg="mod">
          <ac:chgData name="Beets, Simone (Dr) (Summerstrand Campus South)" userId="a9ed24f3-f7e1-440a-a32f-a1285e0bd405" providerId="ADAL" clId="{476249B4-541C-4687-9865-C91FC9520879}" dt="2026-08-16T14:33:45.933" v="69" actId="20577"/>
          <ac:spMkLst>
            <pc:docMk/>
            <pc:sldMk cId="0" sldId="423"/>
            <ac:spMk id="81922" creationId="{65BFE1D5-329E-BB29-CE8A-ED38134D0C16}"/>
          </ac:spMkLst>
        </pc:spChg>
      </pc:sldChg>
      <pc:sldChg chg="addSp delSp modSp mod modAnim">
        <pc:chgData name="Beets, Simone (Dr) (Summerstrand Campus South)" userId="a9ed24f3-f7e1-440a-a32f-a1285e0bd405" providerId="ADAL" clId="{476249B4-541C-4687-9865-C91FC9520879}" dt="2026-08-16T21:10:24.829" v="587"/>
        <pc:sldMkLst>
          <pc:docMk/>
          <pc:sldMk cId="776202293" sldId="428"/>
        </pc:sldMkLst>
        <pc:spChg chg="del">
          <ac:chgData name="Beets, Simone (Dr) (Summerstrand Campus South)" userId="a9ed24f3-f7e1-440a-a32f-a1285e0bd405" providerId="ADAL" clId="{476249B4-541C-4687-9865-C91FC9520879}" dt="2026-08-16T20:25:06.805" v="118" actId="478"/>
          <ac:spMkLst>
            <pc:docMk/>
            <pc:sldMk cId="776202293" sldId="428"/>
            <ac:spMk id="2" creationId="{BCA5A014-4B8B-0A33-ABB5-D4F80EB980CC}"/>
          </ac:spMkLst>
        </pc:spChg>
        <pc:spChg chg="del">
          <ac:chgData name="Beets, Simone (Dr) (Summerstrand Campus South)" userId="a9ed24f3-f7e1-440a-a32f-a1285e0bd405" providerId="ADAL" clId="{476249B4-541C-4687-9865-C91FC9520879}" dt="2026-08-16T20:25:10.214" v="120" actId="478"/>
          <ac:spMkLst>
            <pc:docMk/>
            <pc:sldMk cId="776202293" sldId="428"/>
            <ac:spMk id="3" creationId="{2D7CFFAC-EAEC-A4A5-23FB-B3200E4B3C34}"/>
          </ac:spMkLst>
        </pc:spChg>
        <pc:spChg chg="add del mod">
          <ac:chgData name="Beets, Simone (Dr) (Summerstrand Campus South)" userId="a9ed24f3-f7e1-440a-a32f-a1285e0bd405" providerId="ADAL" clId="{476249B4-541C-4687-9865-C91FC9520879}" dt="2026-08-16T20:25:14.417" v="121" actId="478"/>
          <ac:spMkLst>
            <pc:docMk/>
            <pc:sldMk cId="776202293" sldId="428"/>
            <ac:spMk id="7" creationId="{973AD74F-35F6-0AE2-CF97-A49D24BCB439}"/>
          </ac:spMkLst>
        </pc:spChg>
        <pc:picChg chg="add mod">
          <ac:chgData name="Beets, Simone (Dr) (Summerstrand Campus South)" userId="a9ed24f3-f7e1-440a-a32f-a1285e0bd405" providerId="ADAL" clId="{476249B4-541C-4687-9865-C91FC9520879}" dt="2026-08-16T20:25:28.430" v="126" actId="14100"/>
          <ac:picMkLst>
            <pc:docMk/>
            <pc:sldMk cId="776202293" sldId="428"/>
            <ac:picMk id="6" creationId="{BC518DE4-3AB3-388D-CADF-5A8820A44B44}"/>
          </ac:picMkLst>
        </pc:picChg>
        <pc:picChg chg="add mod">
          <ac:chgData name="Beets, Simone (Dr) (Summerstrand Campus South)" userId="a9ed24f3-f7e1-440a-a32f-a1285e0bd405" providerId="ADAL" clId="{476249B4-541C-4687-9865-C91FC9520879}" dt="2026-08-16T20:25:47.495" v="129" actId="1076"/>
          <ac:picMkLst>
            <pc:docMk/>
            <pc:sldMk cId="776202293" sldId="428"/>
            <ac:picMk id="9" creationId="{D07E03EE-E70A-671E-61D1-E5FAF6B5DBBA}"/>
          </ac:picMkLst>
        </pc:picChg>
        <pc:picChg chg="add mod">
          <ac:chgData name="Beets, Simone (Dr) (Summerstrand Campus South)" userId="a9ed24f3-f7e1-440a-a32f-a1285e0bd405" providerId="ADAL" clId="{476249B4-541C-4687-9865-C91FC9520879}" dt="2026-08-16T21:10:22.807" v="586" actId="14100"/>
          <ac:picMkLst>
            <pc:docMk/>
            <pc:sldMk cId="776202293" sldId="428"/>
            <ac:picMk id="11" creationId="{0C913EF7-EAD5-315A-65E9-66C66559D14C}"/>
          </ac:picMkLst>
        </pc:picChg>
      </pc:sldChg>
      <pc:sldChg chg="addSp modSp mod modAnim">
        <pc:chgData name="Beets, Simone (Dr) (Summerstrand Campus South)" userId="a9ed24f3-f7e1-440a-a32f-a1285e0bd405" providerId="ADAL" clId="{476249B4-541C-4687-9865-C91FC9520879}" dt="2026-08-16T13:41:02.837" v="6"/>
        <pc:sldMkLst>
          <pc:docMk/>
          <pc:sldMk cId="2733114135" sldId="432"/>
        </pc:sldMkLst>
        <pc:spChg chg="add mod">
          <ac:chgData name="Beets, Simone (Dr) (Summerstrand Campus South)" userId="a9ed24f3-f7e1-440a-a32f-a1285e0bd405" providerId="ADAL" clId="{476249B4-541C-4687-9865-C91FC9520879}" dt="2026-08-16T13:40:25.724" v="2" actId="14100"/>
          <ac:spMkLst>
            <pc:docMk/>
            <pc:sldMk cId="2733114135" sldId="432"/>
            <ac:spMk id="2" creationId="{2D07491B-D08A-E1E0-FBFC-D9A2D7453898}"/>
          </ac:spMkLst>
        </pc:spChg>
        <pc:spChg chg="add mod">
          <ac:chgData name="Beets, Simone (Dr) (Summerstrand Campus South)" userId="a9ed24f3-f7e1-440a-a32f-a1285e0bd405" providerId="ADAL" clId="{476249B4-541C-4687-9865-C91FC9520879}" dt="2026-08-16T13:41:00.472" v="5" actId="1076"/>
          <ac:spMkLst>
            <pc:docMk/>
            <pc:sldMk cId="2733114135" sldId="432"/>
            <ac:spMk id="4" creationId="{AD61A371-C9E5-087A-BAC6-FFB59A4EB80C}"/>
          </ac:spMkLst>
        </pc:spChg>
      </pc:sldChg>
      <pc:sldChg chg="modNotesTx">
        <pc:chgData name="Beets, Simone (Dr) (Summerstrand Campus South)" userId="a9ed24f3-f7e1-440a-a32f-a1285e0bd405" providerId="ADAL" clId="{476249B4-541C-4687-9865-C91FC9520879}" dt="2026-08-16T13:43:02.917" v="10" actId="20577"/>
        <pc:sldMkLst>
          <pc:docMk/>
          <pc:sldMk cId="2029043050" sldId="433"/>
        </pc:sldMkLst>
      </pc:sldChg>
      <pc:sldChg chg="addSp delSp modSp mod delAnim modAnim">
        <pc:chgData name="Beets, Simone (Dr) (Summerstrand Campus South)" userId="a9ed24f3-f7e1-440a-a32f-a1285e0bd405" providerId="ADAL" clId="{476249B4-541C-4687-9865-C91FC9520879}" dt="2026-08-16T13:47:42.073" v="21" actId="14100"/>
        <pc:sldMkLst>
          <pc:docMk/>
          <pc:sldMk cId="3405560012" sldId="436"/>
        </pc:sldMkLst>
        <pc:spChg chg="add mod">
          <ac:chgData name="Beets, Simone (Dr) (Summerstrand Campus South)" userId="a9ed24f3-f7e1-440a-a32f-a1285e0bd405" providerId="ADAL" clId="{476249B4-541C-4687-9865-C91FC9520879}" dt="2026-08-16T13:47:42.073" v="21" actId="14100"/>
          <ac:spMkLst>
            <pc:docMk/>
            <pc:sldMk cId="3405560012" sldId="436"/>
            <ac:spMk id="3" creationId="{CCFE9936-5148-43D3-C10C-2CF1E0C47F13}"/>
          </ac:spMkLst>
        </pc:spChg>
        <pc:spChg chg="add del mod">
          <ac:chgData name="Beets, Simone (Dr) (Summerstrand Campus South)" userId="a9ed24f3-f7e1-440a-a32f-a1285e0bd405" providerId="ADAL" clId="{476249B4-541C-4687-9865-C91FC9520879}" dt="2026-08-16T13:47:23.917" v="19" actId="478"/>
          <ac:spMkLst>
            <pc:docMk/>
            <pc:sldMk cId="3405560012" sldId="436"/>
            <ac:spMk id="4" creationId="{F6BB2AAA-08C7-C761-85A1-FB3164F5EE27}"/>
          </ac:spMkLst>
        </pc:spChg>
      </pc:sldChg>
      <pc:sldChg chg="modSp mod">
        <pc:chgData name="Beets, Simone (Dr) (Summerstrand Campus South)" userId="a9ed24f3-f7e1-440a-a32f-a1285e0bd405" providerId="ADAL" clId="{476249B4-541C-4687-9865-C91FC9520879}" dt="2026-08-16T13:49:01.831" v="35" actId="14100"/>
        <pc:sldMkLst>
          <pc:docMk/>
          <pc:sldMk cId="4069193501" sldId="444"/>
        </pc:sldMkLst>
        <pc:spChg chg="mod">
          <ac:chgData name="Beets, Simone (Dr) (Summerstrand Campus South)" userId="a9ed24f3-f7e1-440a-a32f-a1285e0bd405" providerId="ADAL" clId="{476249B4-541C-4687-9865-C91FC9520879}" dt="2026-08-16T13:49:01.831" v="35" actId="14100"/>
          <ac:spMkLst>
            <pc:docMk/>
            <pc:sldMk cId="4069193501" sldId="444"/>
            <ac:spMk id="5" creationId="{0E733938-CB63-46C2-9237-16E6BFD5AE28}"/>
          </ac:spMkLst>
        </pc:spChg>
        <pc:picChg chg="mod">
          <ac:chgData name="Beets, Simone (Dr) (Summerstrand Campus South)" userId="a9ed24f3-f7e1-440a-a32f-a1285e0bd405" providerId="ADAL" clId="{476249B4-541C-4687-9865-C91FC9520879}" dt="2026-08-16T13:48:42.338" v="28" actId="14100"/>
          <ac:picMkLst>
            <pc:docMk/>
            <pc:sldMk cId="4069193501" sldId="444"/>
            <ac:picMk id="4" creationId="{90CA4929-1295-4F19-A7A4-DE8DC0396274}"/>
          </ac:picMkLst>
        </pc:picChg>
      </pc:sldChg>
      <pc:sldChg chg="add">
        <pc:chgData name="Beets, Simone (Dr) (Summerstrand Campus South)" userId="a9ed24f3-f7e1-440a-a32f-a1285e0bd405" providerId="ADAL" clId="{476249B4-541C-4687-9865-C91FC9520879}" dt="2026-08-16T14:31:27.390" v="37" actId="2890"/>
        <pc:sldMkLst>
          <pc:docMk/>
          <pc:sldMk cId="358207834" sldId="445"/>
        </pc:sldMkLst>
      </pc:sldChg>
      <pc:sldChg chg="modSp add mod modAnim modNotesTx">
        <pc:chgData name="Beets, Simone (Dr) (Summerstrand Campus South)" userId="a9ed24f3-f7e1-440a-a32f-a1285e0bd405" providerId="ADAL" clId="{476249B4-541C-4687-9865-C91FC9520879}" dt="2026-08-16T20:30:43.470" v="197" actId="403"/>
        <pc:sldMkLst>
          <pc:docMk/>
          <pc:sldMk cId="4188038920" sldId="446"/>
        </pc:sldMkLst>
        <pc:spChg chg="mod">
          <ac:chgData name="Beets, Simone (Dr) (Summerstrand Campus South)" userId="a9ed24f3-f7e1-440a-a32f-a1285e0bd405" providerId="ADAL" clId="{476249B4-541C-4687-9865-C91FC9520879}" dt="2026-08-16T20:30:43.470" v="197" actId="403"/>
          <ac:spMkLst>
            <pc:docMk/>
            <pc:sldMk cId="4188038920" sldId="446"/>
            <ac:spMk id="2" creationId="{BCA5A014-4B8B-0A33-ABB5-D4F80EB980CC}"/>
          </ac:spMkLst>
        </pc:spChg>
        <pc:spChg chg="mod">
          <ac:chgData name="Beets, Simone (Dr) (Summerstrand Campus South)" userId="a9ed24f3-f7e1-440a-a32f-a1285e0bd405" providerId="ADAL" clId="{476249B4-541C-4687-9865-C91FC9520879}" dt="2026-08-16T20:27:17.238" v="147" actId="20577"/>
          <ac:spMkLst>
            <pc:docMk/>
            <pc:sldMk cId="4188038920" sldId="446"/>
            <ac:spMk id="3" creationId="{2D7CFFAC-EAEC-A4A5-23FB-B3200E4B3C34}"/>
          </ac:spMkLst>
        </pc:spChg>
      </pc:sldChg>
      <pc:sldChg chg="add">
        <pc:chgData name="Beets, Simone (Dr) (Summerstrand Campus South)" userId="a9ed24f3-f7e1-440a-a32f-a1285e0bd405" providerId="ADAL" clId="{476249B4-541C-4687-9865-C91FC9520879}" dt="2026-08-16T20:26:48.942" v="131" actId="2890"/>
        <pc:sldMkLst>
          <pc:docMk/>
          <pc:sldMk cId="1813251589" sldId="447"/>
        </pc:sldMkLst>
      </pc:sldChg>
      <pc:sldChg chg="addSp delSp modSp add mod modAnim modNotesTx">
        <pc:chgData name="Beets, Simone (Dr) (Summerstrand Campus South)" userId="a9ed24f3-f7e1-440a-a32f-a1285e0bd405" providerId="ADAL" clId="{476249B4-541C-4687-9865-C91FC9520879}" dt="2026-08-16T20:38:44.655" v="329" actId="6549"/>
        <pc:sldMkLst>
          <pc:docMk/>
          <pc:sldMk cId="4043880520" sldId="448"/>
        </pc:sldMkLst>
        <pc:spChg chg="mod">
          <ac:chgData name="Beets, Simone (Dr) (Summerstrand Campus South)" userId="a9ed24f3-f7e1-440a-a32f-a1285e0bd405" providerId="ADAL" clId="{476249B4-541C-4687-9865-C91FC9520879}" dt="2026-08-16T20:33:16.221" v="234" actId="2711"/>
          <ac:spMkLst>
            <pc:docMk/>
            <pc:sldMk cId="4043880520" sldId="448"/>
            <ac:spMk id="2" creationId="{BCA5A014-4B8B-0A33-ABB5-D4F80EB980CC}"/>
          </ac:spMkLst>
        </pc:spChg>
        <pc:spChg chg="mod">
          <ac:chgData name="Beets, Simone (Dr) (Summerstrand Campus South)" userId="a9ed24f3-f7e1-440a-a32f-a1285e0bd405" providerId="ADAL" clId="{476249B4-541C-4687-9865-C91FC9520879}" dt="2026-08-16T20:29:51.868" v="192" actId="404"/>
          <ac:spMkLst>
            <pc:docMk/>
            <pc:sldMk cId="4043880520" sldId="448"/>
            <ac:spMk id="3" creationId="{2D7CFFAC-EAEC-A4A5-23FB-B3200E4B3C34}"/>
          </ac:spMkLst>
        </pc:spChg>
        <pc:spChg chg="add mod">
          <ac:chgData name="Beets, Simone (Dr) (Summerstrand Campus South)" userId="a9ed24f3-f7e1-440a-a32f-a1285e0bd405" providerId="ADAL" clId="{476249B4-541C-4687-9865-C91FC9520879}" dt="2026-08-16T20:32:59.199" v="228" actId="164"/>
          <ac:spMkLst>
            <pc:docMk/>
            <pc:sldMk cId="4043880520" sldId="448"/>
            <ac:spMk id="6" creationId="{375F3536-5B35-E2D5-FEE9-6008619FB4B7}"/>
          </ac:spMkLst>
        </pc:spChg>
        <pc:spChg chg="add del">
          <ac:chgData name="Beets, Simone (Dr) (Summerstrand Campus South)" userId="a9ed24f3-f7e1-440a-a32f-a1285e0bd405" providerId="ADAL" clId="{476249B4-541C-4687-9865-C91FC9520879}" dt="2026-08-16T20:31:39.500" v="212" actId="22"/>
          <ac:spMkLst>
            <pc:docMk/>
            <pc:sldMk cId="4043880520" sldId="448"/>
            <ac:spMk id="8" creationId="{5792E97A-88CD-F912-CAD6-A3A1AFE0F3AE}"/>
          </ac:spMkLst>
        </pc:spChg>
        <pc:spChg chg="add mod">
          <ac:chgData name="Beets, Simone (Dr) (Summerstrand Campus South)" userId="a9ed24f3-f7e1-440a-a32f-a1285e0bd405" providerId="ADAL" clId="{476249B4-541C-4687-9865-C91FC9520879}" dt="2026-08-16T20:32:53.008" v="227" actId="1076"/>
          <ac:spMkLst>
            <pc:docMk/>
            <pc:sldMk cId="4043880520" sldId="448"/>
            <ac:spMk id="10" creationId="{9A44A61A-A406-AB52-A479-B70918452D3A}"/>
          </ac:spMkLst>
        </pc:spChg>
        <pc:spChg chg="add mod ord">
          <ac:chgData name="Beets, Simone (Dr) (Summerstrand Campus South)" userId="a9ed24f3-f7e1-440a-a32f-a1285e0bd405" providerId="ADAL" clId="{476249B4-541C-4687-9865-C91FC9520879}" dt="2026-08-16T20:32:59.199" v="228" actId="164"/>
          <ac:spMkLst>
            <pc:docMk/>
            <pc:sldMk cId="4043880520" sldId="448"/>
            <ac:spMk id="11" creationId="{650BD850-5970-5352-E385-E61395895AE2}"/>
          </ac:spMkLst>
        </pc:spChg>
        <pc:grpChg chg="add mod">
          <ac:chgData name="Beets, Simone (Dr) (Summerstrand Campus South)" userId="a9ed24f3-f7e1-440a-a32f-a1285e0bd405" providerId="ADAL" clId="{476249B4-541C-4687-9865-C91FC9520879}" dt="2026-08-16T20:33:01.432" v="232" actId="1036"/>
          <ac:grpSpMkLst>
            <pc:docMk/>
            <pc:sldMk cId="4043880520" sldId="448"/>
            <ac:grpSpMk id="12" creationId="{72598DA5-89EB-65BB-06A8-0A03FE7D0C50}"/>
          </ac:grpSpMkLst>
        </pc:grpChg>
      </pc:sldChg>
      <pc:sldChg chg="modSp add mod ord modAnim modNotesTx">
        <pc:chgData name="Beets, Simone (Dr) (Summerstrand Campus South)" userId="a9ed24f3-f7e1-440a-a32f-a1285e0bd405" providerId="ADAL" clId="{476249B4-541C-4687-9865-C91FC9520879}" dt="2026-08-16T20:39:30.547" v="330" actId="20577"/>
        <pc:sldMkLst>
          <pc:docMk/>
          <pc:sldMk cId="3517420968" sldId="449"/>
        </pc:sldMkLst>
        <pc:spChg chg="mod">
          <ac:chgData name="Beets, Simone (Dr) (Summerstrand Campus South)" userId="a9ed24f3-f7e1-440a-a32f-a1285e0bd405" providerId="ADAL" clId="{476249B4-541C-4687-9865-C91FC9520879}" dt="2026-08-16T20:34:42.194" v="276" actId="6549"/>
          <ac:spMkLst>
            <pc:docMk/>
            <pc:sldMk cId="3517420968" sldId="449"/>
            <ac:spMk id="2" creationId="{BCA5A014-4B8B-0A33-ABB5-D4F80EB980CC}"/>
          </ac:spMkLst>
        </pc:spChg>
        <pc:spChg chg="mod">
          <ac:chgData name="Beets, Simone (Dr) (Summerstrand Campus South)" userId="a9ed24f3-f7e1-440a-a32f-a1285e0bd405" providerId="ADAL" clId="{476249B4-541C-4687-9865-C91FC9520879}" dt="2026-08-16T20:34:08.758" v="265" actId="6549"/>
          <ac:spMkLst>
            <pc:docMk/>
            <pc:sldMk cId="3517420968" sldId="449"/>
            <ac:spMk id="3" creationId="{2D7CFFAC-EAEC-A4A5-23FB-B3200E4B3C34}"/>
          </ac:spMkLst>
        </pc:spChg>
      </pc:sldChg>
      <pc:sldChg chg="modSp add mod modAnim modNotesTx">
        <pc:chgData name="Beets, Simone (Dr) (Summerstrand Campus South)" userId="a9ed24f3-f7e1-440a-a32f-a1285e0bd405" providerId="ADAL" clId="{476249B4-541C-4687-9865-C91FC9520879}" dt="2026-08-16T20:58:44.361" v="568" actId="14100"/>
        <pc:sldMkLst>
          <pc:docMk/>
          <pc:sldMk cId="2646852854" sldId="450"/>
        </pc:sldMkLst>
        <pc:spChg chg="mod">
          <ac:chgData name="Beets, Simone (Dr) (Summerstrand Campus South)" userId="a9ed24f3-f7e1-440a-a32f-a1285e0bd405" providerId="ADAL" clId="{476249B4-541C-4687-9865-C91FC9520879}" dt="2026-08-16T20:58:44.361" v="568" actId="14100"/>
          <ac:spMkLst>
            <pc:docMk/>
            <pc:sldMk cId="2646852854" sldId="450"/>
            <ac:spMk id="2" creationId="{BCA5A014-4B8B-0A33-ABB5-D4F80EB980CC}"/>
          </ac:spMkLst>
        </pc:spChg>
        <pc:spChg chg="mod">
          <ac:chgData name="Beets, Simone (Dr) (Summerstrand Campus South)" userId="a9ed24f3-f7e1-440a-a32f-a1285e0bd405" providerId="ADAL" clId="{476249B4-541C-4687-9865-C91FC9520879}" dt="2026-08-16T20:35:10.530" v="280" actId="20577"/>
          <ac:spMkLst>
            <pc:docMk/>
            <pc:sldMk cId="2646852854" sldId="450"/>
            <ac:spMk id="3" creationId="{2D7CFFAC-EAEC-A4A5-23FB-B3200E4B3C34}"/>
          </ac:spMkLst>
        </pc:spChg>
      </pc:sldChg>
      <pc:sldChg chg="addSp delSp modSp add mod modAnim modNotesTx">
        <pc:chgData name="Beets, Simone (Dr) (Summerstrand Campus South)" userId="a9ed24f3-f7e1-440a-a32f-a1285e0bd405" providerId="ADAL" clId="{476249B4-541C-4687-9865-C91FC9520879}" dt="2026-08-16T20:40:10.502" v="331" actId="20577"/>
        <pc:sldMkLst>
          <pc:docMk/>
          <pc:sldMk cId="745874327" sldId="451"/>
        </pc:sldMkLst>
        <pc:spChg chg="del">
          <ac:chgData name="Beets, Simone (Dr) (Summerstrand Campus South)" userId="a9ed24f3-f7e1-440a-a32f-a1285e0bd405" providerId="ADAL" clId="{476249B4-541C-4687-9865-C91FC9520879}" dt="2026-08-16T20:36:44.038" v="310" actId="478"/>
          <ac:spMkLst>
            <pc:docMk/>
            <pc:sldMk cId="745874327" sldId="451"/>
            <ac:spMk id="2" creationId="{BCA5A014-4B8B-0A33-ABB5-D4F80EB980CC}"/>
          </ac:spMkLst>
        </pc:spChg>
        <pc:spChg chg="mod">
          <ac:chgData name="Beets, Simone (Dr) (Summerstrand Campus South)" userId="a9ed24f3-f7e1-440a-a32f-a1285e0bd405" providerId="ADAL" clId="{476249B4-541C-4687-9865-C91FC9520879}" dt="2026-08-16T20:36:33.014" v="309" actId="20577"/>
          <ac:spMkLst>
            <pc:docMk/>
            <pc:sldMk cId="745874327" sldId="451"/>
            <ac:spMk id="3" creationId="{2D7CFFAC-EAEC-A4A5-23FB-B3200E4B3C34}"/>
          </ac:spMkLst>
        </pc:spChg>
        <pc:spChg chg="add del mod">
          <ac:chgData name="Beets, Simone (Dr) (Summerstrand Campus South)" userId="a9ed24f3-f7e1-440a-a32f-a1285e0bd405" providerId="ADAL" clId="{476249B4-541C-4687-9865-C91FC9520879}" dt="2026-08-16T20:36:49.663" v="313" actId="478"/>
          <ac:spMkLst>
            <pc:docMk/>
            <pc:sldMk cId="745874327" sldId="451"/>
            <ac:spMk id="5" creationId="{40411690-295E-BFD1-BCDD-AF2D94549296}"/>
          </ac:spMkLst>
        </pc:spChg>
        <pc:spChg chg="add mod">
          <ac:chgData name="Beets, Simone (Dr) (Summerstrand Campus South)" userId="a9ed24f3-f7e1-440a-a32f-a1285e0bd405" providerId="ADAL" clId="{476249B4-541C-4687-9865-C91FC9520879}" dt="2026-08-16T20:36:48.339" v="312"/>
          <ac:spMkLst>
            <pc:docMk/>
            <pc:sldMk cId="745874327" sldId="451"/>
            <ac:spMk id="6" creationId="{92D0CBF4-639E-9380-6554-CE38E52B21CB}"/>
          </ac:spMkLst>
        </pc:spChg>
        <pc:spChg chg="add mod">
          <ac:chgData name="Beets, Simone (Dr) (Summerstrand Campus South)" userId="a9ed24f3-f7e1-440a-a32f-a1285e0bd405" providerId="ADAL" clId="{476249B4-541C-4687-9865-C91FC9520879}" dt="2026-08-16T20:40:10.502" v="331" actId="20577"/>
          <ac:spMkLst>
            <pc:docMk/>
            <pc:sldMk cId="745874327" sldId="451"/>
            <ac:spMk id="7" creationId="{816FBDE0-CD58-CA03-9972-52771F5DDFAC}"/>
          </ac:spMkLst>
        </pc:spChg>
      </pc:sldChg>
      <pc:sldChg chg="add del ord">
        <pc:chgData name="Beets, Simone (Dr) (Summerstrand Campus South)" userId="a9ed24f3-f7e1-440a-a32f-a1285e0bd405" providerId="ADAL" clId="{476249B4-541C-4687-9865-C91FC9520879}" dt="2026-08-16T21:02:17.514" v="570" actId="47"/>
        <pc:sldMkLst>
          <pc:docMk/>
          <pc:sldMk cId="1145837890" sldId="452"/>
        </pc:sldMkLst>
      </pc:sldChg>
    </pc:docChg>
  </pc:docChgLst>
  <pc:docChgLst>
    <pc:chgData name="Simone Beets" userId="5adb261a4dd6137b" providerId="LiveId" clId="{737403A7-CBCD-479B-BA12-77557D72448E}"/>
    <pc:docChg chg="undo custSel addSld delSld modSld sldOrd">
      <pc:chgData name="Simone Beets" userId="5adb261a4dd6137b" providerId="LiveId" clId="{737403A7-CBCD-479B-BA12-77557D72448E}" dt="2025-02-25T08:23:09.708" v="5143" actId="6549"/>
      <pc:docMkLst>
        <pc:docMk/>
      </pc:docMkLst>
      <pc:sldChg chg="delSp modSp mod ord modNotesTx">
        <pc:chgData name="Simone Beets" userId="5adb261a4dd6137b" providerId="LiveId" clId="{737403A7-CBCD-479B-BA12-77557D72448E}" dt="2025-02-24T08:11:07.535" v="5130" actId="478"/>
        <pc:sldMkLst>
          <pc:docMk/>
          <pc:sldMk cId="0" sldId="257"/>
        </pc:sldMkLst>
        <pc:spChg chg="mod">
          <ac:chgData name="Simone Beets" userId="5adb261a4dd6137b" providerId="LiveId" clId="{737403A7-CBCD-479B-BA12-77557D72448E}" dt="2025-02-23T19:48:43.588" v="340" actId="20577"/>
          <ac:spMkLst>
            <pc:docMk/>
            <pc:sldMk cId="0" sldId="257"/>
            <ac:spMk id="20482" creationId="{B22372D1-C1BC-8D02-5DE2-06417E4194EE}"/>
          </ac:spMkLst>
        </pc:spChg>
      </pc:sldChg>
      <pc:sldChg chg="del">
        <pc:chgData name="Simone Beets" userId="5adb261a4dd6137b" providerId="LiveId" clId="{737403A7-CBCD-479B-BA12-77557D72448E}" dt="2025-02-23T20:51:18.554" v="3509" actId="47"/>
        <pc:sldMkLst>
          <pc:docMk/>
          <pc:sldMk cId="0" sldId="258"/>
        </pc:sldMkLst>
      </pc:sldChg>
      <pc:sldChg chg="del">
        <pc:chgData name="Simone Beets" userId="5adb261a4dd6137b" providerId="LiveId" clId="{737403A7-CBCD-479B-BA12-77557D72448E}" dt="2025-02-23T20:50:45.434" v="3499" actId="47"/>
        <pc:sldMkLst>
          <pc:docMk/>
          <pc:sldMk cId="0" sldId="267"/>
        </pc:sldMkLst>
      </pc:sldChg>
      <pc:sldChg chg="modSp mod">
        <pc:chgData name="Simone Beets" userId="5adb261a4dd6137b" providerId="LiveId" clId="{737403A7-CBCD-479B-BA12-77557D72448E}" dt="2025-02-23T19:44:28.298" v="50" actId="20577"/>
        <pc:sldMkLst>
          <pc:docMk/>
          <pc:sldMk cId="0" sldId="271"/>
        </pc:sldMkLst>
        <pc:spChg chg="mod">
          <ac:chgData name="Simone Beets" userId="5adb261a4dd6137b" providerId="LiveId" clId="{737403A7-CBCD-479B-BA12-77557D72448E}" dt="2025-02-23T19:44:28.298" v="50" actId="20577"/>
          <ac:spMkLst>
            <pc:docMk/>
            <pc:sldMk cId="0" sldId="271"/>
            <ac:spMk id="17411" creationId="{25B10FB9-A15F-F8CA-E0F3-B4914ABDDFA6}"/>
          </ac:spMkLst>
        </pc:spChg>
      </pc:sldChg>
      <pc:sldChg chg="addSp delSp modSp del mod">
        <pc:chgData name="Simone Beets" userId="5adb261a4dd6137b" providerId="LiveId" clId="{737403A7-CBCD-479B-BA12-77557D72448E}" dt="2025-02-23T20:54:00.747" v="3656" actId="2696"/>
        <pc:sldMkLst>
          <pc:docMk/>
          <pc:sldMk cId="0" sldId="272"/>
        </pc:sldMkLst>
      </pc:sldChg>
      <pc:sldChg chg="del">
        <pc:chgData name="Simone Beets" userId="5adb261a4dd6137b" providerId="LiveId" clId="{737403A7-CBCD-479B-BA12-77557D72448E}" dt="2025-02-23T20:46:22.389" v="3388" actId="47"/>
        <pc:sldMkLst>
          <pc:docMk/>
          <pc:sldMk cId="0" sldId="273"/>
        </pc:sldMkLst>
      </pc:sldChg>
      <pc:sldChg chg="addSp delSp modSp mod ord modTransition modNotesTx">
        <pc:chgData name="Simone Beets" userId="5adb261a4dd6137b" providerId="LiveId" clId="{737403A7-CBCD-479B-BA12-77557D72448E}" dt="2025-02-23T22:06:24.558" v="5023" actId="20577"/>
        <pc:sldMkLst>
          <pc:docMk/>
          <pc:sldMk cId="0" sldId="274"/>
        </pc:sldMkLst>
      </pc:sldChg>
      <pc:sldChg chg="del">
        <pc:chgData name="Simone Beets" userId="5adb261a4dd6137b" providerId="LiveId" clId="{737403A7-CBCD-479B-BA12-77557D72448E}" dt="2025-02-23T20:46:24.091" v="3389" actId="47"/>
        <pc:sldMkLst>
          <pc:docMk/>
          <pc:sldMk cId="0" sldId="275"/>
        </pc:sldMkLst>
      </pc:sldChg>
      <pc:sldChg chg="modSp mod">
        <pc:chgData name="Simone Beets" userId="5adb261a4dd6137b" providerId="LiveId" clId="{737403A7-CBCD-479B-BA12-77557D72448E}" dt="2025-02-23T21:44:55.874" v="4929" actId="15"/>
        <pc:sldMkLst>
          <pc:docMk/>
          <pc:sldMk cId="0" sldId="276"/>
        </pc:sldMkLst>
      </pc:sldChg>
      <pc:sldChg chg="modSp mod">
        <pc:chgData name="Simone Beets" userId="5adb261a4dd6137b" providerId="LiveId" clId="{737403A7-CBCD-479B-BA12-77557D72448E}" dt="2025-02-24T08:10:47.210" v="5127"/>
        <pc:sldMkLst>
          <pc:docMk/>
          <pc:sldMk cId="0" sldId="277"/>
        </pc:sldMkLst>
      </pc:sldChg>
      <pc:sldChg chg="del">
        <pc:chgData name="Simone Beets" userId="5adb261a4dd6137b" providerId="LiveId" clId="{737403A7-CBCD-479B-BA12-77557D72448E}" dt="2025-02-23T20:51:05.557" v="3506" actId="47"/>
        <pc:sldMkLst>
          <pc:docMk/>
          <pc:sldMk cId="0" sldId="278"/>
        </pc:sldMkLst>
      </pc:sldChg>
      <pc:sldChg chg="del">
        <pc:chgData name="Simone Beets" userId="5adb261a4dd6137b" providerId="LiveId" clId="{737403A7-CBCD-479B-BA12-77557D72448E}" dt="2025-02-23T20:50:47.073" v="3500" actId="47"/>
        <pc:sldMkLst>
          <pc:docMk/>
          <pc:sldMk cId="0" sldId="280"/>
        </pc:sldMkLst>
      </pc:sldChg>
      <pc:sldChg chg="del">
        <pc:chgData name="Simone Beets" userId="5adb261a4dd6137b" providerId="LiveId" clId="{737403A7-CBCD-479B-BA12-77557D72448E}" dt="2025-02-23T20:50:47.694" v="3501" actId="47"/>
        <pc:sldMkLst>
          <pc:docMk/>
          <pc:sldMk cId="0" sldId="281"/>
        </pc:sldMkLst>
      </pc:sldChg>
      <pc:sldChg chg="del">
        <pc:chgData name="Simone Beets" userId="5adb261a4dd6137b" providerId="LiveId" clId="{737403A7-CBCD-479B-BA12-77557D72448E}" dt="2025-02-23T20:50:54.496" v="3502" actId="47"/>
        <pc:sldMkLst>
          <pc:docMk/>
          <pc:sldMk cId="0" sldId="282"/>
        </pc:sldMkLst>
      </pc:sldChg>
      <pc:sldChg chg="del">
        <pc:chgData name="Simone Beets" userId="5adb261a4dd6137b" providerId="LiveId" clId="{737403A7-CBCD-479B-BA12-77557D72448E}" dt="2025-02-23T20:51:00.268" v="3503" actId="47"/>
        <pc:sldMkLst>
          <pc:docMk/>
          <pc:sldMk cId="0" sldId="283"/>
        </pc:sldMkLst>
      </pc:sldChg>
      <pc:sldChg chg="del">
        <pc:chgData name="Simone Beets" userId="5adb261a4dd6137b" providerId="LiveId" clId="{737403A7-CBCD-479B-BA12-77557D72448E}" dt="2025-02-23T20:51:04.504" v="3505" actId="47"/>
        <pc:sldMkLst>
          <pc:docMk/>
          <pc:sldMk cId="0" sldId="284"/>
        </pc:sldMkLst>
      </pc:sldChg>
      <pc:sldChg chg="del">
        <pc:chgData name="Simone Beets" userId="5adb261a4dd6137b" providerId="LiveId" clId="{737403A7-CBCD-479B-BA12-77557D72448E}" dt="2025-02-23T20:51:15.542" v="3507" actId="47"/>
        <pc:sldMkLst>
          <pc:docMk/>
          <pc:sldMk cId="0" sldId="285"/>
        </pc:sldMkLst>
      </pc:sldChg>
      <pc:sldChg chg="del">
        <pc:chgData name="Simone Beets" userId="5adb261a4dd6137b" providerId="LiveId" clId="{737403A7-CBCD-479B-BA12-77557D72448E}" dt="2025-02-23T20:51:19.628" v="3510" actId="47"/>
        <pc:sldMkLst>
          <pc:docMk/>
          <pc:sldMk cId="0" sldId="286"/>
        </pc:sldMkLst>
      </pc:sldChg>
      <pc:sldChg chg="del">
        <pc:chgData name="Simone Beets" userId="5adb261a4dd6137b" providerId="LiveId" clId="{737403A7-CBCD-479B-BA12-77557D72448E}" dt="2025-02-23T20:51:17.251" v="3508" actId="47"/>
        <pc:sldMkLst>
          <pc:docMk/>
          <pc:sldMk cId="0" sldId="287"/>
        </pc:sldMkLst>
      </pc:sldChg>
      <pc:sldChg chg="del">
        <pc:chgData name="Simone Beets" userId="5adb261a4dd6137b" providerId="LiveId" clId="{737403A7-CBCD-479B-BA12-77557D72448E}" dt="2025-02-23T20:51:24.649" v="3515" actId="47"/>
        <pc:sldMkLst>
          <pc:docMk/>
          <pc:sldMk cId="0" sldId="289"/>
        </pc:sldMkLst>
      </pc:sldChg>
      <pc:sldChg chg="del">
        <pc:chgData name="Simone Beets" userId="5adb261a4dd6137b" providerId="LiveId" clId="{737403A7-CBCD-479B-BA12-77557D72448E}" dt="2025-02-23T20:51:21.360" v="3512" actId="47"/>
        <pc:sldMkLst>
          <pc:docMk/>
          <pc:sldMk cId="0" sldId="290"/>
        </pc:sldMkLst>
      </pc:sldChg>
      <pc:sldChg chg="del">
        <pc:chgData name="Simone Beets" userId="5adb261a4dd6137b" providerId="LiveId" clId="{737403A7-CBCD-479B-BA12-77557D72448E}" dt="2025-02-23T20:51:20.530" v="3511" actId="47"/>
        <pc:sldMkLst>
          <pc:docMk/>
          <pc:sldMk cId="0" sldId="291"/>
        </pc:sldMkLst>
      </pc:sldChg>
      <pc:sldChg chg="del">
        <pc:chgData name="Simone Beets" userId="5adb261a4dd6137b" providerId="LiveId" clId="{737403A7-CBCD-479B-BA12-77557D72448E}" dt="2025-02-23T20:51:22.551" v="3513" actId="47"/>
        <pc:sldMkLst>
          <pc:docMk/>
          <pc:sldMk cId="0" sldId="292"/>
        </pc:sldMkLst>
      </pc:sldChg>
      <pc:sldChg chg="del">
        <pc:chgData name="Simone Beets" userId="5adb261a4dd6137b" providerId="LiveId" clId="{737403A7-CBCD-479B-BA12-77557D72448E}" dt="2025-02-23T20:51:23.729" v="3514" actId="47"/>
        <pc:sldMkLst>
          <pc:docMk/>
          <pc:sldMk cId="0" sldId="293"/>
        </pc:sldMkLst>
      </pc:sldChg>
      <pc:sldChg chg="del">
        <pc:chgData name="Simone Beets" userId="5adb261a4dd6137b" providerId="LiveId" clId="{737403A7-CBCD-479B-BA12-77557D72448E}" dt="2025-02-23T20:51:25.272" v="3516" actId="47"/>
        <pc:sldMkLst>
          <pc:docMk/>
          <pc:sldMk cId="0" sldId="294"/>
        </pc:sldMkLst>
      </pc:sldChg>
      <pc:sldChg chg="del">
        <pc:chgData name="Simone Beets" userId="5adb261a4dd6137b" providerId="LiveId" clId="{737403A7-CBCD-479B-BA12-77557D72448E}" dt="2025-02-23T20:51:26.690" v="3518" actId="47"/>
        <pc:sldMkLst>
          <pc:docMk/>
          <pc:sldMk cId="0" sldId="295"/>
        </pc:sldMkLst>
      </pc:sldChg>
      <pc:sldChg chg="del">
        <pc:chgData name="Simone Beets" userId="5adb261a4dd6137b" providerId="LiveId" clId="{737403A7-CBCD-479B-BA12-77557D72448E}" dt="2025-02-23T20:51:27.506" v="3519" actId="47"/>
        <pc:sldMkLst>
          <pc:docMk/>
          <pc:sldMk cId="0" sldId="296"/>
        </pc:sldMkLst>
      </pc:sldChg>
      <pc:sldChg chg="del">
        <pc:chgData name="Simone Beets" userId="5adb261a4dd6137b" providerId="LiveId" clId="{737403A7-CBCD-479B-BA12-77557D72448E}" dt="2025-02-23T20:51:28.018" v="3520" actId="47"/>
        <pc:sldMkLst>
          <pc:docMk/>
          <pc:sldMk cId="0" sldId="297"/>
        </pc:sldMkLst>
      </pc:sldChg>
      <pc:sldChg chg="del">
        <pc:chgData name="Simone Beets" userId="5adb261a4dd6137b" providerId="LiveId" clId="{737403A7-CBCD-479B-BA12-77557D72448E}" dt="2025-02-23T20:51:29.508" v="3521" actId="47"/>
        <pc:sldMkLst>
          <pc:docMk/>
          <pc:sldMk cId="0" sldId="298"/>
        </pc:sldMkLst>
      </pc:sldChg>
      <pc:sldChg chg="del">
        <pc:chgData name="Simone Beets" userId="5adb261a4dd6137b" providerId="LiveId" clId="{737403A7-CBCD-479B-BA12-77557D72448E}" dt="2025-02-23T20:51:30.775" v="3522" actId="47"/>
        <pc:sldMkLst>
          <pc:docMk/>
          <pc:sldMk cId="0" sldId="299"/>
        </pc:sldMkLst>
      </pc:sldChg>
      <pc:sldChg chg="del">
        <pc:chgData name="Simone Beets" userId="5adb261a4dd6137b" providerId="LiveId" clId="{737403A7-CBCD-479B-BA12-77557D72448E}" dt="2025-02-23T20:51:31.281" v="3523" actId="47"/>
        <pc:sldMkLst>
          <pc:docMk/>
          <pc:sldMk cId="0" sldId="300"/>
        </pc:sldMkLst>
      </pc:sldChg>
      <pc:sldChg chg="del">
        <pc:chgData name="Simone Beets" userId="5adb261a4dd6137b" providerId="LiveId" clId="{737403A7-CBCD-479B-BA12-77557D72448E}" dt="2025-02-23T20:51:32.505" v="3524" actId="47"/>
        <pc:sldMkLst>
          <pc:docMk/>
          <pc:sldMk cId="0" sldId="301"/>
        </pc:sldMkLst>
      </pc:sldChg>
      <pc:sldChg chg="del">
        <pc:chgData name="Simone Beets" userId="5adb261a4dd6137b" providerId="LiveId" clId="{737403A7-CBCD-479B-BA12-77557D72448E}" dt="2025-02-23T20:51:33.484" v="3525" actId="47"/>
        <pc:sldMkLst>
          <pc:docMk/>
          <pc:sldMk cId="0" sldId="302"/>
        </pc:sldMkLst>
      </pc:sldChg>
      <pc:sldChg chg="del">
        <pc:chgData name="Simone Beets" userId="5adb261a4dd6137b" providerId="LiveId" clId="{737403A7-CBCD-479B-BA12-77557D72448E}" dt="2025-02-23T20:51:34.442" v="3526" actId="47"/>
        <pc:sldMkLst>
          <pc:docMk/>
          <pc:sldMk cId="0" sldId="303"/>
        </pc:sldMkLst>
      </pc:sldChg>
      <pc:sldChg chg="del">
        <pc:chgData name="Simone Beets" userId="5adb261a4dd6137b" providerId="LiveId" clId="{737403A7-CBCD-479B-BA12-77557D72448E}" dt="2025-02-23T20:51:34.922" v="3527" actId="47"/>
        <pc:sldMkLst>
          <pc:docMk/>
          <pc:sldMk cId="0" sldId="304"/>
        </pc:sldMkLst>
      </pc:sldChg>
      <pc:sldChg chg="del">
        <pc:chgData name="Simone Beets" userId="5adb261a4dd6137b" providerId="LiveId" clId="{737403A7-CBCD-479B-BA12-77557D72448E}" dt="2025-02-23T20:51:35.866" v="3528" actId="47"/>
        <pc:sldMkLst>
          <pc:docMk/>
          <pc:sldMk cId="0" sldId="305"/>
        </pc:sldMkLst>
      </pc:sldChg>
      <pc:sldChg chg="del">
        <pc:chgData name="Simone Beets" userId="5adb261a4dd6137b" providerId="LiveId" clId="{737403A7-CBCD-479B-BA12-77557D72448E}" dt="2025-02-23T20:51:36.388" v="3529" actId="47"/>
        <pc:sldMkLst>
          <pc:docMk/>
          <pc:sldMk cId="0" sldId="306"/>
        </pc:sldMkLst>
      </pc:sldChg>
      <pc:sldChg chg="del">
        <pc:chgData name="Simone Beets" userId="5adb261a4dd6137b" providerId="LiveId" clId="{737403A7-CBCD-479B-BA12-77557D72448E}" dt="2025-02-23T20:51:37.321" v="3530" actId="47"/>
        <pc:sldMkLst>
          <pc:docMk/>
          <pc:sldMk cId="0" sldId="307"/>
        </pc:sldMkLst>
      </pc:sldChg>
      <pc:sldChg chg="del">
        <pc:chgData name="Simone Beets" userId="5adb261a4dd6137b" providerId="LiveId" clId="{737403A7-CBCD-479B-BA12-77557D72448E}" dt="2025-02-23T20:51:37.763" v="3531" actId="47"/>
        <pc:sldMkLst>
          <pc:docMk/>
          <pc:sldMk cId="0" sldId="308"/>
        </pc:sldMkLst>
      </pc:sldChg>
      <pc:sldChg chg="del">
        <pc:chgData name="Simone Beets" userId="5adb261a4dd6137b" providerId="LiveId" clId="{737403A7-CBCD-479B-BA12-77557D72448E}" dt="2025-02-23T20:51:38.954" v="3532" actId="47"/>
        <pc:sldMkLst>
          <pc:docMk/>
          <pc:sldMk cId="0" sldId="309"/>
        </pc:sldMkLst>
      </pc:sldChg>
      <pc:sldChg chg="del">
        <pc:chgData name="Simone Beets" userId="5adb261a4dd6137b" providerId="LiveId" clId="{737403A7-CBCD-479B-BA12-77557D72448E}" dt="2025-02-23T20:51:39.284" v="3533" actId="47"/>
        <pc:sldMkLst>
          <pc:docMk/>
          <pc:sldMk cId="0" sldId="310"/>
        </pc:sldMkLst>
      </pc:sldChg>
      <pc:sldChg chg="del">
        <pc:chgData name="Simone Beets" userId="5adb261a4dd6137b" providerId="LiveId" clId="{737403A7-CBCD-479B-BA12-77557D72448E}" dt="2025-02-23T20:51:41.146" v="3535" actId="47"/>
        <pc:sldMkLst>
          <pc:docMk/>
          <pc:sldMk cId="0" sldId="311"/>
        </pc:sldMkLst>
      </pc:sldChg>
      <pc:sldChg chg="del">
        <pc:chgData name="Simone Beets" userId="5adb261a4dd6137b" providerId="LiveId" clId="{737403A7-CBCD-479B-BA12-77557D72448E}" dt="2025-02-23T20:51:42.219" v="3536" actId="47"/>
        <pc:sldMkLst>
          <pc:docMk/>
          <pc:sldMk cId="0" sldId="313"/>
        </pc:sldMkLst>
      </pc:sldChg>
      <pc:sldChg chg="del">
        <pc:chgData name="Simone Beets" userId="5adb261a4dd6137b" providerId="LiveId" clId="{737403A7-CBCD-479B-BA12-77557D72448E}" dt="2025-02-23T20:51:40.498" v="3534" actId="47"/>
        <pc:sldMkLst>
          <pc:docMk/>
          <pc:sldMk cId="0" sldId="314"/>
        </pc:sldMkLst>
      </pc:sldChg>
      <pc:sldChg chg="del">
        <pc:chgData name="Simone Beets" userId="5adb261a4dd6137b" providerId="LiveId" clId="{737403A7-CBCD-479B-BA12-77557D72448E}" dt="2025-02-23T20:51:42.756" v="3537" actId="47"/>
        <pc:sldMkLst>
          <pc:docMk/>
          <pc:sldMk cId="0" sldId="315"/>
        </pc:sldMkLst>
      </pc:sldChg>
      <pc:sldChg chg="del">
        <pc:chgData name="Simone Beets" userId="5adb261a4dd6137b" providerId="LiveId" clId="{737403A7-CBCD-479B-BA12-77557D72448E}" dt="2025-02-23T20:51:43.974" v="3538" actId="47"/>
        <pc:sldMkLst>
          <pc:docMk/>
          <pc:sldMk cId="0" sldId="316"/>
        </pc:sldMkLst>
      </pc:sldChg>
      <pc:sldChg chg="del">
        <pc:chgData name="Simone Beets" userId="5adb261a4dd6137b" providerId="LiveId" clId="{737403A7-CBCD-479B-BA12-77557D72448E}" dt="2025-02-23T20:46:25.308" v="3390" actId="47"/>
        <pc:sldMkLst>
          <pc:docMk/>
          <pc:sldMk cId="0" sldId="317"/>
        </pc:sldMkLst>
      </pc:sldChg>
      <pc:sldChg chg="del">
        <pc:chgData name="Simone Beets" userId="5adb261a4dd6137b" providerId="LiveId" clId="{737403A7-CBCD-479B-BA12-77557D72448E}" dt="2025-02-23T20:50:44.898" v="3498" actId="47"/>
        <pc:sldMkLst>
          <pc:docMk/>
          <pc:sldMk cId="0" sldId="319"/>
        </pc:sldMkLst>
      </pc:sldChg>
      <pc:sldChg chg="del">
        <pc:chgData name="Simone Beets" userId="5adb261a4dd6137b" providerId="LiveId" clId="{737403A7-CBCD-479B-BA12-77557D72448E}" dt="2025-02-23T20:51:26.209" v="3517" actId="47"/>
        <pc:sldMkLst>
          <pc:docMk/>
          <pc:sldMk cId="0" sldId="320"/>
        </pc:sldMkLst>
      </pc:sldChg>
      <pc:sldChg chg="addSp modSp mod">
        <pc:chgData name="Simone Beets" userId="5adb261a4dd6137b" providerId="LiveId" clId="{737403A7-CBCD-479B-BA12-77557D72448E}" dt="2025-02-23T20:53:40.959" v="3655" actId="20577"/>
        <pc:sldMkLst>
          <pc:docMk/>
          <pc:sldMk cId="0" sldId="321"/>
        </pc:sldMkLst>
        <pc:spChg chg="mod">
          <ac:chgData name="Simone Beets" userId="5adb261a4dd6137b" providerId="LiveId" clId="{737403A7-CBCD-479B-BA12-77557D72448E}" dt="2025-02-23T20:53:40.959" v="3655" actId="20577"/>
          <ac:spMkLst>
            <pc:docMk/>
            <pc:sldMk cId="0" sldId="321"/>
            <ac:spMk id="81923" creationId="{5C6BFA09-EEC3-E74B-06BD-B7D47D876082}"/>
          </ac:spMkLst>
        </pc:spChg>
      </pc:sldChg>
      <pc:sldChg chg="del">
        <pc:chgData name="Simone Beets" userId="5adb261a4dd6137b" providerId="LiveId" clId="{737403A7-CBCD-479B-BA12-77557D72448E}" dt="2025-02-23T20:51:03.025" v="3504" actId="47"/>
        <pc:sldMkLst>
          <pc:docMk/>
          <pc:sldMk cId="0" sldId="322"/>
        </pc:sldMkLst>
      </pc:sldChg>
      <pc:sldChg chg="addSp delSp modSp add mod modAnim modNotesTx">
        <pc:chgData name="Simone Beets" userId="5adb261a4dd6137b" providerId="LiveId" clId="{737403A7-CBCD-479B-BA12-77557D72448E}" dt="2025-02-24T08:11:03.536" v="5128" actId="478"/>
        <pc:sldMkLst>
          <pc:docMk/>
          <pc:sldMk cId="465305782" sldId="323"/>
        </pc:sldMkLst>
        <pc:spChg chg="add mod">
          <ac:chgData name="Simone Beets" userId="5adb261a4dd6137b" providerId="LiveId" clId="{737403A7-CBCD-479B-BA12-77557D72448E}" dt="2025-02-23T19:45:57.006" v="131" actId="403"/>
          <ac:spMkLst>
            <pc:docMk/>
            <pc:sldMk cId="465305782" sldId="323"/>
            <ac:spMk id="4" creationId="{B56BFBEA-DA88-4D77-20BA-F3A5D2144C52}"/>
          </ac:spMkLst>
        </pc:spChg>
      </pc:sldChg>
      <pc:sldChg chg="addSp delSp modSp add modAnim modNotesTx">
        <pc:chgData name="Simone Beets" userId="5adb261a4dd6137b" providerId="LiveId" clId="{737403A7-CBCD-479B-BA12-77557D72448E}" dt="2025-02-24T08:11:05.903" v="5129" actId="478"/>
        <pc:sldMkLst>
          <pc:docMk/>
          <pc:sldMk cId="2369434495" sldId="324"/>
        </pc:sldMkLst>
      </pc:sldChg>
      <pc:sldChg chg="addSp delSp modSp add mod addAnim delAnim modAnim modNotesTx">
        <pc:chgData name="Simone Beets" userId="5adb261a4dd6137b" providerId="LiveId" clId="{737403A7-CBCD-479B-BA12-77557D72448E}" dt="2025-02-25T08:23:09.708" v="5143" actId="6549"/>
        <pc:sldMkLst>
          <pc:docMk/>
          <pc:sldMk cId="1526733309" sldId="325"/>
        </pc:sldMkLst>
      </pc:sldChg>
      <pc:sldChg chg="addSp delSp modSp add mod delAnim modNotesTx">
        <pc:chgData name="Simone Beets" userId="5adb261a4dd6137b" providerId="LiveId" clId="{737403A7-CBCD-479B-BA12-77557D72448E}" dt="2025-02-24T08:11:10.880" v="5132" actId="478"/>
        <pc:sldMkLst>
          <pc:docMk/>
          <pc:sldMk cId="4035415485" sldId="326"/>
        </pc:sldMkLst>
      </pc:sldChg>
      <pc:sldChg chg="delSp modSp add mod ord delAnim modNotesTx">
        <pc:chgData name="Simone Beets" userId="5adb261a4dd6137b" providerId="LiveId" clId="{737403A7-CBCD-479B-BA12-77557D72448E}" dt="2025-02-24T08:11:12.271" v="5133" actId="478"/>
        <pc:sldMkLst>
          <pc:docMk/>
          <pc:sldMk cId="349174243" sldId="327"/>
        </pc:sldMkLst>
      </pc:sldChg>
      <pc:sldChg chg="delSp modSp add mod modNotesTx">
        <pc:chgData name="Simone Beets" userId="5adb261a4dd6137b" providerId="LiveId" clId="{737403A7-CBCD-479B-BA12-77557D72448E}" dt="2025-02-24T08:11:14.575" v="5134" actId="478"/>
        <pc:sldMkLst>
          <pc:docMk/>
          <pc:sldMk cId="1334398919" sldId="328"/>
        </pc:sldMkLst>
      </pc:sldChg>
      <pc:sldChg chg="delSp modSp add mod modNotesTx">
        <pc:chgData name="Simone Beets" userId="5adb261a4dd6137b" providerId="LiveId" clId="{737403A7-CBCD-479B-BA12-77557D72448E}" dt="2025-02-24T08:11:16.622" v="5135" actId="478"/>
        <pc:sldMkLst>
          <pc:docMk/>
          <pc:sldMk cId="3603584948" sldId="329"/>
        </pc:sldMkLst>
      </pc:sldChg>
      <pc:sldChg chg="delSp modSp add mod modNotesTx">
        <pc:chgData name="Simone Beets" userId="5adb261a4dd6137b" providerId="LiveId" clId="{737403A7-CBCD-479B-BA12-77557D72448E}" dt="2025-02-24T08:11:17.983" v="5136" actId="478"/>
        <pc:sldMkLst>
          <pc:docMk/>
          <pc:sldMk cId="853854565" sldId="330"/>
        </pc:sldMkLst>
      </pc:sldChg>
      <pc:sldChg chg="delSp modSp add mod modNotesTx">
        <pc:chgData name="Simone Beets" userId="5adb261a4dd6137b" providerId="LiveId" clId="{737403A7-CBCD-479B-BA12-77557D72448E}" dt="2025-02-24T08:11:19.263" v="5137" actId="478"/>
        <pc:sldMkLst>
          <pc:docMk/>
          <pc:sldMk cId="3484037023" sldId="331"/>
        </pc:sldMkLst>
      </pc:sldChg>
      <pc:sldChg chg="delSp modSp add mod modNotesTx">
        <pc:chgData name="Simone Beets" userId="5adb261a4dd6137b" providerId="LiveId" clId="{737403A7-CBCD-479B-BA12-77557D72448E}" dt="2025-02-24T08:11:20.688" v="5138" actId="478"/>
        <pc:sldMkLst>
          <pc:docMk/>
          <pc:sldMk cId="3083429794" sldId="332"/>
        </pc:sldMkLst>
      </pc:sldChg>
      <pc:sldChg chg="addSp delSp modSp add mod addAnim delAnim modAnim modNotesTx">
        <pc:chgData name="Simone Beets" userId="5adb261a4dd6137b" providerId="LiveId" clId="{737403A7-CBCD-479B-BA12-77557D72448E}" dt="2025-02-24T08:11:23.534" v="5139" actId="478"/>
        <pc:sldMkLst>
          <pc:docMk/>
          <pc:sldMk cId="911306211" sldId="333"/>
        </pc:sldMkLst>
      </pc:sldChg>
      <pc:sldChg chg="add del">
        <pc:chgData name="Simone Beets" userId="5adb261a4dd6137b" providerId="LiveId" clId="{737403A7-CBCD-479B-BA12-77557D72448E}" dt="2025-02-23T20:46:21.811" v="3387" actId="47"/>
        <pc:sldMkLst>
          <pc:docMk/>
          <pc:sldMk cId="1424463807" sldId="334"/>
        </pc:sldMkLst>
      </pc:sldChg>
      <pc:sldChg chg="modSp add mod modTransition modNotesTx">
        <pc:chgData name="Simone Beets" userId="5adb261a4dd6137b" providerId="LiveId" clId="{737403A7-CBCD-479B-BA12-77557D72448E}" dt="2025-02-23T22:06:27.819" v="5024" actId="20577"/>
        <pc:sldMkLst>
          <pc:docMk/>
          <pc:sldMk cId="1550497282" sldId="335"/>
        </pc:sldMkLst>
      </pc:sldChg>
      <pc:sldChg chg="modSp add mod modTransition modNotesTx">
        <pc:chgData name="Simone Beets" userId="5adb261a4dd6137b" providerId="LiveId" clId="{737403A7-CBCD-479B-BA12-77557D72448E}" dt="2025-02-23T22:06:29.629" v="5025" actId="20577"/>
        <pc:sldMkLst>
          <pc:docMk/>
          <pc:sldMk cId="2128091170" sldId="336"/>
        </pc:sldMkLst>
      </pc:sldChg>
      <pc:sldChg chg="modSp add mod modTransition modNotesTx">
        <pc:chgData name="Simone Beets" userId="5adb261a4dd6137b" providerId="LiveId" clId="{737403A7-CBCD-479B-BA12-77557D72448E}" dt="2025-02-23T22:06:31.306" v="5026" actId="20577"/>
        <pc:sldMkLst>
          <pc:docMk/>
          <pc:sldMk cId="3352296232" sldId="337"/>
        </pc:sldMkLst>
      </pc:sldChg>
      <pc:sldChg chg="modSp add mod modTransition modNotesTx">
        <pc:chgData name="Simone Beets" userId="5adb261a4dd6137b" providerId="LiveId" clId="{737403A7-CBCD-479B-BA12-77557D72448E}" dt="2025-02-23T21:43:07.283" v="4926" actId="20577"/>
        <pc:sldMkLst>
          <pc:docMk/>
          <pc:sldMk cId="2679042903" sldId="338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13239D8-3F31-43CA-B1BB-B90E6373CDE4}" type="doc">
      <dgm:prSet loTypeId="urn:microsoft.com/office/officeart/2005/8/layout/hList9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ZA"/>
        </a:p>
      </dgm:t>
    </dgm:pt>
    <dgm:pt modelId="{96D6B29A-7015-4C2E-B9B2-046A6B04FACC}">
      <dgm:prSet phldrT="[Text]"/>
      <dgm:spPr>
        <a:solidFill>
          <a:schemeClr val="accent5">
            <a:lumMod val="50000"/>
          </a:schemeClr>
        </a:solidFill>
      </dgm:spPr>
      <dgm:t>
        <a:bodyPr/>
        <a:lstStyle/>
        <a:p>
          <a:r>
            <a:rPr lang="en-ZA" dirty="0"/>
            <a:t>Active</a:t>
          </a:r>
        </a:p>
      </dgm:t>
    </dgm:pt>
    <dgm:pt modelId="{FCB44A2E-DF3D-48A2-9B66-0ADC9E7D55C2}" type="parTrans" cxnId="{D8C8F000-9E66-43AA-A962-6A9DF1658819}">
      <dgm:prSet/>
      <dgm:spPr/>
      <dgm:t>
        <a:bodyPr/>
        <a:lstStyle/>
        <a:p>
          <a:endParaRPr lang="en-ZA"/>
        </a:p>
      </dgm:t>
    </dgm:pt>
    <dgm:pt modelId="{1819C4F6-BB68-4CCD-8086-47F16A7EEB19}" type="sibTrans" cxnId="{D8C8F000-9E66-43AA-A962-6A9DF1658819}">
      <dgm:prSet/>
      <dgm:spPr/>
      <dgm:t>
        <a:bodyPr/>
        <a:lstStyle/>
        <a:p>
          <a:endParaRPr lang="en-ZA"/>
        </a:p>
      </dgm:t>
    </dgm:pt>
    <dgm:pt modelId="{6B91E0FD-8E05-4A65-96F1-E8919FA1F3E9}">
      <dgm:prSet phldrT="[Text]"/>
      <dgm:spPr>
        <a:solidFill>
          <a:srgbClr val="002060">
            <a:alpha val="90000"/>
          </a:srgbClr>
        </a:solidFill>
      </dgm:spPr>
      <dgm:t>
        <a:bodyPr/>
        <a:lstStyle/>
        <a:p>
          <a:r>
            <a:rPr lang="en-ZA" dirty="0">
              <a:solidFill>
                <a:schemeClr val="bg1"/>
              </a:solidFill>
            </a:rPr>
            <a:t>At top of stack</a:t>
          </a:r>
        </a:p>
      </dgm:t>
    </dgm:pt>
    <dgm:pt modelId="{21E2AD92-C8C7-45FF-A674-7D62C3D90C13}" type="parTrans" cxnId="{94FD9A50-4A05-42A0-BE79-CDBFA65780F7}">
      <dgm:prSet/>
      <dgm:spPr/>
      <dgm:t>
        <a:bodyPr/>
        <a:lstStyle/>
        <a:p>
          <a:endParaRPr lang="en-ZA"/>
        </a:p>
      </dgm:t>
    </dgm:pt>
    <dgm:pt modelId="{A35508EC-F5EC-43B6-82E3-4EA05D279B58}" type="sibTrans" cxnId="{94FD9A50-4A05-42A0-BE79-CDBFA65780F7}">
      <dgm:prSet/>
      <dgm:spPr/>
      <dgm:t>
        <a:bodyPr/>
        <a:lstStyle/>
        <a:p>
          <a:endParaRPr lang="en-ZA"/>
        </a:p>
      </dgm:t>
    </dgm:pt>
    <dgm:pt modelId="{10EDCA44-7AD4-4F0F-9C8A-571A3F4198C3}">
      <dgm:prSet phldrT="[Text]"/>
      <dgm:spPr>
        <a:solidFill>
          <a:srgbClr val="002060">
            <a:alpha val="90000"/>
          </a:srgbClr>
        </a:solidFill>
      </dgm:spPr>
      <dgm:t>
        <a:bodyPr/>
        <a:lstStyle/>
        <a:p>
          <a:r>
            <a:rPr lang="en-ZA" dirty="0">
              <a:solidFill>
                <a:schemeClr val="bg1"/>
              </a:solidFill>
            </a:rPr>
            <a:t>Is </a:t>
          </a:r>
          <a:r>
            <a:rPr lang="en-ZA" b="1" i="1" dirty="0">
              <a:solidFill>
                <a:schemeClr val="bg1"/>
              </a:solidFill>
            </a:rPr>
            <a:t>visible, focused, foreground </a:t>
          </a:r>
          <a:r>
            <a:rPr lang="en-ZA" dirty="0">
              <a:solidFill>
                <a:schemeClr val="bg1"/>
              </a:solidFill>
            </a:rPr>
            <a:t>Activity</a:t>
          </a:r>
        </a:p>
      </dgm:t>
    </dgm:pt>
    <dgm:pt modelId="{4A0BD07E-2D29-46DD-B218-AA63D5F19218}" type="parTrans" cxnId="{C2020FA0-74C8-4128-9484-746EC0B9D519}">
      <dgm:prSet/>
      <dgm:spPr/>
      <dgm:t>
        <a:bodyPr/>
        <a:lstStyle/>
        <a:p>
          <a:endParaRPr lang="en-ZA"/>
        </a:p>
      </dgm:t>
    </dgm:pt>
    <dgm:pt modelId="{FDC4314B-A19C-4061-9172-9C28562DCB79}" type="sibTrans" cxnId="{C2020FA0-74C8-4128-9484-746EC0B9D519}">
      <dgm:prSet/>
      <dgm:spPr/>
      <dgm:t>
        <a:bodyPr/>
        <a:lstStyle/>
        <a:p>
          <a:endParaRPr lang="en-ZA"/>
        </a:p>
      </dgm:t>
    </dgm:pt>
    <dgm:pt modelId="{51BFAB57-4A1C-45E4-863C-E7F1DF010DCF}">
      <dgm:prSet phldrT="[Text]"/>
      <dgm:spPr>
        <a:solidFill>
          <a:schemeClr val="accent5">
            <a:lumMod val="50000"/>
          </a:schemeClr>
        </a:solidFill>
      </dgm:spPr>
      <dgm:t>
        <a:bodyPr/>
        <a:lstStyle/>
        <a:p>
          <a:r>
            <a:rPr lang="en-ZA" dirty="0"/>
            <a:t>Paused</a:t>
          </a:r>
        </a:p>
      </dgm:t>
    </dgm:pt>
    <dgm:pt modelId="{6E7A89B7-CD3D-4DD5-9B57-FE793E12EFBE}" type="parTrans" cxnId="{380B7026-0EDC-42AD-B276-EA7F2BCB70DC}">
      <dgm:prSet/>
      <dgm:spPr/>
      <dgm:t>
        <a:bodyPr/>
        <a:lstStyle/>
        <a:p>
          <a:endParaRPr lang="en-ZA"/>
        </a:p>
      </dgm:t>
    </dgm:pt>
    <dgm:pt modelId="{2276200E-2C42-4F80-882A-8F4CD0F4AEA4}" type="sibTrans" cxnId="{380B7026-0EDC-42AD-B276-EA7F2BCB70DC}">
      <dgm:prSet/>
      <dgm:spPr/>
      <dgm:t>
        <a:bodyPr/>
        <a:lstStyle/>
        <a:p>
          <a:endParaRPr lang="en-ZA"/>
        </a:p>
      </dgm:t>
    </dgm:pt>
    <dgm:pt modelId="{C857C09E-87ED-425A-907B-909D84FCB663}">
      <dgm:prSet phldrT="[Text]"/>
      <dgm:spPr>
        <a:solidFill>
          <a:srgbClr val="002060">
            <a:alpha val="90000"/>
          </a:srgbClr>
        </a:solidFill>
      </dgm:spPr>
      <dgm:t>
        <a:bodyPr/>
        <a:lstStyle/>
        <a:p>
          <a:r>
            <a:rPr lang="en-ZA" dirty="0">
              <a:solidFill>
                <a:schemeClr val="bg1"/>
              </a:solidFill>
            </a:rPr>
            <a:t>Normally not </a:t>
          </a:r>
          <a:r>
            <a:rPr lang="en-ZA" b="1" i="1" dirty="0">
              <a:solidFill>
                <a:schemeClr val="bg1"/>
              </a:solidFill>
            </a:rPr>
            <a:t>visible</a:t>
          </a:r>
          <a:r>
            <a:rPr lang="en-ZA" dirty="0">
              <a:solidFill>
                <a:schemeClr val="bg1"/>
              </a:solidFill>
            </a:rPr>
            <a:t>; always not </a:t>
          </a:r>
          <a:r>
            <a:rPr lang="en-ZA" b="1" i="1" dirty="0">
              <a:solidFill>
                <a:schemeClr val="bg1"/>
              </a:solidFill>
            </a:rPr>
            <a:t>focused</a:t>
          </a:r>
        </a:p>
      </dgm:t>
    </dgm:pt>
    <dgm:pt modelId="{204BB81D-6E70-4B59-B7DC-5160644485A8}" type="parTrans" cxnId="{578A6792-5140-4E2A-B89C-FEB33EA75386}">
      <dgm:prSet/>
      <dgm:spPr/>
      <dgm:t>
        <a:bodyPr/>
        <a:lstStyle/>
        <a:p>
          <a:endParaRPr lang="en-ZA"/>
        </a:p>
      </dgm:t>
    </dgm:pt>
    <dgm:pt modelId="{6CBBB9CA-60D5-4401-A0B7-5BA525F760BC}" type="sibTrans" cxnId="{578A6792-5140-4E2A-B89C-FEB33EA75386}">
      <dgm:prSet/>
      <dgm:spPr/>
      <dgm:t>
        <a:bodyPr/>
        <a:lstStyle/>
        <a:p>
          <a:endParaRPr lang="en-ZA"/>
        </a:p>
      </dgm:t>
    </dgm:pt>
    <dgm:pt modelId="{08C8E267-7586-4FEB-B382-7AF0098DC9E6}">
      <dgm:prSet phldrT="[Text]"/>
      <dgm:spPr>
        <a:solidFill>
          <a:srgbClr val="002060">
            <a:alpha val="90000"/>
          </a:srgbClr>
        </a:solidFill>
      </dgm:spPr>
      <dgm:t>
        <a:bodyPr/>
        <a:lstStyle/>
        <a:p>
          <a:r>
            <a:rPr lang="en-ZA" dirty="0">
              <a:solidFill>
                <a:schemeClr val="bg1"/>
              </a:solidFill>
            </a:rPr>
            <a:t>Treated as </a:t>
          </a:r>
          <a:r>
            <a:rPr lang="en-ZA" b="1" i="1" dirty="0">
              <a:solidFill>
                <a:schemeClr val="bg1"/>
              </a:solidFill>
            </a:rPr>
            <a:t>active</a:t>
          </a:r>
          <a:r>
            <a:rPr lang="en-ZA" dirty="0">
              <a:solidFill>
                <a:schemeClr val="bg1"/>
              </a:solidFill>
            </a:rPr>
            <a:t>, but no user input events received</a:t>
          </a:r>
        </a:p>
      </dgm:t>
    </dgm:pt>
    <dgm:pt modelId="{7F49329D-BF5C-444C-9C36-1A9D53693144}" type="parTrans" cxnId="{8233744C-FF97-4AA9-8304-9DB1409814CD}">
      <dgm:prSet/>
      <dgm:spPr/>
      <dgm:t>
        <a:bodyPr/>
        <a:lstStyle/>
        <a:p>
          <a:endParaRPr lang="en-ZA"/>
        </a:p>
      </dgm:t>
    </dgm:pt>
    <dgm:pt modelId="{D34E2C75-A698-4B04-9A84-5C9D1F37F9C4}" type="sibTrans" cxnId="{8233744C-FF97-4AA9-8304-9DB1409814CD}">
      <dgm:prSet/>
      <dgm:spPr/>
      <dgm:t>
        <a:bodyPr/>
        <a:lstStyle/>
        <a:p>
          <a:endParaRPr lang="en-ZA"/>
        </a:p>
      </dgm:t>
    </dgm:pt>
    <dgm:pt modelId="{8C6BCE94-A241-4FB6-A9F3-F858F4A0D5D1}">
      <dgm:prSet phldrT="[Text]"/>
      <dgm:spPr>
        <a:solidFill>
          <a:srgbClr val="002060">
            <a:alpha val="90000"/>
          </a:srgbClr>
        </a:solidFill>
      </dgm:spPr>
      <dgm:t>
        <a:bodyPr/>
        <a:lstStyle/>
        <a:p>
          <a:r>
            <a:rPr lang="en-ZA" dirty="0">
              <a:solidFill>
                <a:schemeClr val="bg1"/>
              </a:solidFill>
            </a:rPr>
            <a:t>Android attempts to keep alive at all costs (will rather kill Activities lower on the stack to recover resources</a:t>
          </a:r>
        </a:p>
      </dgm:t>
    </dgm:pt>
    <dgm:pt modelId="{49061CFD-17C1-4C7B-8417-3FFB956969E9}" type="parTrans" cxnId="{2C0A1DF3-5D6F-4BED-A851-158DF1CFB3E9}">
      <dgm:prSet/>
      <dgm:spPr/>
      <dgm:t>
        <a:bodyPr/>
        <a:lstStyle/>
        <a:p>
          <a:endParaRPr lang="en-ZA"/>
        </a:p>
      </dgm:t>
    </dgm:pt>
    <dgm:pt modelId="{22F52CC6-FE21-4EA6-AB7F-8F16AADED349}" type="sibTrans" cxnId="{2C0A1DF3-5D6F-4BED-A851-158DF1CFB3E9}">
      <dgm:prSet/>
      <dgm:spPr/>
      <dgm:t>
        <a:bodyPr/>
        <a:lstStyle/>
        <a:p>
          <a:endParaRPr lang="en-ZA"/>
        </a:p>
      </dgm:t>
    </dgm:pt>
    <dgm:pt modelId="{16B56A9E-D7BF-4E7F-8B20-CAACDBA0079C}">
      <dgm:prSet phldrT="[Text]"/>
      <dgm:spPr>
        <a:solidFill>
          <a:srgbClr val="002060">
            <a:alpha val="90000"/>
          </a:srgbClr>
        </a:solidFill>
      </dgm:spPr>
      <dgm:t>
        <a:bodyPr/>
        <a:lstStyle/>
        <a:p>
          <a:r>
            <a:rPr lang="en-ZA" b="1" i="1" dirty="0">
              <a:solidFill>
                <a:schemeClr val="bg1"/>
              </a:solidFill>
            </a:rPr>
            <a:t>Paused</a:t>
          </a:r>
          <a:r>
            <a:rPr lang="en-ZA" dirty="0">
              <a:solidFill>
                <a:schemeClr val="bg1"/>
              </a:solidFill>
            </a:rPr>
            <a:t> when another Activity becomes </a:t>
          </a:r>
          <a:r>
            <a:rPr lang="en-ZA" b="1" i="1" dirty="0">
              <a:solidFill>
                <a:schemeClr val="bg1"/>
              </a:solidFill>
            </a:rPr>
            <a:t>active</a:t>
          </a:r>
        </a:p>
      </dgm:t>
    </dgm:pt>
    <dgm:pt modelId="{D5C57FE9-47B4-47B7-9C6A-758518068F98}" type="parTrans" cxnId="{2542575A-C7FE-4DC4-820E-AC53A3B474A0}">
      <dgm:prSet/>
      <dgm:spPr/>
      <dgm:t>
        <a:bodyPr/>
        <a:lstStyle/>
        <a:p>
          <a:endParaRPr lang="en-ZA"/>
        </a:p>
      </dgm:t>
    </dgm:pt>
    <dgm:pt modelId="{49D87AC2-0493-4A45-A3D2-19E2BC89998B}" type="sibTrans" cxnId="{2542575A-C7FE-4DC4-820E-AC53A3B474A0}">
      <dgm:prSet/>
      <dgm:spPr/>
      <dgm:t>
        <a:bodyPr/>
        <a:lstStyle/>
        <a:p>
          <a:endParaRPr lang="en-ZA"/>
        </a:p>
      </dgm:t>
    </dgm:pt>
    <dgm:pt modelId="{FE7FB746-8738-4895-BA65-83F18CCEAC1B}">
      <dgm:prSet phldrT="[Text]"/>
      <dgm:spPr>
        <a:solidFill>
          <a:srgbClr val="002060">
            <a:alpha val="90000"/>
          </a:srgbClr>
        </a:solidFill>
      </dgm:spPr>
      <dgm:t>
        <a:bodyPr/>
        <a:lstStyle/>
        <a:p>
          <a:r>
            <a:rPr lang="en-ZA" dirty="0">
              <a:solidFill>
                <a:schemeClr val="bg1"/>
              </a:solidFill>
            </a:rPr>
            <a:t>Killed in extreme circumstances to recover resources</a:t>
          </a:r>
        </a:p>
      </dgm:t>
    </dgm:pt>
    <dgm:pt modelId="{1E63D1CF-FCA5-4663-99A3-8ABEAC0718B8}" type="parTrans" cxnId="{F1361F28-D2FD-4644-8F76-1A0D6D63DB51}">
      <dgm:prSet/>
      <dgm:spPr/>
      <dgm:t>
        <a:bodyPr/>
        <a:lstStyle/>
        <a:p>
          <a:endParaRPr lang="en-ZA"/>
        </a:p>
      </dgm:t>
    </dgm:pt>
    <dgm:pt modelId="{524699C6-E8ED-4922-B008-EC8B81962E7B}" type="sibTrans" cxnId="{F1361F28-D2FD-4644-8F76-1A0D6D63DB51}">
      <dgm:prSet/>
      <dgm:spPr/>
      <dgm:t>
        <a:bodyPr/>
        <a:lstStyle/>
        <a:p>
          <a:endParaRPr lang="en-ZA"/>
        </a:p>
      </dgm:t>
    </dgm:pt>
    <dgm:pt modelId="{F5CB73EE-C5D9-4A7F-9079-225FED68EF7F}">
      <dgm:prSet phldrT="[Text]"/>
      <dgm:spPr>
        <a:solidFill>
          <a:srgbClr val="002060">
            <a:alpha val="90000"/>
          </a:srgbClr>
        </a:solidFill>
      </dgm:spPr>
      <dgm:t>
        <a:bodyPr/>
        <a:lstStyle/>
        <a:p>
          <a:r>
            <a:rPr lang="en-ZA" dirty="0">
              <a:solidFill>
                <a:schemeClr val="bg1"/>
              </a:solidFill>
            </a:rPr>
            <a:t>Is </a:t>
          </a:r>
          <a:r>
            <a:rPr lang="en-ZA" b="1" i="1" dirty="0">
              <a:solidFill>
                <a:schemeClr val="bg1"/>
              </a:solidFill>
            </a:rPr>
            <a:t>stopped</a:t>
          </a:r>
          <a:r>
            <a:rPr lang="en-ZA" dirty="0">
              <a:solidFill>
                <a:schemeClr val="bg1"/>
              </a:solidFill>
            </a:rPr>
            <a:t> if becomes obscured</a:t>
          </a:r>
        </a:p>
      </dgm:t>
    </dgm:pt>
    <dgm:pt modelId="{2F565955-9649-4FF6-B0A7-8118359714C1}" type="parTrans" cxnId="{F3A2C846-981F-4DDE-A102-83277B5F1D0E}">
      <dgm:prSet/>
      <dgm:spPr/>
      <dgm:t>
        <a:bodyPr/>
        <a:lstStyle/>
        <a:p>
          <a:endParaRPr lang="en-ZA"/>
        </a:p>
      </dgm:t>
    </dgm:pt>
    <dgm:pt modelId="{C86FCAE6-86BC-4E0B-98D4-73AE2119BC49}" type="sibTrans" cxnId="{F3A2C846-981F-4DDE-A102-83277B5F1D0E}">
      <dgm:prSet/>
      <dgm:spPr/>
      <dgm:t>
        <a:bodyPr/>
        <a:lstStyle/>
        <a:p>
          <a:endParaRPr lang="en-ZA"/>
        </a:p>
      </dgm:t>
    </dgm:pt>
    <dgm:pt modelId="{874C25BE-1D8A-4740-8D94-16647F331B62}">
      <dgm:prSet phldrT="[Text]"/>
      <dgm:spPr>
        <a:solidFill>
          <a:schemeClr val="accent5">
            <a:lumMod val="50000"/>
          </a:schemeClr>
        </a:solidFill>
      </dgm:spPr>
      <dgm:t>
        <a:bodyPr/>
        <a:lstStyle/>
        <a:p>
          <a:r>
            <a:rPr lang="en-ZA" dirty="0"/>
            <a:t>Stopped</a:t>
          </a:r>
        </a:p>
      </dgm:t>
    </dgm:pt>
    <dgm:pt modelId="{568DB318-1653-4F6B-B9EB-0BC99F6FD801}" type="parTrans" cxnId="{0D847EAA-94AD-441E-8805-417FBB97E5CF}">
      <dgm:prSet/>
      <dgm:spPr/>
      <dgm:t>
        <a:bodyPr/>
        <a:lstStyle/>
        <a:p>
          <a:endParaRPr lang="en-ZA"/>
        </a:p>
      </dgm:t>
    </dgm:pt>
    <dgm:pt modelId="{A05F8198-F664-43C3-A55D-4BD95513D7EF}" type="sibTrans" cxnId="{0D847EAA-94AD-441E-8805-417FBB97E5CF}">
      <dgm:prSet/>
      <dgm:spPr/>
      <dgm:t>
        <a:bodyPr/>
        <a:lstStyle/>
        <a:p>
          <a:endParaRPr lang="en-ZA"/>
        </a:p>
      </dgm:t>
    </dgm:pt>
    <dgm:pt modelId="{A64417D9-8A1C-480F-AB0B-174D5490FE8F}">
      <dgm:prSet phldrT="[Text]"/>
      <dgm:spPr>
        <a:solidFill>
          <a:srgbClr val="002060">
            <a:alpha val="90000"/>
          </a:srgbClr>
        </a:solidFill>
      </dgm:spPr>
      <dgm:t>
        <a:bodyPr/>
        <a:lstStyle/>
        <a:p>
          <a:r>
            <a:rPr lang="en-ZA" dirty="0">
              <a:solidFill>
                <a:schemeClr val="bg1"/>
              </a:solidFill>
            </a:rPr>
            <a:t>Not </a:t>
          </a:r>
          <a:r>
            <a:rPr lang="en-ZA" b="1" i="1" dirty="0">
              <a:solidFill>
                <a:schemeClr val="bg1"/>
              </a:solidFill>
            </a:rPr>
            <a:t>visible</a:t>
          </a:r>
        </a:p>
      </dgm:t>
    </dgm:pt>
    <dgm:pt modelId="{C68E95B2-1BC6-4D4F-B430-2B004770B11F}" type="parTrans" cxnId="{7D6E766E-7D52-4BC1-B49D-4BDE0C8E5F43}">
      <dgm:prSet/>
      <dgm:spPr/>
      <dgm:t>
        <a:bodyPr/>
        <a:lstStyle/>
        <a:p>
          <a:endParaRPr lang="en-ZA"/>
        </a:p>
      </dgm:t>
    </dgm:pt>
    <dgm:pt modelId="{EDD64888-C28C-4A39-BFAB-E814E7DF09D7}" type="sibTrans" cxnId="{7D6E766E-7D52-4BC1-B49D-4BDE0C8E5F43}">
      <dgm:prSet/>
      <dgm:spPr/>
      <dgm:t>
        <a:bodyPr/>
        <a:lstStyle/>
        <a:p>
          <a:endParaRPr lang="en-ZA"/>
        </a:p>
      </dgm:t>
    </dgm:pt>
    <dgm:pt modelId="{42F66B41-1C85-4D51-9DE5-F3BF57C4EAF2}">
      <dgm:prSet phldrT="[Text]"/>
      <dgm:spPr>
        <a:solidFill>
          <a:srgbClr val="002060">
            <a:alpha val="90000"/>
          </a:srgbClr>
        </a:solidFill>
      </dgm:spPr>
      <dgm:t>
        <a:bodyPr/>
        <a:lstStyle/>
        <a:p>
          <a:r>
            <a:rPr lang="en-ZA" dirty="0">
              <a:solidFill>
                <a:schemeClr val="bg1"/>
              </a:solidFill>
            </a:rPr>
            <a:t>Remains in memory, retains state memory, </a:t>
          </a:r>
          <a:r>
            <a:rPr lang="en-ZA" i="1" dirty="0">
              <a:solidFill>
                <a:schemeClr val="bg1"/>
              </a:solidFill>
            </a:rPr>
            <a:t>but</a:t>
          </a:r>
          <a:r>
            <a:rPr lang="en-ZA" dirty="0">
              <a:solidFill>
                <a:schemeClr val="bg1"/>
              </a:solidFill>
            </a:rPr>
            <a:t> candidate for termination</a:t>
          </a:r>
        </a:p>
      </dgm:t>
    </dgm:pt>
    <dgm:pt modelId="{AFACBB13-BD62-4965-BCCE-95CDBD496293}" type="parTrans" cxnId="{51569C43-1C6B-400B-86E7-7168864B545B}">
      <dgm:prSet/>
      <dgm:spPr/>
      <dgm:t>
        <a:bodyPr/>
        <a:lstStyle/>
        <a:p>
          <a:endParaRPr lang="en-ZA"/>
        </a:p>
      </dgm:t>
    </dgm:pt>
    <dgm:pt modelId="{CAF497E7-E52B-4EB1-A319-9A7B598AF719}" type="sibTrans" cxnId="{51569C43-1C6B-400B-86E7-7168864B545B}">
      <dgm:prSet/>
      <dgm:spPr/>
      <dgm:t>
        <a:bodyPr/>
        <a:lstStyle/>
        <a:p>
          <a:endParaRPr lang="en-ZA"/>
        </a:p>
      </dgm:t>
    </dgm:pt>
    <dgm:pt modelId="{44115E4F-5F73-4776-89C0-E257EF67B2A3}">
      <dgm:prSet phldrT="[Text]"/>
      <dgm:spPr>
        <a:solidFill>
          <a:srgbClr val="002060">
            <a:alpha val="90000"/>
          </a:srgbClr>
        </a:solidFill>
      </dgm:spPr>
      <dgm:t>
        <a:bodyPr/>
        <a:lstStyle/>
        <a:p>
          <a:r>
            <a:rPr lang="en-ZA" dirty="0">
              <a:solidFill>
                <a:schemeClr val="bg1"/>
              </a:solidFill>
            </a:rPr>
            <a:t>NB saved data &amp; current UI state</a:t>
          </a:r>
        </a:p>
      </dgm:t>
    </dgm:pt>
    <dgm:pt modelId="{4AC926F2-5A6D-48B8-A2F5-F0FE73933C73}" type="parTrans" cxnId="{7439E20F-3D10-4330-A2C9-6C1485F88DC7}">
      <dgm:prSet/>
      <dgm:spPr/>
      <dgm:t>
        <a:bodyPr/>
        <a:lstStyle/>
        <a:p>
          <a:endParaRPr lang="en-ZA"/>
        </a:p>
      </dgm:t>
    </dgm:pt>
    <dgm:pt modelId="{7FCB7867-944F-48B7-93C5-059C9F0B974A}" type="sibTrans" cxnId="{7439E20F-3D10-4330-A2C9-6C1485F88DC7}">
      <dgm:prSet/>
      <dgm:spPr/>
      <dgm:t>
        <a:bodyPr/>
        <a:lstStyle/>
        <a:p>
          <a:endParaRPr lang="en-ZA"/>
        </a:p>
      </dgm:t>
    </dgm:pt>
    <dgm:pt modelId="{5A1718E7-D688-49B0-AB69-89B79DF2E0A6}">
      <dgm:prSet phldrT="[Text]"/>
      <dgm:spPr>
        <a:solidFill>
          <a:schemeClr val="accent5">
            <a:lumMod val="50000"/>
          </a:schemeClr>
        </a:solidFill>
      </dgm:spPr>
      <dgm:t>
        <a:bodyPr/>
        <a:lstStyle/>
        <a:p>
          <a:r>
            <a:rPr lang="en-ZA" dirty="0"/>
            <a:t>Inactive</a:t>
          </a:r>
        </a:p>
      </dgm:t>
    </dgm:pt>
    <dgm:pt modelId="{6E40CF1A-B29D-4FF5-AF90-BF0C1C1C65BD}" type="parTrans" cxnId="{6C8F1F4A-4D55-4724-9A75-153E6ABFCD28}">
      <dgm:prSet/>
      <dgm:spPr/>
      <dgm:t>
        <a:bodyPr/>
        <a:lstStyle/>
        <a:p>
          <a:endParaRPr lang="en-ZA"/>
        </a:p>
      </dgm:t>
    </dgm:pt>
    <dgm:pt modelId="{E452BE52-88DF-4D31-8CC5-F1F102DE357A}" type="sibTrans" cxnId="{6C8F1F4A-4D55-4724-9A75-153E6ABFCD28}">
      <dgm:prSet/>
      <dgm:spPr/>
      <dgm:t>
        <a:bodyPr/>
        <a:lstStyle/>
        <a:p>
          <a:endParaRPr lang="en-ZA"/>
        </a:p>
      </dgm:t>
    </dgm:pt>
    <dgm:pt modelId="{90306203-97ED-49FB-B32D-87204180D426}">
      <dgm:prSet phldrT="[Text]"/>
      <dgm:spPr>
        <a:solidFill>
          <a:srgbClr val="002060">
            <a:alpha val="90000"/>
          </a:srgbClr>
        </a:solidFill>
      </dgm:spPr>
      <dgm:t>
        <a:bodyPr/>
        <a:lstStyle/>
        <a:p>
          <a:r>
            <a:rPr lang="en-ZA" dirty="0">
              <a:solidFill>
                <a:schemeClr val="bg1"/>
              </a:solidFill>
            </a:rPr>
            <a:t>After </a:t>
          </a:r>
          <a:r>
            <a:rPr lang="en-ZA" b="1" i="1" dirty="0">
              <a:solidFill>
                <a:schemeClr val="bg1"/>
              </a:solidFill>
            </a:rPr>
            <a:t>killed</a:t>
          </a:r>
          <a:r>
            <a:rPr lang="en-ZA" dirty="0">
              <a:solidFill>
                <a:schemeClr val="bg1"/>
              </a:solidFill>
            </a:rPr>
            <a:t>, before launched is </a:t>
          </a:r>
          <a:r>
            <a:rPr lang="en-ZA" b="1" i="1" dirty="0">
              <a:solidFill>
                <a:schemeClr val="bg1"/>
              </a:solidFill>
            </a:rPr>
            <a:t>inactive</a:t>
          </a:r>
        </a:p>
      </dgm:t>
    </dgm:pt>
    <dgm:pt modelId="{29DC9915-EEC0-4F38-8BFC-BD5B9E966907}" type="parTrans" cxnId="{FAC6C3B5-29C0-4AB3-AF4B-175CEE0373E3}">
      <dgm:prSet/>
      <dgm:spPr/>
      <dgm:t>
        <a:bodyPr/>
        <a:lstStyle/>
        <a:p>
          <a:endParaRPr lang="en-ZA"/>
        </a:p>
      </dgm:t>
    </dgm:pt>
    <dgm:pt modelId="{69EA2A0A-6547-4354-AD91-7898A07903D0}" type="sibTrans" cxnId="{FAC6C3B5-29C0-4AB3-AF4B-175CEE0373E3}">
      <dgm:prSet/>
      <dgm:spPr/>
      <dgm:t>
        <a:bodyPr/>
        <a:lstStyle/>
        <a:p>
          <a:endParaRPr lang="en-ZA"/>
        </a:p>
      </dgm:t>
    </dgm:pt>
    <dgm:pt modelId="{A74F4007-5291-46E9-92F9-A3FF724620AC}">
      <dgm:prSet phldrT="[Text]"/>
      <dgm:spPr>
        <a:solidFill>
          <a:srgbClr val="002060">
            <a:alpha val="90000"/>
          </a:srgbClr>
        </a:solidFill>
      </dgm:spPr>
      <dgm:t>
        <a:bodyPr/>
        <a:lstStyle/>
        <a:p>
          <a:r>
            <a:rPr lang="en-ZA" dirty="0">
              <a:solidFill>
                <a:schemeClr val="bg1"/>
              </a:solidFill>
            </a:rPr>
            <a:t>Removed from stack &amp; needs to be </a:t>
          </a:r>
          <a:r>
            <a:rPr lang="en-ZA" b="1" i="1" dirty="0">
              <a:solidFill>
                <a:schemeClr val="bg1"/>
              </a:solidFill>
            </a:rPr>
            <a:t>restarted</a:t>
          </a:r>
          <a:r>
            <a:rPr lang="en-ZA" dirty="0">
              <a:solidFill>
                <a:schemeClr val="bg1"/>
              </a:solidFill>
            </a:rPr>
            <a:t> before it will be displayed &amp; be usable</a:t>
          </a:r>
        </a:p>
      </dgm:t>
    </dgm:pt>
    <dgm:pt modelId="{C4C4174C-848B-4713-8BC3-C89CBFF8AC8B}" type="parTrans" cxnId="{CAE2C46F-142E-4AAD-8545-B692C028B1F5}">
      <dgm:prSet/>
      <dgm:spPr/>
      <dgm:t>
        <a:bodyPr/>
        <a:lstStyle/>
        <a:p>
          <a:endParaRPr lang="en-ZA"/>
        </a:p>
      </dgm:t>
    </dgm:pt>
    <dgm:pt modelId="{70598F27-E9FD-4328-B6C0-7F49473C1D86}" type="sibTrans" cxnId="{CAE2C46F-142E-4AAD-8545-B692C028B1F5}">
      <dgm:prSet/>
      <dgm:spPr/>
      <dgm:t>
        <a:bodyPr/>
        <a:lstStyle/>
        <a:p>
          <a:endParaRPr lang="en-ZA"/>
        </a:p>
      </dgm:t>
    </dgm:pt>
    <dgm:pt modelId="{D1D448B8-CAB8-4369-ADF8-8A8F7FF0D5ED}" type="pres">
      <dgm:prSet presAssocID="{313239D8-3F31-43CA-B1BB-B90E6373CDE4}" presName="list" presStyleCnt="0">
        <dgm:presLayoutVars>
          <dgm:dir/>
          <dgm:animLvl val="lvl"/>
        </dgm:presLayoutVars>
      </dgm:prSet>
      <dgm:spPr/>
    </dgm:pt>
    <dgm:pt modelId="{5D8CB669-8EB7-41D6-91E7-2C8CB0E8E22B}" type="pres">
      <dgm:prSet presAssocID="{96D6B29A-7015-4C2E-B9B2-046A6B04FACC}" presName="posSpace" presStyleCnt="0"/>
      <dgm:spPr/>
    </dgm:pt>
    <dgm:pt modelId="{D31F0C2D-9FEE-4D66-BB83-6E9A1E8E164E}" type="pres">
      <dgm:prSet presAssocID="{96D6B29A-7015-4C2E-B9B2-046A6B04FACC}" presName="vertFlow" presStyleCnt="0"/>
      <dgm:spPr/>
    </dgm:pt>
    <dgm:pt modelId="{23D66F45-2AEF-40F9-8980-EDCBEF135D85}" type="pres">
      <dgm:prSet presAssocID="{96D6B29A-7015-4C2E-B9B2-046A6B04FACC}" presName="topSpace" presStyleCnt="0"/>
      <dgm:spPr/>
    </dgm:pt>
    <dgm:pt modelId="{ED67F175-D270-4A4B-9C33-29DBFEC90F02}" type="pres">
      <dgm:prSet presAssocID="{96D6B29A-7015-4C2E-B9B2-046A6B04FACC}" presName="firstComp" presStyleCnt="0"/>
      <dgm:spPr/>
    </dgm:pt>
    <dgm:pt modelId="{D5D39578-334A-4E29-ABA5-660C29B1F664}" type="pres">
      <dgm:prSet presAssocID="{96D6B29A-7015-4C2E-B9B2-046A6B04FACC}" presName="firstChild" presStyleLbl="bgAccFollowNode1" presStyleIdx="0" presStyleCnt="13"/>
      <dgm:spPr/>
    </dgm:pt>
    <dgm:pt modelId="{C3B53BE8-41F1-4112-AB9B-99DA0489BAE9}" type="pres">
      <dgm:prSet presAssocID="{96D6B29A-7015-4C2E-B9B2-046A6B04FACC}" presName="firstChildTx" presStyleLbl="bgAccFollowNode1" presStyleIdx="0" presStyleCnt="13">
        <dgm:presLayoutVars>
          <dgm:bulletEnabled val="1"/>
        </dgm:presLayoutVars>
      </dgm:prSet>
      <dgm:spPr/>
    </dgm:pt>
    <dgm:pt modelId="{4F0B9518-A693-430F-AB3B-D457CA52F964}" type="pres">
      <dgm:prSet presAssocID="{10EDCA44-7AD4-4F0F-9C8A-571A3F4198C3}" presName="comp" presStyleCnt="0"/>
      <dgm:spPr/>
    </dgm:pt>
    <dgm:pt modelId="{C22B0D5C-373B-4CD8-B594-A239945F37AB}" type="pres">
      <dgm:prSet presAssocID="{10EDCA44-7AD4-4F0F-9C8A-571A3F4198C3}" presName="child" presStyleLbl="bgAccFollowNode1" presStyleIdx="1" presStyleCnt="13"/>
      <dgm:spPr/>
    </dgm:pt>
    <dgm:pt modelId="{871A03C8-A1B8-4E06-AD56-4670D979DB1B}" type="pres">
      <dgm:prSet presAssocID="{10EDCA44-7AD4-4F0F-9C8A-571A3F4198C3}" presName="childTx" presStyleLbl="bgAccFollowNode1" presStyleIdx="1" presStyleCnt="13">
        <dgm:presLayoutVars>
          <dgm:bulletEnabled val="1"/>
        </dgm:presLayoutVars>
      </dgm:prSet>
      <dgm:spPr/>
    </dgm:pt>
    <dgm:pt modelId="{D0D6F05F-ECA1-4303-AC98-E93890881D90}" type="pres">
      <dgm:prSet presAssocID="{8C6BCE94-A241-4FB6-A9F3-F858F4A0D5D1}" presName="comp" presStyleCnt="0"/>
      <dgm:spPr/>
    </dgm:pt>
    <dgm:pt modelId="{25CB18FD-E688-4AA8-9B07-CBE10C659974}" type="pres">
      <dgm:prSet presAssocID="{8C6BCE94-A241-4FB6-A9F3-F858F4A0D5D1}" presName="child" presStyleLbl="bgAccFollowNode1" presStyleIdx="2" presStyleCnt="13"/>
      <dgm:spPr/>
    </dgm:pt>
    <dgm:pt modelId="{8414C546-0E90-4FDD-912E-09958EEB8771}" type="pres">
      <dgm:prSet presAssocID="{8C6BCE94-A241-4FB6-A9F3-F858F4A0D5D1}" presName="childTx" presStyleLbl="bgAccFollowNode1" presStyleIdx="2" presStyleCnt="13">
        <dgm:presLayoutVars>
          <dgm:bulletEnabled val="1"/>
        </dgm:presLayoutVars>
      </dgm:prSet>
      <dgm:spPr/>
    </dgm:pt>
    <dgm:pt modelId="{1BA89A04-8E68-4018-845A-0F31736AB58A}" type="pres">
      <dgm:prSet presAssocID="{16B56A9E-D7BF-4E7F-8B20-CAACDBA0079C}" presName="comp" presStyleCnt="0"/>
      <dgm:spPr/>
    </dgm:pt>
    <dgm:pt modelId="{D3615F44-B455-4D99-873D-D53D158B202C}" type="pres">
      <dgm:prSet presAssocID="{16B56A9E-D7BF-4E7F-8B20-CAACDBA0079C}" presName="child" presStyleLbl="bgAccFollowNode1" presStyleIdx="3" presStyleCnt="13"/>
      <dgm:spPr/>
    </dgm:pt>
    <dgm:pt modelId="{5BD90D87-C59E-4317-8769-77EBC3169974}" type="pres">
      <dgm:prSet presAssocID="{16B56A9E-D7BF-4E7F-8B20-CAACDBA0079C}" presName="childTx" presStyleLbl="bgAccFollowNode1" presStyleIdx="3" presStyleCnt="13">
        <dgm:presLayoutVars>
          <dgm:bulletEnabled val="1"/>
        </dgm:presLayoutVars>
      </dgm:prSet>
      <dgm:spPr/>
    </dgm:pt>
    <dgm:pt modelId="{CCC143BE-B699-4AE2-8317-8181110CFF29}" type="pres">
      <dgm:prSet presAssocID="{96D6B29A-7015-4C2E-B9B2-046A6B04FACC}" presName="negSpace" presStyleCnt="0"/>
      <dgm:spPr/>
    </dgm:pt>
    <dgm:pt modelId="{931261C0-BEB8-43D1-A8F1-D520ACD22492}" type="pres">
      <dgm:prSet presAssocID="{96D6B29A-7015-4C2E-B9B2-046A6B04FACC}" presName="circle" presStyleLbl="node1" presStyleIdx="0" presStyleCnt="4"/>
      <dgm:spPr/>
    </dgm:pt>
    <dgm:pt modelId="{EAFD6591-1002-4353-AD2F-B5E4AECE3FC0}" type="pres">
      <dgm:prSet presAssocID="{1819C4F6-BB68-4CCD-8086-47F16A7EEB19}" presName="transSpace" presStyleCnt="0"/>
      <dgm:spPr/>
    </dgm:pt>
    <dgm:pt modelId="{BD13FD3E-9407-4CAE-8EC0-9CF323CEF624}" type="pres">
      <dgm:prSet presAssocID="{51BFAB57-4A1C-45E4-863C-E7F1DF010DCF}" presName="posSpace" presStyleCnt="0"/>
      <dgm:spPr/>
    </dgm:pt>
    <dgm:pt modelId="{9F9EE345-A73E-4B76-B493-5E8FA5DC7B49}" type="pres">
      <dgm:prSet presAssocID="{51BFAB57-4A1C-45E4-863C-E7F1DF010DCF}" presName="vertFlow" presStyleCnt="0"/>
      <dgm:spPr/>
    </dgm:pt>
    <dgm:pt modelId="{E6ABEB10-CDBA-41BF-B2C3-C49235D7A95F}" type="pres">
      <dgm:prSet presAssocID="{51BFAB57-4A1C-45E4-863C-E7F1DF010DCF}" presName="topSpace" presStyleCnt="0"/>
      <dgm:spPr/>
    </dgm:pt>
    <dgm:pt modelId="{BA44F8C0-1669-4956-8437-75483AD76A8D}" type="pres">
      <dgm:prSet presAssocID="{51BFAB57-4A1C-45E4-863C-E7F1DF010DCF}" presName="firstComp" presStyleCnt="0"/>
      <dgm:spPr/>
    </dgm:pt>
    <dgm:pt modelId="{E6A08F4F-CD92-4DE6-A7D3-B9C88D8C520D}" type="pres">
      <dgm:prSet presAssocID="{51BFAB57-4A1C-45E4-863C-E7F1DF010DCF}" presName="firstChild" presStyleLbl="bgAccFollowNode1" presStyleIdx="4" presStyleCnt="13"/>
      <dgm:spPr/>
    </dgm:pt>
    <dgm:pt modelId="{67B32C64-C460-49B6-8093-EFADF722E616}" type="pres">
      <dgm:prSet presAssocID="{51BFAB57-4A1C-45E4-863C-E7F1DF010DCF}" presName="firstChildTx" presStyleLbl="bgAccFollowNode1" presStyleIdx="4" presStyleCnt="13">
        <dgm:presLayoutVars>
          <dgm:bulletEnabled val="1"/>
        </dgm:presLayoutVars>
      </dgm:prSet>
      <dgm:spPr/>
    </dgm:pt>
    <dgm:pt modelId="{66DF0887-4CD1-45DA-8DEF-8A6BB0196DD2}" type="pres">
      <dgm:prSet presAssocID="{08C8E267-7586-4FEB-B382-7AF0098DC9E6}" presName="comp" presStyleCnt="0"/>
      <dgm:spPr/>
    </dgm:pt>
    <dgm:pt modelId="{D7E4C8B7-614A-4208-A7E8-F7E11E9546C8}" type="pres">
      <dgm:prSet presAssocID="{08C8E267-7586-4FEB-B382-7AF0098DC9E6}" presName="child" presStyleLbl="bgAccFollowNode1" presStyleIdx="5" presStyleCnt="13"/>
      <dgm:spPr/>
    </dgm:pt>
    <dgm:pt modelId="{D6D1F73E-1B89-4477-81E2-894C623E6150}" type="pres">
      <dgm:prSet presAssocID="{08C8E267-7586-4FEB-B382-7AF0098DC9E6}" presName="childTx" presStyleLbl="bgAccFollowNode1" presStyleIdx="5" presStyleCnt="13">
        <dgm:presLayoutVars>
          <dgm:bulletEnabled val="1"/>
        </dgm:presLayoutVars>
      </dgm:prSet>
      <dgm:spPr/>
    </dgm:pt>
    <dgm:pt modelId="{C70CE380-D482-4CF7-ACC0-1BD5DAFE7BC0}" type="pres">
      <dgm:prSet presAssocID="{FE7FB746-8738-4895-BA65-83F18CCEAC1B}" presName="comp" presStyleCnt="0"/>
      <dgm:spPr/>
    </dgm:pt>
    <dgm:pt modelId="{A33AC744-8A91-479A-9E9D-BBFDF205D415}" type="pres">
      <dgm:prSet presAssocID="{FE7FB746-8738-4895-BA65-83F18CCEAC1B}" presName="child" presStyleLbl="bgAccFollowNode1" presStyleIdx="6" presStyleCnt="13"/>
      <dgm:spPr/>
    </dgm:pt>
    <dgm:pt modelId="{67643F67-695A-447D-834D-B3DB89EA4CEC}" type="pres">
      <dgm:prSet presAssocID="{FE7FB746-8738-4895-BA65-83F18CCEAC1B}" presName="childTx" presStyleLbl="bgAccFollowNode1" presStyleIdx="6" presStyleCnt="13">
        <dgm:presLayoutVars>
          <dgm:bulletEnabled val="1"/>
        </dgm:presLayoutVars>
      </dgm:prSet>
      <dgm:spPr/>
    </dgm:pt>
    <dgm:pt modelId="{1D5C7A76-638E-4485-858F-387F1E392237}" type="pres">
      <dgm:prSet presAssocID="{F5CB73EE-C5D9-4A7F-9079-225FED68EF7F}" presName="comp" presStyleCnt="0"/>
      <dgm:spPr/>
    </dgm:pt>
    <dgm:pt modelId="{7F8502D2-077C-4A54-8A8E-73C041B99874}" type="pres">
      <dgm:prSet presAssocID="{F5CB73EE-C5D9-4A7F-9079-225FED68EF7F}" presName="child" presStyleLbl="bgAccFollowNode1" presStyleIdx="7" presStyleCnt="13"/>
      <dgm:spPr/>
    </dgm:pt>
    <dgm:pt modelId="{8BF5115A-D81E-47E8-8764-64B39BB2FE6A}" type="pres">
      <dgm:prSet presAssocID="{F5CB73EE-C5D9-4A7F-9079-225FED68EF7F}" presName="childTx" presStyleLbl="bgAccFollowNode1" presStyleIdx="7" presStyleCnt="13">
        <dgm:presLayoutVars>
          <dgm:bulletEnabled val="1"/>
        </dgm:presLayoutVars>
      </dgm:prSet>
      <dgm:spPr/>
    </dgm:pt>
    <dgm:pt modelId="{B21404F4-BDA4-44BC-BD86-DBDF00216051}" type="pres">
      <dgm:prSet presAssocID="{51BFAB57-4A1C-45E4-863C-E7F1DF010DCF}" presName="negSpace" presStyleCnt="0"/>
      <dgm:spPr/>
    </dgm:pt>
    <dgm:pt modelId="{72C01D0E-E79E-4BFA-B082-9BF08413CFB7}" type="pres">
      <dgm:prSet presAssocID="{51BFAB57-4A1C-45E4-863C-E7F1DF010DCF}" presName="circle" presStyleLbl="node1" presStyleIdx="1" presStyleCnt="4"/>
      <dgm:spPr/>
    </dgm:pt>
    <dgm:pt modelId="{DDE59861-CC57-45FF-BC1A-9E4A2C9A59AF}" type="pres">
      <dgm:prSet presAssocID="{2276200E-2C42-4F80-882A-8F4CD0F4AEA4}" presName="transSpace" presStyleCnt="0"/>
      <dgm:spPr/>
    </dgm:pt>
    <dgm:pt modelId="{7309CD73-0A06-4498-B524-4FA561C77250}" type="pres">
      <dgm:prSet presAssocID="{874C25BE-1D8A-4740-8D94-16647F331B62}" presName="posSpace" presStyleCnt="0"/>
      <dgm:spPr/>
    </dgm:pt>
    <dgm:pt modelId="{2381C8E8-7809-4C88-9492-0242766D1EC6}" type="pres">
      <dgm:prSet presAssocID="{874C25BE-1D8A-4740-8D94-16647F331B62}" presName="vertFlow" presStyleCnt="0"/>
      <dgm:spPr/>
    </dgm:pt>
    <dgm:pt modelId="{02E7FA50-25D1-4456-A1A1-4A4B073BBE4E}" type="pres">
      <dgm:prSet presAssocID="{874C25BE-1D8A-4740-8D94-16647F331B62}" presName="topSpace" presStyleCnt="0"/>
      <dgm:spPr/>
    </dgm:pt>
    <dgm:pt modelId="{D4EF5BA9-60DE-4371-843A-5C9DFB79CC55}" type="pres">
      <dgm:prSet presAssocID="{874C25BE-1D8A-4740-8D94-16647F331B62}" presName="firstComp" presStyleCnt="0"/>
      <dgm:spPr/>
    </dgm:pt>
    <dgm:pt modelId="{A711AEB2-2478-40AE-AB00-D73783E55474}" type="pres">
      <dgm:prSet presAssocID="{874C25BE-1D8A-4740-8D94-16647F331B62}" presName="firstChild" presStyleLbl="bgAccFollowNode1" presStyleIdx="8" presStyleCnt="13"/>
      <dgm:spPr/>
    </dgm:pt>
    <dgm:pt modelId="{3538ED07-8D6C-4B95-90B9-BE1EB8D8F759}" type="pres">
      <dgm:prSet presAssocID="{874C25BE-1D8A-4740-8D94-16647F331B62}" presName="firstChildTx" presStyleLbl="bgAccFollowNode1" presStyleIdx="8" presStyleCnt="13">
        <dgm:presLayoutVars>
          <dgm:bulletEnabled val="1"/>
        </dgm:presLayoutVars>
      </dgm:prSet>
      <dgm:spPr/>
    </dgm:pt>
    <dgm:pt modelId="{4EF06072-D42D-41A1-8A14-F9323D5B43F0}" type="pres">
      <dgm:prSet presAssocID="{42F66B41-1C85-4D51-9DE5-F3BF57C4EAF2}" presName="comp" presStyleCnt="0"/>
      <dgm:spPr/>
    </dgm:pt>
    <dgm:pt modelId="{90452C46-3672-4D18-AE14-60A9741D4D25}" type="pres">
      <dgm:prSet presAssocID="{42F66B41-1C85-4D51-9DE5-F3BF57C4EAF2}" presName="child" presStyleLbl="bgAccFollowNode1" presStyleIdx="9" presStyleCnt="13"/>
      <dgm:spPr/>
    </dgm:pt>
    <dgm:pt modelId="{7C0BD3E6-4134-4332-B4A5-4F4D4B1A1085}" type="pres">
      <dgm:prSet presAssocID="{42F66B41-1C85-4D51-9DE5-F3BF57C4EAF2}" presName="childTx" presStyleLbl="bgAccFollowNode1" presStyleIdx="9" presStyleCnt="13">
        <dgm:presLayoutVars>
          <dgm:bulletEnabled val="1"/>
        </dgm:presLayoutVars>
      </dgm:prSet>
      <dgm:spPr/>
    </dgm:pt>
    <dgm:pt modelId="{ABB43637-69BB-4AE4-882C-D6626062EFF5}" type="pres">
      <dgm:prSet presAssocID="{44115E4F-5F73-4776-89C0-E257EF67B2A3}" presName="comp" presStyleCnt="0"/>
      <dgm:spPr/>
    </dgm:pt>
    <dgm:pt modelId="{1C93E33C-22C8-4B05-A0E3-B027A3012D01}" type="pres">
      <dgm:prSet presAssocID="{44115E4F-5F73-4776-89C0-E257EF67B2A3}" presName="child" presStyleLbl="bgAccFollowNode1" presStyleIdx="10" presStyleCnt="13"/>
      <dgm:spPr/>
    </dgm:pt>
    <dgm:pt modelId="{2F3655C3-B42A-4D02-A546-56955BFBC9D8}" type="pres">
      <dgm:prSet presAssocID="{44115E4F-5F73-4776-89C0-E257EF67B2A3}" presName="childTx" presStyleLbl="bgAccFollowNode1" presStyleIdx="10" presStyleCnt="13">
        <dgm:presLayoutVars>
          <dgm:bulletEnabled val="1"/>
        </dgm:presLayoutVars>
      </dgm:prSet>
      <dgm:spPr/>
    </dgm:pt>
    <dgm:pt modelId="{D4EDCE9F-1A29-4153-9FF0-6AAEB39DD6E7}" type="pres">
      <dgm:prSet presAssocID="{874C25BE-1D8A-4740-8D94-16647F331B62}" presName="negSpace" presStyleCnt="0"/>
      <dgm:spPr/>
    </dgm:pt>
    <dgm:pt modelId="{37C95048-C798-4C35-A9A8-C7DE65620006}" type="pres">
      <dgm:prSet presAssocID="{874C25BE-1D8A-4740-8D94-16647F331B62}" presName="circle" presStyleLbl="node1" presStyleIdx="2" presStyleCnt="4"/>
      <dgm:spPr/>
    </dgm:pt>
    <dgm:pt modelId="{337B6C77-D296-4F7F-823A-77BAB6627F00}" type="pres">
      <dgm:prSet presAssocID="{A05F8198-F664-43C3-A55D-4BD95513D7EF}" presName="transSpace" presStyleCnt="0"/>
      <dgm:spPr/>
    </dgm:pt>
    <dgm:pt modelId="{594C3881-741C-4C3D-9E5C-92C0DFCA3C4C}" type="pres">
      <dgm:prSet presAssocID="{5A1718E7-D688-49B0-AB69-89B79DF2E0A6}" presName="posSpace" presStyleCnt="0"/>
      <dgm:spPr/>
    </dgm:pt>
    <dgm:pt modelId="{1DAADD58-4AAF-45B5-9ABF-A27472C46E07}" type="pres">
      <dgm:prSet presAssocID="{5A1718E7-D688-49B0-AB69-89B79DF2E0A6}" presName="vertFlow" presStyleCnt="0"/>
      <dgm:spPr/>
    </dgm:pt>
    <dgm:pt modelId="{5BE383D9-1951-4A4E-A71B-75471E0BF4E6}" type="pres">
      <dgm:prSet presAssocID="{5A1718E7-D688-49B0-AB69-89B79DF2E0A6}" presName="topSpace" presStyleCnt="0"/>
      <dgm:spPr/>
    </dgm:pt>
    <dgm:pt modelId="{D28893B2-97C2-4CD6-A57A-B5C455187BA8}" type="pres">
      <dgm:prSet presAssocID="{5A1718E7-D688-49B0-AB69-89B79DF2E0A6}" presName="firstComp" presStyleCnt="0"/>
      <dgm:spPr/>
    </dgm:pt>
    <dgm:pt modelId="{7E4B4A8F-3B90-4F78-8151-61298FB5B1CA}" type="pres">
      <dgm:prSet presAssocID="{5A1718E7-D688-49B0-AB69-89B79DF2E0A6}" presName="firstChild" presStyleLbl="bgAccFollowNode1" presStyleIdx="11" presStyleCnt="13"/>
      <dgm:spPr/>
    </dgm:pt>
    <dgm:pt modelId="{FD8E3E37-A63A-476B-92E3-D8CBD1F66D88}" type="pres">
      <dgm:prSet presAssocID="{5A1718E7-D688-49B0-AB69-89B79DF2E0A6}" presName="firstChildTx" presStyleLbl="bgAccFollowNode1" presStyleIdx="11" presStyleCnt="13">
        <dgm:presLayoutVars>
          <dgm:bulletEnabled val="1"/>
        </dgm:presLayoutVars>
      </dgm:prSet>
      <dgm:spPr/>
    </dgm:pt>
    <dgm:pt modelId="{B3719324-F9D8-4CFA-B78E-0B61A1BA5AB7}" type="pres">
      <dgm:prSet presAssocID="{A74F4007-5291-46E9-92F9-A3FF724620AC}" presName="comp" presStyleCnt="0"/>
      <dgm:spPr/>
    </dgm:pt>
    <dgm:pt modelId="{CFF08192-88E4-4113-990E-DA4FD516A350}" type="pres">
      <dgm:prSet presAssocID="{A74F4007-5291-46E9-92F9-A3FF724620AC}" presName="child" presStyleLbl="bgAccFollowNode1" presStyleIdx="12" presStyleCnt="13"/>
      <dgm:spPr/>
    </dgm:pt>
    <dgm:pt modelId="{EA1034D2-5F0F-4586-BF95-C3DD11B661C0}" type="pres">
      <dgm:prSet presAssocID="{A74F4007-5291-46E9-92F9-A3FF724620AC}" presName="childTx" presStyleLbl="bgAccFollowNode1" presStyleIdx="12" presStyleCnt="13">
        <dgm:presLayoutVars>
          <dgm:bulletEnabled val="1"/>
        </dgm:presLayoutVars>
      </dgm:prSet>
      <dgm:spPr/>
    </dgm:pt>
    <dgm:pt modelId="{7957A34A-E7F8-499A-AC61-6BA9A656E9F5}" type="pres">
      <dgm:prSet presAssocID="{5A1718E7-D688-49B0-AB69-89B79DF2E0A6}" presName="negSpace" presStyleCnt="0"/>
      <dgm:spPr/>
    </dgm:pt>
    <dgm:pt modelId="{BFB14BA4-C20C-4173-B3F2-587895FDACCB}" type="pres">
      <dgm:prSet presAssocID="{5A1718E7-D688-49B0-AB69-89B79DF2E0A6}" presName="circle" presStyleLbl="node1" presStyleIdx="3" presStyleCnt="4"/>
      <dgm:spPr/>
    </dgm:pt>
  </dgm:ptLst>
  <dgm:cxnLst>
    <dgm:cxn modelId="{D8C8F000-9E66-43AA-A962-6A9DF1658819}" srcId="{313239D8-3F31-43CA-B1BB-B90E6373CDE4}" destId="{96D6B29A-7015-4C2E-B9B2-046A6B04FACC}" srcOrd="0" destOrd="0" parTransId="{FCB44A2E-DF3D-48A2-9B66-0ADC9E7D55C2}" sibTransId="{1819C4F6-BB68-4CCD-8086-47F16A7EEB19}"/>
    <dgm:cxn modelId="{05474D03-8FE3-49C8-BF2F-D59B38D1521A}" type="presOf" srcId="{42F66B41-1C85-4D51-9DE5-F3BF57C4EAF2}" destId="{7C0BD3E6-4134-4332-B4A5-4F4D4B1A1085}" srcOrd="1" destOrd="0" presId="urn:microsoft.com/office/officeart/2005/8/layout/hList9"/>
    <dgm:cxn modelId="{7439E20F-3D10-4330-A2C9-6C1485F88DC7}" srcId="{874C25BE-1D8A-4740-8D94-16647F331B62}" destId="{44115E4F-5F73-4776-89C0-E257EF67B2A3}" srcOrd="2" destOrd="0" parTransId="{4AC926F2-5A6D-48B8-A2F5-F0FE73933C73}" sibTransId="{7FCB7867-944F-48B7-93C5-059C9F0B974A}"/>
    <dgm:cxn modelId="{0B6F6D12-24B0-41C3-A3D7-85C71FF5E4C4}" type="presOf" srcId="{6B91E0FD-8E05-4A65-96F1-E8919FA1F3E9}" destId="{C3B53BE8-41F1-4112-AB9B-99DA0489BAE9}" srcOrd="1" destOrd="0" presId="urn:microsoft.com/office/officeart/2005/8/layout/hList9"/>
    <dgm:cxn modelId="{F65D0D15-2501-4B8D-AD2A-F578A3DBAE22}" type="presOf" srcId="{10EDCA44-7AD4-4F0F-9C8A-571A3F4198C3}" destId="{871A03C8-A1B8-4E06-AD56-4670D979DB1B}" srcOrd="1" destOrd="0" presId="urn:microsoft.com/office/officeart/2005/8/layout/hList9"/>
    <dgm:cxn modelId="{9F2A3516-0793-4353-8413-0E7285AA0D61}" type="presOf" srcId="{44115E4F-5F73-4776-89C0-E257EF67B2A3}" destId="{1C93E33C-22C8-4B05-A0E3-B027A3012D01}" srcOrd="0" destOrd="0" presId="urn:microsoft.com/office/officeart/2005/8/layout/hList9"/>
    <dgm:cxn modelId="{380B7026-0EDC-42AD-B276-EA7F2BCB70DC}" srcId="{313239D8-3F31-43CA-B1BB-B90E6373CDE4}" destId="{51BFAB57-4A1C-45E4-863C-E7F1DF010DCF}" srcOrd="1" destOrd="0" parTransId="{6E7A89B7-CD3D-4DD5-9B57-FE793E12EFBE}" sibTransId="{2276200E-2C42-4F80-882A-8F4CD0F4AEA4}"/>
    <dgm:cxn modelId="{F1361F28-D2FD-4644-8F76-1A0D6D63DB51}" srcId="{51BFAB57-4A1C-45E4-863C-E7F1DF010DCF}" destId="{FE7FB746-8738-4895-BA65-83F18CCEAC1B}" srcOrd="2" destOrd="0" parTransId="{1E63D1CF-FCA5-4663-99A3-8ABEAC0718B8}" sibTransId="{524699C6-E8ED-4922-B008-EC8B81962E7B}"/>
    <dgm:cxn modelId="{C9A5CC29-71DA-41F7-8FF6-2A0171056D13}" type="presOf" srcId="{F5CB73EE-C5D9-4A7F-9079-225FED68EF7F}" destId="{8BF5115A-D81E-47E8-8764-64B39BB2FE6A}" srcOrd="1" destOrd="0" presId="urn:microsoft.com/office/officeart/2005/8/layout/hList9"/>
    <dgm:cxn modelId="{B7A1CA36-5B70-46D1-9EBF-E1E20C868CE7}" type="presOf" srcId="{874C25BE-1D8A-4740-8D94-16647F331B62}" destId="{37C95048-C798-4C35-A9A8-C7DE65620006}" srcOrd="0" destOrd="0" presId="urn:microsoft.com/office/officeart/2005/8/layout/hList9"/>
    <dgm:cxn modelId="{8AA97C37-76D5-4DF4-92AB-F36F6FA8310C}" type="presOf" srcId="{A64417D9-8A1C-480F-AB0B-174D5490FE8F}" destId="{A711AEB2-2478-40AE-AB00-D73783E55474}" srcOrd="0" destOrd="0" presId="urn:microsoft.com/office/officeart/2005/8/layout/hList9"/>
    <dgm:cxn modelId="{7614A45B-BE90-48DA-900F-4422BCD2FBB7}" type="presOf" srcId="{A74F4007-5291-46E9-92F9-A3FF724620AC}" destId="{EA1034D2-5F0F-4586-BF95-C3DD11B661C0}" srcOrd="1" destOrd="0" presId="urn:microsoft.com/office/officeart/2005/8/layout/hList9"/>
    <dgm:cxn modelId="{EEEA825D-FA87-4646-A0CE-CFEAF0D723CA}" type="presOf" srcId="{8C6BCE94-A241-4FB6-A9F3-F858F4A0D5D1}" destId="{25CB18FD-E688-4AA8-9B07-CBE10C659974}" srcOrd="0" destOrd="0" presId="urn:microsoft.com/office/officeart/2005/8/layout/hList9"/>
    <dgm:cxn modelId="{3B51FC61-CA9C-4B69-92BD-FBCDF034BB63}" type="presOf" srcId="{10EDCA44-7AD4-4F0F-9C8A-571A3F4198C3}" destId="{C22B0D5C-373B-4CD8-B594-A239945F37AB}" srcOrd="0" destOrd="0" presId="urn:microsoft.com/office/officeart/2005/8/layout/hList9"/>
    <dgm:cxn modelId="{51569C43-1C6B-400B-86E7-7168864B545B}" srcId="{874C25BE-1D8A-4740-8D94-16647F331B62}" destId="{42F66B41-1C85-4D51-9DE5-F3BF57C4EAF2}" srcOrd="1" destOrd="0" parTransId="{AFACBB13-BD62-4965-BCCE-95CDBD496293}" sibTransId="{CAF497E7-E52B-4EB1-A319-9A7B598AF719}"/>
    <dgm:cxn modelId="{F3A2C846-981F-4DDE-A102-83277B5F1D0E}" srcId="{51BFAB57-4A1C-45E4-863C-E7F1DF010DCF}" destId="{F5CB73EE-C5D9-4A7F-9079-225FED68EF7F}" srcOrd="3" destOrd="0" parTransId="{2F565955-9649-4FF6-B0A7-8118359714C1}" sibTransId="{C86FCAE6-86BC-4E0B-98D4-73AE2119BC49}"/>
    <dgm:cxn modelId="{6C8F1F4A-4D55-4724-9A75-153E6ABFCD28}" srcId="{313239D8-3F31-43CA-B1BB-B90E6373CDE4}" destId="{5A1718E7-D688-49B0-AB69-89B79DF2E0A6}" srcOrd="3" destOrd="0" parTransId="{6E40CF1A-B29D-4FF5-AF90-BF0C1C1C65BD}" sibTransId="{E452BE52-88DF-4D31-8CC5-F1F102DE357A}"/>
    <dgm:cxn modelId="{8233744C-FF97-4AA9-8304-9DB1409814CD}" srcId="{51BFAB57-4A1C-45E4-863C-E7F1DF010DCF}" destId="{08C8E267-7586-4FEB-B382-7AF0098DC9E6}" srcOrd="1" destOrd="0" parTransId="{7F49329D-BF5C-444C-9C36-1A9D53693144}" sibTransId="{D34E2C75-A698-4B04-9A84-5C9D1F37F9C4}"/>
    <dgm:cxn modelId="{684C824C-7E57-438F-A0DD-3E06766F2ABF}" type="presOf" srcId="{6B91E0FD-8E05-4A65-96F1-E8919FA1F3E9}" destId="{D5D39578-334A-4E29-ABA5-660C29B1F664}" srcOrd="0" destOrd="0" presId="urn:microsoft.com/office/officeart/2005/8/layout/hList9"/>
    <dgm:cxn modelId="{6E39FB6C-575B-4F07-891B-BB4C33DAA58D}" type="presOf" srcId="{FE7FB746-8738-4895-BA65-83F18CCEAC1B}" destId="{67643F67-695A-447D-834D-B3DB89EA4CEC}" srcOrd="1" destOrd="0" presId="urn:microsoft.com/office/officeart/2005/8/layout/hList9"/>
    <dgm:cxn modelId="{7D6E766E-7D52-4BC1-B49D-4BDE0C8E5F43}" srcId="{874C25BE-1D8A-4740-8D94-16647F331B62}" destId="{A64417D9-8A1C-480F-AB0B-174D5490FE8F}" srcOrd="0" destOrd="0" parTransId="{C68E95B2-1BC6-4D4F-B430-2B004770B11F}" sibTransId="{EDD64888-C28C-4A39-BFAB-E814E7DF09D7}"/>
    <dgm:cxn modelId="{CAE2C46F-142E-4AAD-8545-B692C028B1F5}" srcId="{5A1718E7-D688-49B0-AB69-89B79DF2E0A6}" destId="{A74F4007-5291-46E9-92F9-A3FF724620AC}" srcOrd="1" destOrd="0" parTransId="{C4C4174C-848B-4713-8BC3-C89CBFF8AC8B}" sibTransId="{70598F27-E9FD-4328-B6C0-7F49473C1D86}"/>
    <dgm:cxn modelId="{E17ECF6F-7FEA-4DD5-8FB7-6D70562A7A64}" type="presOf" srcId="{C857C09E-87ED-425A-907B-909D84FCB663}" destId="{E6A08F4F-CD92-4DE6-A7D3-B9C88D8C520D}" srcOrd="0" destOrd="0" presId="urn:microsoft.com/office/officeart/2005/8/layout/hList9"/>
    <dgm:cxn modelId="{94FD9A50-4A05-42A0-BE79-CDBFA65780F7}" srcId="{96D6B29A-7015-4C2E-B9B2-046A6B04FACC}" destId="{6B91E0FD-8E05-4A65-96F1-E8919FA1F3E9}" srcOrd="0" destOrd="0" parTransId="{21E2AD92-C8C7-45FF-A674-7D62C3D90C13}" sibTransId="{A35508EC-F5EC-43B6-82E3-4EA05D279B58}"/>
    <dgm:cxn modelId="{067A6F71-054B-4B3C-8432-9BBD63836B66}" type="presOf" srcId="{08C8E267-7586-4FEB-B382-7AF0098DC9E6}" destId="{D7E4C8B7-614A-4208-A7E8-F7E11E9546C8}" srcOrd="0" destOrd="0" presId="urn:microsoft.com/office/officeart/2005/8/layout/hList9"/>
    <dgm:cxn modelId="{52777172-6A90-4604-8BEC-4C2E3F4609B8}" type="presOf" srcId="{44115E4F-5F73-4776-89C0-E257EF67B2A3}" destId="{2F3655C3-B42A-4D02-A546-56955BFBC9D8}" srcOrd="1" destOrd="0" presId="urn:microsoft.com/office/officeart/2005/8/layout/hList9"/>
    <dgm:cxn modelId="{C8720153-C8F6-4B27-85B3-0C45F51198C7}" type="presOf" srcId="{96D6B29A-7015-4C2E-B9B2-046A6B04FACC}" destId="{931261C0-BEB8-43D1-A8F1-D520ACD22492}" srcOrd="0" destOrd="0" presId="urn:microsoft.com/office/officeart/2005/8/layout/hList9"/>
    <dgm:cxn modelId="{7B8AAB58-5A2B-483E-9022-37D6AB86AF92}" type="presOf" srcId="{51BFAB57-4A1C-45E4-863C-E7F1DF010DCF}" destId="{72C01D0E-E79E-4BFA-B082-9BF08413CFB7}" srcOrd="0" destOrd="0" presId="urn:microsoft.com/office/officeart/2005/8/layout/hList9"/>
    <dgm:cxn modelId="{37318A79-526C-499E-A2F9-EBD0C82D877D}" type="presOf" srcId="{90306203-97ED-49FB-B32D-87204180D426}" destId="{FD8E3E37-A63A-476B-92E3-D8CBD1F66D88}" srcOrd="1" destOrd="0" presId="urn:microsoft.com/office/officeart/2005/8/layout/hList9"/>
    <dgm:cxn modelId="{2542575A-C7FE-4DC4-820E-AC53A3B474A0}" srcId="{96D6B29A-7015-4C2E-B9B2-046A6B04FACC}" destId="{16B56A9E-D7BF-4E7F-8B20-CAACDBA0079C}" srcOrd="3" destOrd="0" parTransId="{D5C57FE9-47B4-47B7-9C6A-758518068F98}" sibTransId="{49D87AC2-0493-4A45-A3D2-19E2BC89998B}"/>
    <dgm:cxn modelId="{4DABB77B-220E-4466-B3AC-01A8BA5B8D74}" type="presOf" srcId="{42F66B41-1C85-4D51-9DE5-F3BF57C4EAF2}" destId="{90452C46-3672-4D18-AE14-60A9741D4D25}" srcOrd="0" destOrd="0" presId="urn:microsoft.com/office/officeart/2005/8/layout/hList9"/>
    <dgm:cxn modelId="{3AE85882-0226-41D9-BA3D-5BA1FAEBDDC8}" type="presOf" srcId="{08C8E267-7586-4FEB-B382-7AF0098DC9E6}" destId="{D6D1F73E-1B89-4477-81E2-894C623E6150}" srcOrd="1" destOrd="0" presId="urn:microsoft.com/office/officeart/2005/8/layout/hList9"/>
    <dgm:cxn modelId="{8762DC83-0273-4B18-8682-D90A2F249543}" type="presOf" srcId="{90306203-97ED-49FB-B32D-87204180D426}" destId="{7E4B4A8F-3B90-4F78-8151-61298FB5B1CA}" srcOrd="0" destOrd="0" presId="urn:microsoft.com/office/officeart/2005/8/layout/hList9"/>
    <dgm:cxn modelId="{D25A3788-FBB1-4A9C-99DB-18C955040DA4}" type="presOf" srcId="{A64417D9-8A1C-480F-AB0B-174D5490FE8F}" destId="{3538ED07-8D6C-4B95-90B9-BE1EB8D8F759}" srcOrd="1" destOrd="0" presId="urn:microsoft.com/office/officeart/2005/8/layout/hList9"/>
    <dgm:cxn modelId="{578A6792-5140-4E2A-B89C-FEB33EA75386}" srcId="{51BFAB57-4A1C-45E4-863C-E7F1DF010DCF}" destId="{C857C09E-87ED-425A-907B-909D84FCB663}" srcOrd="0" destOrd="0" parTransId="{204BB81D-6E70-4B59-B7DC-5160644485A8}" sibTransId="{6CBBB9CA-60D5-4401-A0B7-5BA525F760BC}"/>
    <dgm:cxn modelId="{C2020FA0-74C8-4128-9484-746EC0B9D519}" srcId="{96D6B29A-7015-4C2E-B9B2-046A6B04FACC}" destId="{10EDCA44-7AD4-4F0F-9C8A-571A3F4198C3}" srcOrd="1" destOrd="0" parTransId="{4A0BD07E-2D29-46DD-B218-AA63D5F19218}" sibTransId="{FDC4314B-A19C-4061-9172-9C28562DCB79}"/>
    <dgm:cxn modelId="{E371C8A0-E406-41E5-9BF1-E967156A55F0}" type="presOf" srcId="{16B56A9E-D7BF-4E7F-8B20-CAACDBA0079C}" destId="{5BD90D87-C59E-4317-8769-77EBC3169974}" srcOrd="1" destOrd="0" presId="urn:microsoft.com/office/officeart/2005/8/layout/hList9"/>
    <dgm:cxn modelId="{5E32FFA0-0C94-4312-B4E9-31B1DD44C599}" type="presOf" srcId="{A74F4007-5291-46E9-92F9-A3FF724620AC}" destId="{CFF08192-88E4-4113-990E-DA4FD516A350}" srcOrd="0" destOrd="0" presId="urn:microsoft.com/office/officeart/2005/8/layout/hList9"/>
    <dgm:cxn modelId="{0D847EAA-94AD-441E-8805-417FBB97E5CF}" srcId="{313239D8-3F31-43CA-B1BB-B90E6373CDE4}" destId="{874C25BE-1D8A-4740-8D94-16647F331B62}" srcOrd="2" destOrd="0" parTransId="{568DB318-1653-4F6B-B9EB-0BC99F6FD801}" sibTransId="{A05F8198-F664-43C3-A55D-4BD95513D7EF}"/>
    <dgm:cxn modelId="{FAC6C3B5-29C0-4AB3-AF4B-175CEE0373E3}" srcId="{5A1718E7-D688-49B0-AB69-89B79DF2E0A6}" destId="{90306203-97ED-49FB-B32D-87204180D426}" srcOrd="0" destOrd="0" parTransId="{29DC9915-EEC0-4F38-8BFC-BD5B9E966907}" sibTransId="{69EA2A0A-6547-4354-AD91-7898A07903D0}"/>
    <dgm:cxn modelId="{16BE22C9-BADD-462A-9F57-9C02B0EBA1D3}" type="presOf" srcId="{C857C09E-87ED-425A-907B-909D84FCB663}" destId="{67B32C64-C460-49B6-8093-EFADF722E616}" srcOrd="1" destOrd="0" presId="urn:microsoft.com/office/officeart/2005/8/layout/hList9"/>
    <dgm:cxn modelId="{7BF572D0-6604-4FCC-B7DF-5E324D00DC1C}" type="presOf" srcId="{313239D8-3F31-43CA-B1BB-B90E6373CDE4}" destId="{D1D448B8-CAB8-4369-ADF8-8A8F7FF0D5ED}" srcOrd="0" destOrd="0" presId="urn:microsoft.com/office/officeart/2005/8/layout/hList9"/>
    <dgm:cxn modelId="{BF6CFCD3-FE4A-4C35-B7CB-D8974881ED18}" type="presOf" srcId="{F5CB73EE-C5D9-4A7F-9079-225FED68EF7F}" destId="{7F8502D2-077C-4A54-8A8E-73C041B99874}" srcOrd="0" destOrd="0" presId="urn:microsoft.com/office/officeart/2005/8/layout/hList9"/>
    <dgm:cxn modelId="{C191D7D8-ACAF-4A5C-8812-C8DC33039347}" type="presOf" srcId="{16B56A9E-D7BF-4E7F-8B20-CAACDBA0079C}" destId="{D3615F44-B455-4D99-873D-D53D158B202C}" srcOrd="0" destOrd="0" presId="urn:microsoft.com/office/officeart/2005/8/layout/hList9"/>
    <dgm:cxn modelId="{A468D0E4-2C53-45A0-8682-8E4C2CEA8A9D}" type="presOf" srcId="{8C6BCE94-A241-4FB6-A9F3-F858F4A0D5D1}" destId="{8414C546-0E90-4FDD-912E-09958EEB8771}" srcOrd="1" destOrd="0" presId="urn:microsoft.com/office/officeart/2005/8/layout/hList9"/>
    <dgm:cxn modelId="{B29423E9-2331-4B77-A75C-DFC607828381}" type="presOf" srcId="{FE7FB746-8738-4895-BA65-83F18CCEAC1B}" destId="{A33AC744-8A91-479A-9E9D-BBFDF205D415}" srcOrd="0" destOrd="0" presId="urn:microsoft.com/office/officeart/2005/8/layout/hList9"/>
    <dgm:cxn modelId="{2C0A1DF3-5D6F-4BED-A851-158DF1CFB3E9}" srcId="{96D6B29A-7015-4C2E-B9B2-046A6B04FACC}" destId="{8C6BCE94-A241-4FB6-A9F3-F858F4A0D5D1}" srcOrd="2" destOrd="0" parTransId="{49061CFD-17C1-4C7B-8417-3FFB956969E9}" sibTransId="{22F52CC6-FE21-4EA6-AB7F-8F16AADED349}"/>
    <dgm:cxn modelId="{C6C8D4F4-7C4D-4806-888F-DD4447D2F565}" type="presOf" srcId="{5A1718E7-D688-49B0-AB69-89B79DF2E0A6}" destId="{BFB14BA4-C20C-4173-B3F2-587895FDACCB}" srcOrd="0" destOrd="0" presId="urn:microsoft.com/office/officeart/2005/8/layout/hList9"/>
    <dgm:cxn modelId="{32562151-B4F9-4F80-A056-0DACDD4B0AAA}" type="presParOf" srcId="{D1D448B8-CAB8-4369-ADF8-8A8F7FF0D5ED}" destId="{5D8CB669-8EB7-41D6-91E7-2C8CB0E8E22B}" srcOrd="0" destOrd="0" presId="urn:microsoft.com/office/officeart/2005/8/layout/hList9"/>
    <dgm:cxn modelId="{8094E8B3-78E8-47AC-ADB6-7A6809102C40}" type="presParOf" srcId="{D1D448B8-CAB8-4369-ADF8-8A8F7FF0D5ED}" destId="{D31F0C2D-9FEE-4D66-BB83-6E9A1E8E164E}" srcOrd="1" destOrd="0" presId="urn:microsoft.com/office/officeart/2005/8/layout/hList9"/>
    <dgm:cxn modelId="{4D676BCB-99E1-4EBF-8F92-FAE459AB6E29}" type="presParOf" srcId="{D31F0C2D-9FEE-4D66-BB83-6E9A1E8E164E}" destId="{23D66F45-2AEF-40F9-8980-EDCBEF135D85}" srcOrd="0" destOrd="0" presId="urn:microsoft.com/office/officeart/2005/8/layout/hList9"/>
    <dgm:cxn modelId="{8D14585E-C067-411A-AE3B-212326C46E8D}" type="presParOf" srcId="{D31F0C2D-9FEE-4D66-BB83-6E9A1E8E164E}" destId="{ED67F175-D270-4A4B-9C33-29DBFEC90F02}" srcOrd="1" destOrd="0" presId="urn:microsoft.com/office/officeart/2005/8/layout/hList9"/>
    <dgm:cxn modelId="{5C46C4E0-C411-46D9-B6E1-97BE031A845F}" type="presParOf" srcId="{ED67F175-D270-4A4B-9C33-29DBFEC90F02}" destId="{D5D39578-334A-4E29-ABA5-660C29B1F664}" srcOrd="0" destOrd="0" presId="urn:microsoft.com/office/officeart/2005/8/layout/hList9"/>
    <dgm:cxn modelId="{318FF35A-3E03-41F6-AF9F-5E17B8EE2501}" type="presParOf" srcId="{ED67F175-D270-4A4B-9C33-29DBFEC90F02}" destId="{C3B53BE8-41F1-4112-AB9B-99DA0489BAE9}" srcOrd="1" destOrd="0" presId="urn:microsoft.com/office/officeart/2005/8/layout/hList9"/>
    <dgm:cxn modelId="{9745196D-DDAA-4531-BC5D-53F9AFD96B6E}" type="presParOf" srcId="{D31F0C2D-9FEE-4D66-BB83-6E9A1E8E164E}" destId="{4F0B9518-A693-430F-AB3B-D457CA52F964}" srcOrd="2" destOrd="0" presId="urn:microsoft.com/office/officeart/2005/8/layout/hList9"/>
    <dgm:cxn modelId="{8F3D24C9-E924-4432-BA13-FD5C5055A3C8}" type="presParOf" srcId="{4F0B9518-A693-430F-AB3B-D457CA52F964}" destId="{C22B0D5C-373B-4CD8-B594-A239945F37AB}" srcOrd="0" destOrd="0" presId="urn:microsoft.com/office/officeart/2005/8/layout/hList9"/>
    <dgm:cxn modelId="{31602C68-B618-4BFB-906F-A3FCBDA7B46B}" type="presParOf" srcId="{4F0B9518-A693-430F-AB3B-D457CA52F964}" destId="{871A03C8-A1B8-4E06-AD56-4670D979DB1B}" srcOrd="1" destOrd="0" presId="urn:microsoft.com/office/officeart/2005/8/layout/hList9"/>
    <dgm:cxn modelId="{169F8386-EB3F-4860-A957-C6326BC67DD5}" type="presParOf" srcId="{D31F0C2D-9FEE-4D66-BB83-6E9A1E8E164E}" destId="{D0D6F05F-ECA1-4303-AC98-E93890881D90}" srcOrd="3" destOrd="0" presId="urn:microsoft.com/office/officeart/2005/8/layout/hList9"/>
    <dgm:cxn modelId="{1EF88FA7-5ED3-47A3-A13D-269ACBB6DC9D}" type="presParOf" srcId="{D0D6F05F-ECA1-4303-AC98-E93890881D90}" destId="{25CB18FD-E688-4AA8-9B07-CBE10C659974}" srcOrd="0" destOrd="0" presId="urn:microsoft.com/office/officeart/2005/8/layout/hList9"/>
    <dgm:cxn modelId="{2F4E96AE-1C41-4210-9793-0822D9AFB286}" type="presParOf" srcId="{D0D6F05F-ECA1-4303-AC98-E93890881D90}" destId="{8414C546-0E90-4FDD-912E-09958EEB8771}" srcOrd="1" destOrd="0" presId="urn:microsoft.com/office/officeart/2005/8/layout/hList9"/>
    <dgm:cxn modelId="{956EB92F-5517-441C-BAC1-9D35FB3D1B8C}" type="presParOf" srcId="{D31F0C2D-9FEE-4D66-BB83-6E9A1E8E164E}" destId="{1BA89A04-8E68-4018-845A-0F31736AB58A}" srcOrd="4" destOrd="0" presId="urn:microsoft.com/office/officeart/2005/8/layout/hList9"/>
    <dgm:cxn modelId="{BFEA8968-6837-49F0-B819-5EA83D86CAD9}" type="presParOf" srcId="{1BA89A04-8E68-4018-845A-0F31736AB58A}" destId="{D3615F44-B455-4D99-873D-D53D158B202C}" srcOrd="0" destOrd="0" presId="urn:microsoft.com/office/officeart/2005/8/layout/hList9"/>
    <dgm:cxn modelId="{272E04FA-35D3-47FC-93D4-08CEDF8903D1}" type="presParOf" srcId="{1BA89A04-8E68-4018-845A-0F31736AB58A}" destId="{5BD90D87-C59E-4317-8769-77EBC3169974}" srcOrd="1" destOrd="0" presId="urn:microsoft.com/office/officeart/2005/8/layout/hList9"/>
    <dgm:cxn modelId="{60FAF1DD-C429-467D-B60E-D9678FB9720C}" type="presParOf" srcId="{D1D448B8-CAB8-4369-ADF8-8A8F7FF0D5ED}" destId="{CCC143BE-B699-4AE2-8317-8181110CFF29}" srcOrd="2" destOrd="0" presId="urn:microsoft.com/office/officeart/2005/8/layout/hList9"/>
    <dgm:cxn modelId="{192D07E1-4331-4485-9626-086BF7BAFA18}" type="presParOf" srcId="{D1D448B8-CAB8-4369-ADF8-8A8F7FF0D5ED}" destId="{931261C0-BEB8-43D1-A8F1-D520ACD22492}" srcOrd="3" destOrd="0" presId="urn:microsoft.com/office/officeart/2005/8/layout/hList9"/>
    <dgm:cxn modelId="{FDF13E7F-4D70-4EBD-87A3-AC6530449379}" type="presParOf" srcId="{D1D448B8-CAB8-4369-ADF8-8A8F7FF0D5ED}" destId="{EAFD6591-1002-4353-AD2F-B5E4AECE3FC0}" srcOrd="4" destOrd="0" presId="urn:microsoft.com/office/officeart/2005/8/layout/hList9"/>
    <dgm:cxn modelId="{4DCE1299-96B2-45C8-A59A-798371A68CC7}" type="presParOf" srcId="{D1D448B8-CAB8-4369-ADF8-8A8F7FF0D5ED}" destId="{BD13FD3E-9407-4CAE-8EC0-9CF323CEF624}" srcOrd="5" destOrd="0" presId="urn:microsoft.com/office/officeart/2005/8/layout/hList9"/>
    <dgm:cxn modelId="{9642371A-1F24-477E-A325-2B9AECFA803F}" type="presParOf" srcId="{D1D448B8-CAB8-4369-ADF8-8A8F7FF0D5ED}" destId="{9F9EE345-A73E-4B76-B493-5E8FA5DC7B49}" srcOrd="6" destOrd="0" presId="urn:microsoft.com/office/officeart/2005/8/layout/hList9"/>
    <dgm:cxn modelId="{6C1BAB7D-3622-4F0B-94D6-7E4E643D3B67}" type="presParOf" srcId="{9F9EE345-A73E-4B76-B493-5E8FA5DC7B49}" destId="{E6ABEB10-CDBA-41BF-B2C3-C49235D7A95F}" srcOrd="0" destOrd="0" presId="urn:microsoft.com/office/officeart/2005/8/layout/hList9"/>
    <dgm:cxn modelId="{75C2BC0B-806F-45D7-928C-29261B9052CE}" type="presParOf" srcId="{9F9EE345-A73E-4B76-B493-5E8FA5DC7B49}" destId="{BA44F8C0-1669-4956-8437-75483AD76A8D}" srcOrd="1" destOrd="0" presId="urn:microsoft.com/office/officeart/2005/8/layout/hList9"/>
    <dgm:cxn modelId="{FECC3AD9-7808-4D6D-99A4-45EA847D77E5}" type="presParOf" srcId="{BA44F8C0-1669-4956-8437-75483AD76A8D}" destId="{E6A08F4F-CD92-4DE6-A7D3-B9C88D8C520D}" srcOrd="0" destOrd="0" presId="urn:microsoft.com/office/officeart/2005/8/layout/hList9"/>
    <dgm:cxn modelId="{F0333D7C-B869-492C-8D18-9D1C00A659C4}" type="presParOf" srcId="{BA44F8C0-1669-4956-8437-75483AD76A8D}" destId="{67B32C64-C460-49B6-8093-EFADF722E616}" srcOrd="1" destOrd="0" presId="urn:microsoft.com/office/officeart/2005/8/layout/hList9"/>
    <dgm:cxn modelId="{95523111-5FB1-4C5B-A549-971D7E63D741}" type="presParOf" srcId="{9F9EE345-A73E-4B76-B493-5E8FA5DC7B49}" destId="{66DF0887-4CD1-45DA-8DEF-8A6BB0196DD2}" srcOrd="2" destOrd="0" presId="urn:microsoft.com/office/officeart/2005/8/layout/hList9"/>
    <dgm:cxn modelId="{0BDC4377-FBD4-4B60-AF23-937CCF703971}" type="presParOf" srcId="{66DF0887-4CD1-45DA-8DEF-8A6BB0196DD2}" destId="{D7E4C8B7-614A-4208-A7E8-F7E11E9546C8}" srcOrd="0" destOrd="0" presId="urn:microsoft.com/office/officeart/2005/8/layout/hList9"/>
    <dgm:cxn modelId="{296FB649-F464-411C-953D-D5C11B2902C2}" type="presParOf" srcId="{66DF0887-4CD1-45DA-8DEF-8A6BB0196DD2}" destId="{D6D1F73E-1B89-4477-81E2-894C623E6150}" srcOrd="1" destOrd="0" presId="urn:microsoft.com/office/officeart/2005/8/layout/hList9"/>
    <dgm:cxn modelId="{DB543FF4-AE59-423A-96C4-C598CC3EFF49}" type="presParOf" srcId="{9F9EE345-A73E-4B76-B493-5E8FA5DC7B49}" destId="{C70CE380-D482-4CF7-ACC0-1BD5DAFE7BC0}" srcOrd="3" destOrd="0" presId="urn:microsoft.com/office/officeart/2005/8/layout/hList9"/>
    <dgm:cxn modelId="{4CB6BF1E-5CA1-49C0-A602-891FF54022D1}" type="presParOf" srcId="{C70CE380-D482-4CF7-ACC0-1BD5DAFE7BC0}" destId="{A33AC744-8A91-479A-9E9D-BBFDF205D415}" srcOrd="0" destOrd="0" presId="urn:microsoft.com/office/officeart/2005/8/layout/hList9"/>
    <dgm:cxn modelId="{52D7287F-612A-4E22-8FA8-AC91D8B81D81}" type="presParOf" srcId="{C70CE380-D482-4CF7-ACC0-1BD5DAFE7BC0}" destId="{67643F67-695A-447D-834D-B3DB89EA4CEC}" srcOrd="1" destOrd="0" presId="urn:microsoft.com/office/officeart/2005/8/layout/hList9"/>
    <dgm:cxn modelId="{A0E709CB-D1FC-4507-91B1-E51D299E6A27}" type="presParOf" srcId="{9F9EE345-A73E-4B76-B493-5E8FA5DC7B49}" destId="{1D5C7A76-638E-4485-858F-387F1E392237}" srcOrd="4" destOrd="0" presId="urn:microsoft.com/office/officeart/2005/8/layout/hList9"/>
    <dgm:cxn modelId="{8BFD8ABB-61E4-4B7D-AF50-D370B371484D}" type="presParOf" srcId="{1D5C7A76-638E-4485-858F-387F1E392237}" destId="{7F8502D2-077C-4A54-8A8E-73C041B99874}" srcOrd="0" destOrd="0" presId="urn:microsoft.com/office/officeart/2005/8/layout/hList9"/>
    <dgm:cxn modelId="{42A4B5F9-B7C2-412A-A9EF-9E6D4D059B18}" type="presParOf" srcId="{1D5C7A76-638E-4485-858F-387F1E392237}" destId="{8BF5115A-D81E-47E8-8764-64B39BB2FE6A}" srcOrd="1" destOrd="0" presId="urn:microsoft.com/office/officeart/2005/8/layout/hList9"/>
    <dgm:cxn modelId="{AB38AB24-DDAC-4F57-B6F7-66B95C327149}" type="presParOf" srcId="{D1D448B8-CAB8-4369-ADF8-8A8F7FF0D5ED}" destId="{B21404F4-BDA4-44BC-BD86-DBDF00216051}" srcOrd="7" destOrd="0" presId="urn:microsoft.com/office/officeart/2005/8/layout/hList9"/>
    <dgm:cxn modelId="{EA2BFA31-E67E-4A91-9C1A-D3C5B4743530}" type="presParOf" srcId="{D1D448B8-CAB8-4369-ADF8-8A8F7FF0D5ED}" destId="{72C01D0E-E79E-4BFA-B082-9BF08413CFB7}" srcOrd="8" destOrd="0" presId="urn:microsoft.com/office/officeart/2005/8/layout/hList9"/>
    <dgm:cxn modelId="{D5754581-3FFD-435D-8B58-492C928056D4}" type="presParOf" srcId="{D1D448B8-CAB8-4369-ADF8-8A8F7FF0D5ED}" destId="{DDE59861-CC57-45FF-BC1A-9E4A2C9A59AF}" srcOrd="9" destOrd="0" presId="urn:microsoft.com/office/officeart/2005/8/layout/hList9"/>
    <dgm:cxn modelId="{75A07661-0F66-4BBF-BE43-0EB75FFB9CB8}" type="presParOf" srcId="{D1D448B8-CAB8-4369-ADF8-8A8F7FF0D5ED}" destId="{7309CD73-0A06-4498-B524-4FA561C77250}" srcOrd="10" destOrd="0" presId="urn:microsoft.com/office/officeart/2005/8/layout/hList9"/>
    <dgm:cxn modelId="{17D7C2CB-7830-4042-92A3-1F435E04B365}" type="presParOf" srcId="{D1D448B8-CAB8-4369-ADF8-8A8F7FF0D5ED}" destId="{2381C8E8-7809-4C88-9492-0242766D1EC6}" srcOrd="11" destOrd="0" presId="urn:microsoft.com/office/officeart/2005/8/layout/hList9"/>
    <dgm:cxn modelId="{CC7DB7F8-719C-4659-8937-CA3202FCCCA3}" type="presParOf" srcId="{2381C8E8-7809-4C88-9492-0242766D1EC6}" destId="{02E7FA50-25D1-4456-A1A1-4A4B073BBE4E}" srcOrd="0" destOrd="0" presId="urn:microsoft.com/office/officeart/2005/8/layout/hList9"/>
    <dgm:cxn modelId="{EBD51E69-098C-4492-BE0D-8654621506CC}" type="presParOf" srcId="{2381C8E8-7809-4C88-9492-0242766D1EC6}" destId="{D4EF5BA9-60DE-4371-843A-5C9DFB79CC55}" srcOrd="1" destOrd="0" presId="urn:microsoft.com/office/officeart/2005/8/layout/hList9"/>
    <dgm:cxn modelId="{9C5091E2-5DDB-4BE0-8E4B-C53B89554E65}" type="presParOf" srcId="{D4EF5BA9-60DE-4371-843A-5C9DFB79CC55}" destId="{A711AEB2-2478-40AE-AB00-D73783E55474}" srcOrd="0" destOrd="0" presId="urn:microsoft.com/office/officeart/2005/8/layout/hList9"/>
    <dgm:cxn modelId="{F5BB3ABF-8F7E-43D7-8E40-145731733541}" type="presParOf" srcId="{D4EF5BA9-60DE-4371-843A-5C9DFB79CC55}" destId="{3538ED07-8D6C-4B95-90B9-BE1EB8D8F759}" srcOrd="1" destOrd="0" presId="urn:microsoft.com/office/officeart/2005/8/layout/hList9"/>
    <dgm:cxn modelId="{FE6F9CD2-F154-4A28-9B40-80AD326F87C5}" type="presParOf" srcId="{2381C8E8-7809-4C88-9492-0242766D1EC6}" destId="{4EF06072-D42D-41A1-8A14-F9323D5B43F0}" srcOrd="2" destOrd="0" presId="urn:microsoft.com/office/officeart/2005/8/layout/hList9"/>
    <dgm:cxn modelId="{D85D24EB-E56C-4095-8949-C6B51C9182C0}" type="presParOf" srcId="{4EF06072-D42D-41A1-8A14-F9323D5B43F0}" destId="{90452C46-3672-4D18-AE14-60A9741D4D25}" srcOrd="0" destOrd="0" presId="urn:microsoft.com/office/officeart/2005/8/layout/hList9"/>
    <dgm:cxn modelId="{0A187855-3CFC-4948-B302-8473DC38B70E}" type="presParOf" srcId="{4EF06072-D42D-41A1-8A14-F9323D5B43F0}" destId="{7C0BD3E6-4134-4332-B4A5-4F4D4B1A1085}" srcOrd="1" destOrd="0" presId="urn:microsoft.com/office/officeart/2005/8/layout/hList9"/>
    <dgm:cxn modelId="{7510905C-3326-4FBC-AA81-2118D7252984}" type="presParOf" srcId="{2381C8E8-7809-4C88-9492-0242766D1EC6}" destId="{ABB43637-69BB-4AE4-882C-D6626062EFF5}" srcOrd="3" destOrd="0" presId="urn:microsoft.com/office/officeart/2005/8/layout/hList9"/>
    <dgm:cxn modelId="{4707C9EA-B719-4C80-8B81-61835E2048EC}" type="presParOf" srcId="{ABB43637-69BB-4AE4-882C-D6626062EFF5}" destId="{1C93E33C-22C8-4B05-A0E3-B027A3012D01}" srcOrd="0" destOrd="0" presId="urn:microsoft.com/office/officeart/2005/8/layout/hList9"/>
    <dgm:cxn modelId="{0B9F33D6-E69D-4612-ACD3-B7427BA900EA}" type="presParOf" srcId="{ABB43637-69BB-4AE4-882C-D6626062EFF5}" destId="{2F3655C3-B42A-4D02-A546-56955BFBC9D8}" srcOrd="1" destOrd="0" presId="urn:microsoft.com/office/officeart/2005/8/layout/hList9"/>
    <dgm:cxn modelId="{CE045F23-1A0A-496A-893A-5C94B53B751D}" type="presParOf" srcId="{D1D448B8-CAB8-4369-ADF8-8A8F7FF0D5ED}" destId="{D4EDCE9F-1A29-4153-9FF0-6AAEB39DD6E7}" srcOrd="12" destOrd="0" presId="urn:microsoft.com/office/officeart/2005/8/layout/hList9"/>
    <dgm:cxn modelId="{A0D235A5-A35D-4B92-BBB6-19D0C7D58A3E}" type="presParOf" srcId="{D1D448B8-CAB8-4369-ADF8-8A8F7FF0D5ED}" destId="{37C95048-C798-4C35-A9A8-C7DE65620006}" srcOrd="13" destOrd="0" presId="urn:microsoft.com/office/officeart/2005/8/layout/hList9"/>
    <dgm:cxn modelId="{A461DFFC-5646-42FA-9FA1-561DB3691D86}" type="presParOf" srcId="{D1D448B8-CAB8-4369-ADF8-8A8F7FF0D5ED}" destId="{337B6C77-D296-4F7F-823A-77BAB6627F00}" srcOrd="14" destOrd="0" presId="urn:microsoft.com/office/officeart/2005/8/layout/hList9"/>
    <dgm:cxn modelId="{55876FD5-4644-48FA-B32E-FD5D1F9B6B4D}" type="presParOf" srcId="{D1D448B8-CAB8-4369-ADF8-8A8F7FF0D5ED}" destId="{594C3881-741C-4C3D-9E5C-92C0DFCA3C4C}" srcOrd="15" destOrd="0" presId="urn:microsoft.com/office/officeart/2005/8/layout/hList9"/>
    <dgm:cxn modelId="{B114CFA2-1481-4BE0-BDCA-BE7E4440885B}" type="presParOf" srcId="{D1D448B8-CAB8-4369-ADF8-8A8F7FF0D5ED}" destId="{1DAADD58-4AAF-45B5-9ABF-A27472C46E07}" srcOrd="16" destOrd="0" presId="urn:microsoft.com/office/officeart/2005/8/layout/hList9"/>
    <dgm:cxn modelId="{CDAF62B4-FECC-4295-A8CC-085595B5764B}" type="presParOf" srcId="{1DAADD58-4AAF-45B5-9ABF-A27472C46E07}" destId="{5BE383D9-1951-4A4E-A71B-75471E0BF4E6}" srcOrd="0" destOrd="0" presId="urn:microsoft.com/office/officeart/2005/8/layout/hList9"/>
    <dgm:cxn modelId="{D437E7B9-A15C-48E5-8672-C2BE72658383}" type="presParOf" srcId="{1DAADD58-4AAF-45B5-9ABF-A27472C46E07}" destId="{D28893B2-97C2-4CD6-A57A-B5C455187BA8}" srcOrd="1" destOrd="0" presId="urn:microsoft.com/office/officeart/2005/8/layout/hList9"/>
    <dgm:cxn modelId="{5715F910-FAC6-4B7B-808A-CA933A50FD79}" type="presParOf" srcId="{D28893B2-97C2-4CD6-A57A-B5C455187BA8}" destId="{7E4B4A8F-3B90-4F78-8151-61298FB5B1CA}" srcOrd="0" destOrd="0" presId="urn:microsoft.com/office/officeart/2005/8/layout/hList9"/>
    <dgm:cxn modelId="{9A0C51AC-A454-4480-A39F-B3A154241A31}" type="presParOf" srcId="{D28893B2-97C2-4CD6-A57A-B5C455187BA8}" destId="{FD8E3E37-A63A-476B-92E3-D8CBD1F66D88}" srcOrd="1" destOrd="0" presId="urn:microsoft.com/office/officeart/2005/8/layout/hList9"/>
    <dgm:cxn modelId="{2A17FF28-67EC-4B76-80EA-0FFD4DAF1E81}" type="presParOf" srcId="{1DAADD58-4AAF-45B5-9ABF-A27472C46E07}" destId="{B3719324-F9D8-4CFA-B78E-0B61A1BA5AB7}" srcOrd="2" destOrd="0" presId="urn:microsoft.com/office/officeart/2005/8/layout/hList9"/>
    <dgm:cxn modelId="{04CF8C99-B598-42E2-A3E4-072CCF3DA558}" type="presParOf" srcId="{B3719324-F9D8-4CFA-B78E-0B61A1BA5AB7}" destId="{CFF08192-88E4-4113-990E-DA4FD516A350}" srcOrd="0" destOrd="0" presId="urn:microsoft.com/office/officeart/2005/8/layout/hList9"/>
    <dgm:cxn modelId="{D54C441C-04A1-40E9-B4AD-14DBDB461C3D}" type="presParOf" srcId="{B3719324-F9D8-4CFA-B78E-0B61A1BA5AB7}" destId="{EA1034D2-5F0F-4586-BF95-C3DD11B661C0}" srcOrd="1" destOrd="0" presId="urn:microsoft.com/office/officeart/2005/8/layout/hList9"/>
    <dgm:cxn modelId="{9D177878-7ECA-4611-ADE3-19CA43E01C05}" type="presParOf" srcId="{D1D448B8-CAB8-4369-ADF8-8A8F7FF0D5ED}" destId="{7957A34A-E7F8-499A-AC61-6BA9A656E9F5}" srcOrd="17" destOrd="0" presId="urn:microsoft.com/office/officeart/2005/8/layout/hList9"/>
    <dgm:cxn modelId="{2F404E85-2070-4C0F-AD47-B7CD05788BB9}" type="presParOf" srcId="{D1D448B8-CAB8-4369-ADF8-8A8F7FF0D5ED}" destId="{BFB14BA4-C20C-4173-B3F2-587895FDACCB}" srcOrd="18" destOrd="0" presId="urn:microsoft.com/office/officeart/2005/8/layout/hList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D39578-334A-4E29-ABA5-660C29B1F664}">
      <dsp:nvSpPr>
        <dsp:cNvPr id="0" name=""/>
        <dsp:cNvSpPr/>
      </dsp:nvSpPr>
      <dsp:spPr>
        <a:xfrm>
          <a:off x="744823" y="754579"/>
          <a:ext cx="1387200" cy="925262"/>
        </a:xfrm>
        <a:prstGeom prst="rect">
          <a:avLst/>
        </a:prstGeom>
        <a:solidFill>
          <a:srgbClr val="002060">
            <a:alpha val="90000"/>
          </a:srgb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64008" rIns="64008" bIns="64008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900" kern="1200" dirty="0">
              <a:solidFill>
                <a:schemeClr val="bg1"/>
              </a:solidFill>
            </a:rPr>
            <a:t>At top of stack</a:t>
          </a:r>
        </a:p>
      </dsp:txBody>
      <dsp:txXfrm>
        <a:off x="966775" y="754579"/>
        <a:ext cx="1165248" cy="925262"/>
      </dsp:txXfrm>
    </dsp:sp>
    <dsp:sp modelId="{C22B0D5C-373B-4CD8-B594-A239945F37AB}">
      <dsp:nvSpPr>
        <dsp:cNvPr id="0" name=""/>
        <dsp:cNvSpPr/>
      </dsp:nvSpPr>
      <dsp:spPr>
        <a:xfrm>
          <a:off x="744823" y="1679841"/>
          <a:ext cx="1387200" cy="925262"/>
        </a:xfrm>
        <a:prstGeom prst="rect">
          <a:avLst/>
        </a:prstGeom>
        <a:solidFill>
          <a:srgbClr val="002060">
            <a:alpha val="90000"/>
          </a:srgb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64008" rIns="64008" bIns="64008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900" kern="1200" dirty="0">
              <a:solidFill>
                <a:schemeClr val="bg1"/>
              </a:solidFill>
            </a:rPr>
            <a:t>Is </a:t>
          </a:r>
          <a:r>
            <a:rPr lang="en-ZA" sz="900" b="1" i="1" kern="1200" dirty="0">
              <a:solidFill>
                <a:schemeClr val="bg1"/>
              </a:solidFill>
            </a:rPr>
            <a:t>visible, focused, foreground </a:t>
          </a:r>
          <a:r>
            <a:rPr lang="en-ZA" sz="900" kern="1200" dirty="0">
              <a:solidFill>
                <a:schemeClr val="bg1"/>
              </a:solidFill>
            </a:rPr>
            <a:t>Activity</a:t>
          </a:r>
        </a:p>
      </dsp:txBody>
      <dsp:txXfrm>
        <a:off x="966775" y="1679841"/>
        <a:ext cx="1165248" cy="925262"/>
      </dsp:txXfrm>
    </dsp:sp>
    <dsp:sp modelId="{25CB18FD-E688-4AA8-9B07-CBE10C659974}">
      <dsp:nvSpPr>
        <dsp:cNvPr id="0" name=""/>
        <dsp:cNvSpPr/>
      </dsp:nvSpPr>
      <dsp:spPr>
        <a:xfrm>
          <a:off x="744823" y="2605104"/>
          <a:ext cx="1387200" cy="925262"/>
        </a:xfrm>
        <a:prstGeom prst="rect">
          <a:avLst/>
        </a:prstGeom>
        <a:solidFill>
          <a:srgbClr val="002060">
            <a:alpha val="90000"/>
          </a:srgb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64008" rIns="64008" bIns="64008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900" kern="1200" dirty="0">
              <a:solidFill>
                <a:schemeClr val="bg1"/>
              </a:solidFill>
            </a:rPr>
            <a:t>Android attempts to keep alive at all costs (will rather kill Activities lower on the stack to recover resources</a:t>
          </a:r>
        </a:p>
      </dsp:txBody>
      <dsp:txXfrm>
        <a:off x="966775" y="2605104"/>
        <a:ext cx="1165248" cy="925262"/>
      </dsp:txXfrm>
    </dsp:sp>
    <dsp:sp modelId="{D3615F44-B455-4D99-873D-D53D158B202C}">
      <dsp:nvSpPr>
        <dsp:cNvPr id="0" name=""/>
        <dsp:cNvSpPr/>
      </dsp:nvSpPr>
      <dsp:spPr>
        <a:xfrm>
          <a:off x="744823" y="3530366"/>
          <a:ext cx="1387200" cy="925262"/>
        </a:xfrm>
        <a:prstGeom prst="rect">
          <a:avLst/>
        </a:prstGeom>
        <a:solidFill>
          <a:srgbClr val="002060">
            <a:alpha val="90000"/>
          </a:srgb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64008" rIns="64008" bIns="64008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900" b="1" i="1" kern="1200" dirty="0">
              <a:solidFill>
                <a:schemeClr val="bg1"/>
              </a:solidFill>
            </a:rPr>
            <a:t>Paused</a:t>
          </a:r>
          <a:r>
            <a:rPr lang="en-ZA" sz="900" kern="1200" dirty="0">
              <a:solidFill>
                <a:schemeClr val="bg1"/>
              </a:solidFill>
            </a:rPr>
            <a:t> when another Activity becomes </a:t>
          </a:r>
          <a:r>
            <a:rPr lang="en-ZA" sz="900" b="1" i="1" kern="1200" dirty="0">
              <a:solidFill>
                <a:schemeClr val="bg1"/>
              </a:solidFill>
            </a:rPr>
            <a:t>active</a:t>
          </a:r>
        </a:p>
      </dsp:txBody>
      <dsp:txXfrm>
        <a:off x="966775" y="3530366"/>
        <a:ext cx="1165248" cy="925262"/>
      </dsp:txXfrm>
    </dsp:sp>
    <dsp:sp modelId="{931261C0-BEB8-43D1-A8F1-D520ACD22492}">
      <dsp:nvSpPr>
        <dsp:cNvPr id="0" name=""/>
        <dsp:cNvSpPr/>
      </dsp:nvSpPr>
      <dsp:spPr>
        <a:xfrm>
          <a:off x="4983" y="384659"/>
          <a:ext cx="924800" cy="924800"/>
        </a:xfrm>
        <a:prstGeom prst="ellipse">
          <a:avLst/>
        </a:prstGeom>
        <a:solidFill>
          <a:schemeClr val="accent5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300" kern="1200" dirty="0"/>
            <a:t>Active</a:t>
          </a:r>
        </a:p>
      </dsp:txBody>
      <dsp:txXfrm>
        <a:off x="140417" y="520093"/>
        <a:ext cx="653932" cy="653932"/>
      </dsp:txXfrm>
    </dsp:sp>
    <dsp:sp modelId="{E6A08F4F-CD92-4DE6-A7D3-B9C88D8C520D}">
      <dsp:nvSpPr>
        <dsp:cNvPr id="0" name=""/>
        <dsp:cNvSpPr/>
      </dsp:nvSpPr>
      <dsp:spPr>
        <a:xfrm>
          <a:off x="3056823" y="754579"/>
          <a:ext cx="1387200" cy="925262"/>
        </a:xfrm>
        <a:prstGeom prst="rect">
          <a:avLst/>
        </a:prstGeom>
        <a:solidFill>
          <a:srgbClr val="002060">
            <a:alpha val="90000"/>
          </a:srgb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64008" rIns="64008" bIns="64008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900" kern="1200" dirty="0">
              <a:solidFill>
                <a:schemeClr val="bg1"/>
              </a:solidFill>
            </a:rPr>
            <a:t>Normally not </a:t>
          </a:r>
          <a:r>
            <a:rPr lang="en-ZA" sz="900" b="1" i="1" kern="1200" dirty="0">
              <a:solidFill>
                <a:schemeClr val="bg1"/>
              </a:solidFill>
            </a:rPr>
            <a:t>visible</a:t>
          </a:r>
          <a:r>
            <a:rPr lang="en-ZA" sz="900" kern="1200" dirty="0">
              <a:solidFill>
                <a:schemeClr val="bg1"/>
              </a:solidFill>
            </a:rPr>
            <a:t>; always not </a:t>
          </a:r>
          <a:r>
            <a:rPr lang="en-ZA" sz="900" b="1" i="1" kern="1200" dirty="0">
              <a:solidFill>
                <a:schemeClr val="bg1"/>
              </a:solidFill>
            </a:rPr>
            <a:t>focused</a:t>
          </a:r>
        </a:p>
      </dsp:txBody>
      <dsp:txXfrm>
        <a:off x="3278775" y="754579"/>
        <a:ext cx="1165248" cy="925262"/>
      </dsp:txXfrm>
    </dsp:sp>
    <dsp:sp modelId="{D7E4C8B7-614A-4208-A7E8-F7E11E9546C8}">
      <dsp:nvSpPr>
        <dsp:cNvPr id="0" name=""/>
        <dsp:cNvSpPr/>
      </dsp:nvSpPr>
      <dsp:spPr>
        <a:xfrm>
          <a:off x="3056823" y="1679841"/>
          <a:ext cx="1387200" cy="925262"/>
        </a:xfrm>
        <a:prstGeom prst="rect">
          <a:avLst/>
        </a:prstGeom>
        <a:solidFill>
          <a:srgbClr val="002060">
            <a:alpha val="90000"/>
          </a:srgb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64008" rIns="64008" bIns="64008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900" kern="1200" dirty="0">
              <a:solidFill>
                <a:schemeClr val="bg1"/>
              </a:solidFill>
            </a:rPr>
            <a:t>Treated as </a:t>
          </a:r>
          <a:r>
            <a:rPr lang="en-ZA" sz="900" b="1" i="1" kern="1200" dirty="0">
              <a:solidFill>
                <a:schemeClr val="bg1"/>
              </a:solidFill>
            </a:rPr>
            <a:t>active</a:t>
          </a:r>
          <a:r>
            <a:rPr lang="en-ZA" sz="900" kern="1200" dirty="0">
              <a:solidFill>
                <a:schemeClr val="bg1"/>
              </a:solidFill>
            </a:rPr>
            <a:t>, but no user input events received</a:t>
          </a:r>
        </a:p>
      </dsp:txBody>
      <dsp:txXfrm>
        <a:off x="3278775" y="1679841"/>
        <a:ext cx="1165248" cy="925262"/>
      </dsp:txXfrm>
    </dsp:sp>
    <dsp:sp modelId="{A33AC744-8A91-479A-9E9D-BBFDF205D415}">
      <dsp:nvSpPr>
        <dsp:cNvPr id="0" name=""/>
        <dsp:cNvSpPr/>
      </dsp:nvSpPr>
      <dsp:spPr>
        <a:xfrm>
          <a:off x="3056823" y="2605104"/>
          <a:ext cx="1387200" cy="925262"/>
        </a:xfrm>
        <a:prstGeom prst="rect">
          <a:avLst/>
        </a:prstGeom>
        <a:solidFill>
          <a:srgbClr val="002060">
            <a:alpha val="90000"/>
          </a:srgb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64008" rIns="64008" bIns="64008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900" kern="1200" dirty="0">
              <a:solidFill>
                <a:schemeClr val="bg1"/>
              </a:solidFill>
            </a:rPr>
            <a:t>Killed in extreme circumstances to recover resources</a:t>
          </a:r>
        </a:p>
      </dsp:txBody>
      <dsp:txXfrm>
        <a:off x="3278775" y="2605104"/>
        <a:ext cx="1165248" cy="925262"/>
      </dsp:txXfrm>
    </dsp:sp>
    <dsp:sp modelId="{7F8502D2-077C-4A54-8A8E-73C041B99874}">
      <dsp:nvSpPr>
        <dsp:cNvPr id="0" name=""/>
        <dsp:cNvSpPr/>
      </dsp:nvSpPr>
      <dsp:spPr>
        <a:xfrm>
          <a:off x="3056823" y="3530366"/>
          <a:ext cx="1387200" cy="925262"/>
        </a:xfrm>
        <a:prstGeom prst="rect">
          <a:avLst/>
        </a:prstGeom>
        <a:solidFill>
          <a:srgbClr val="002060">
            <a:alpha val="90000"/>
          </a:srgb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64008" rIns="64008" bIns="64008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900" kern="1200" dirty="0">
              <a:solidFill>
                <a:schemeClr val="bg1"/>
              </a:solidFill>
            </a:rPr>
            <a:t>Is </a:t>
          </a:r>
          <a:r>
            <a:rPr lang="en-ZA" sz="900" b="1" i="1" kern="1200" dirty="0">
              <a:solidFill>
                <a:schemeClr val="bg1"/>
              </a:solidFill>
            </a:rPr>
            <a:t>stopped</a:t>
          </a:r>
          <a:r>
            <a:rPr lang="en-ZA" sz="900" kern="1200" dirty="0">
              <a:solidFill>
                <a:schemeClr val="bg1"/>
              </a:solidFill>
            </a:rPr>
            <a:t> if becomes obscured</a:t>
          </a:r>
        </a:p>
      </dsp:txBody>
      <dsp:txXfrm>
        <a:off x="3278775" y="3530366"/>
        <a:ext cx="1165248" cy="925262"/>
      </dsp:txXfrm>
    </dsp:sp>
    <dsp:sp modelId="{72C01D0E-E79E-4BFA-B082-9BF08413CFB7}">
      <dsp:nvSpPr>
        <dsp:cNvPr id="0" name=""/>
        <dsp:cNvSpPr/>
      </dsp:nvSpPr>
      <dsp:spPr>
        <a:xfrm>
          <a:off x="2316983" y="384659"/>
          <a:ext cx="924800" cy="924800"/>
        </a:xfrm>
        <a:prstGeom prst="ellipse">
          <a:avLst/>
        </a:prstGeom>
        <a:solidFill>
          <a:schemeClr val="accent5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300" kern="1200" dirty="0"/>
            <a:t>Paused</a:t>
          </a:r>
        </a:p>
      </dsp:txBody>
      <dsp:txXfrm>
        <a:off x="2452417" y="520093"/>
        <a:ext cx="653932" cy="653932"/>
      </dsp:txXfrm>
    </dsp:sp>
    <dsp:sp modelId="{A711AEB2-2478-40AE-AB00-D73783E55474}">
      <dsp:nvSpPr>
        <dsp:cNvPr id="0" name=""/>
        <dsp:cNvSpPr/>
      </dsp:nvSpPr>
      <dsp:spPr>
        <a:xfrm>
          <a:off x="5368824" y="754579"/>
          <a:ext cx="1387200" cy="925262"/>
        </a:xfrm>
        <a:prstGeom prst="rect">
          <a:avLst/>
        </a:prstGeom>
        <a:solidFill>
          <a:srgbClr val="002060">
            <a:alpha val="90000"/>
          </a:srgb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64008" rIns="64008" bIns="64008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900" kern="1200" dirty="0">
              <a:solidFill>
                <a:schemeClr val="bg1"/>
              </a:solidFill>
            </a:rPr>
            <a:t>Not </a:t>
          </a:r>
          <a:r>
            <a:rPr lang="en-ZA" sz="900" b="1" i="1" kern="1200" dirty="0">
              <a:solidFill>
                <a:schemeClr val="bg1"/>
              </a:solidFill>
            </a:rPr>
            <a:t>visible</a:t>
          </a:r>
        </a:p>
      </dsp:txBody>
      <dsp:txXfrm>
        <a:off x="5590776" y="754579"/>
        <a:ext cx="1165248" cy="925262"/>
      </dsp:txXfrm>
    </dsp:sp>
    <dsp:sp modelId="{90452C46-3672-4D18-AE14-60A9741D4D25}">
      <dsp:nvSpPr>
        <dsp:cNvPr id="0" name=""/>
        <dsp:cNvSpPr/>
      </dsp:nvSpPr>
      <dsp:spPr>
        <a:xfrm>
          <a:off x="5368824" y="1679841"/>
          <a:ext cx="1387200" cy="925262"/>
        </a:xfrm>
        <a:prstGeom prst="rect">
          <a:avLst/>
        </a:prstGeom>
        <a:solidFill>
          <a:srgbClr val="002060">
            <a:alpha val="90000"/>
          </a:srgb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64008" rIns="64008" bIns="64008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900" kern="1200" dirty="0">
              <a:solidFill>
                <a:schemeClr val="bg1"/>
              </a:solidFill>
            </a:rPr>
            <a:t>Remains in memory, retains state memory, </a:t>
          </a:r>
          <a:r>
            <a:rPr lang="en-ZA" sz="900" i="1" kern="1200" dirty="0">
              <a:solidFill>
                <a:schemeClr val="bg1"/>
              </a:solidFill>
            </a:rPr>
            <a:t>but</a:t>
          </a:r>
          <a:r>
            <a:rPr lang="en-ZA" sz="900" kern="1200" dirty="0">
              <a:solidFill>
                <a:schemeClr val="bg1"/>
              </a:solidFill>
            </a:rPr>
            <a:t> candidate for termination</a:t>
          </a:r>
        </a:p>
      </dsp:txBody>
      <dsp:txXfrm>
        <a:off x="5590776" y="1679841"/>
        <a:ext cx="1165248" cy="925262"/>
      </dsp:txXfrm>
    </dsp:sp>
    <dsp:sp modelId="{1C93E33C-22C8-4B05-A0E3-B027A3012D01}">
      <dsp:nvSpPr>
        <dsp:cNvPr id="0" name=""/>
        <dsp:cNvSpPr/>
      </dsp:nvSpPr>
      <dsp:spPr>
        <a:xfrm>
          <a:off x="5368824" y="2605104"/>
          <a:ext cx="1387200" cy="925262"/>
        </a:xfrm>
        <a:prstGeom prst="rect">
          <a:avLst/>
        </a:prstGeom>
        <a:solidFill>
          <a:srgbClr val="002060">
            <a:alpha val="90000"/>
          </a:srgb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64008" rIns="64008" bIns="64008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900" kern="1200" dirty="0">
              <a:solidFill>
                <a:schemeClr val="bg1"/>
              </a:solidFill>
            </a:rPr>
            <a:t>NB saved data &amp; current UI state</a:t>
          </a:r>
        </a:p>
      </dsp:txBody>
      <dsp:txXfrm>
        <a:off x="5590776" y="2605104"/>
        <a:ext cx="1165248" cy="925262"/>
      </dsp:txXfrm>
    </dsp:sp>
    <dsp:sp modelId="{37C95048-C798-4C35-A9A8-C7DE65620006}">
      <dsp:nvSpPr>
        <dsp:cNvPr id="0" name=""/>
        <dsp:cNvSpPr/>
      </dsp:nvSpPr>
      <dsp:spPr>
        <a:xfrm>
          <a:off x="4628984" y="384659"/>
          <a:ext cx="924800" cy="924800"/>
        </a:xfrm>
        <a:prstGeom prst="ellipse">
          <a:avLst/>
        </a:prstGeom>
        <a:solidFill>
          <a:schemeClr val="accent5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300" kern="1200" dirty="0"/>
            <a:t>Stopped</a:t>
          </a:r>
        </a:p>
      </dsp:txBody>
      <dsp:txXfrm>
        <a:off x="4764418" y="520093"/>
        <a:ext cx="653932" cy="653932"/>
      </dsp:txXfrm>
    </dsp:sp>
    <dsp:sp modelId="{7E4B4A8F-3B90-4F78-8151-61298FB5B1CA}">
      <dsp:nvSpPr>
        <dsp:cNvPr id="0" name=""/>
        <dsp:cNvSpPr/>
      </dsp:nvSpPr>
      <dsp:spPr>
        <a:xfrm>
          <a:off x="7680824" y="754579"/>
          <a:ext cx="1387200" cy="925262"/>
        </a:xfrm>
        <a:prstGeom prst="rect">
          <a:avLst/>
        </a:prstGeom>
        <a:solidFill>
          <a:srgbClr val="002060">
            <a:alpha val="90000"/>
          </a:srgb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64008" rIns="64008" bIns="64008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900" kern="1200" dirty="0">
              <a:solidFill>
                <a:schemeClr val="bg1"/>
              </a:solidFill>
            </a:rPr>
            <a:t>After </a:t>
          </a:r>
          <a:r>
            <a:rPr lang="en-ZA" sz="900" b="1" i="1" kern="1200" dirty="0">
              <a:solidFill>
                <a:schemeClr val="bg1"/>
              </a:solidFill>
            </a:rPr>
            <a:t>killed</a:t>
          </a:r>
          <a:r>
            <a:rPr lang="en-ZA" sz="900" kern="1200" dirty="0">
              <a:solidFill>
                <a:schemeClr val="bg1"/>
              </a:solidFill>
            </a:rPr>
            <a:t>, before launched is </a:t>
          </a:r>
          <a:r>
            <a:rPr lang="en-ZA" sz="900" b="1" i="1" kern="1200" dirty="0">
              <a:solidFill>
                <a:schemeClr val="bg1"/>
              </a:solidFill>
            </a:rPr>
            <a:t>inactive</a:t>
          </a:r>
        </a:p>
      </dsp:txBody>
      <dsp:txXfrm>
        <a:off x="7902776" y="754579"/>
        <a:ext cx="1165248" cy="925262"/>
      </dsp:txXfrm>
    </dsp:sp>
    <dsp:sp modelId="{CFF08192-88E4-4113-990E-DA4FD516A350}">
      <dsp:nvSpPr>
        <dsp:cNvPr id="0" name=""/>
        <dsp:cNvSpPr/>
      </dsp:nvSpPr>
      <dsp:spPr>
        <a:xfrm>
          <a:off x="7680824" y="1679841"/>
          <a:ext cx="1387200" cy="925262"/>
        </a:xfrm>
        <a:prstGeom prst="rect">
          <a:avLst/>
        </a:prstGeom>
        <a:solidFill>
          <a:srgbClr val="002060">
            <a:alpha val="90000"/>
          </a:srgb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64008" rIns="64008" bIns="64008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900" kern="1200" dirty="0">
              <a:solidFill>
                <a:schemeClr val="bg1"/>
              </a:solidFill>
            </a:rPr>
            <a:t>Removed from stack &amp; needs to be </a:t>
          </a:r>
          <a:r>
            <a:rPr lang="en-ZA" sz="900" b="1" i="1" kern="1200" dirty="0">
              <a:solidFill>
                <a:schemeClr val="bg1"/>
              </a:solidFill>
            </a:rPr>
            <a:t>restarted</a:t>
          </a:r>
          <a:r>
            <a:rPr lang="en-ZA" sz="900" kern="1200" dirty="0">
              <a:solidFill>
                <a:schemeClr val="bg1"/>
              </a:solidFill>
            </a:rPr>
            <a:t> before it will be displayed &amp; be usable</a:t>
          </a:r>
        </a:p>
      </dsp:txBody>
      <dsp:txXfrm>
        <a:off x="7902776" y="1679841"/>
        <a:ext cx="1165248" cy="925262"/>
      </dsp:txXfrm>
    </dsp:sp>
    <dsp:sp modelId="{BFB14BA4-C20C-4173-B3F2-587895FDACCB}">
      <dsp:nvSpPr>
        <dsp:cNvPr id="0" name=""/>
        <dsp:cNvSpPr/>
      </dsp:nvSpPr>
      <dsp:spPr>
        <a:xfrm>
          <a:off x="6940984" y="384659"/>
          <a:ext cx="924800" cy="924800"/>
        </a:xfrm>
        <a:prstGeom prst="ellipse">
          <a:avLst/>
        </a:prstGeom>
        <a:solidFill>
          <a:schemeClr val="accent5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300" kern="1200" dirty="0"/>
            <a:t>Inactive</a:t>
          </a:r>
        </a:p>
      </dsp:txBody>
      <dsp:txXfrm>
        <a:off x="7076418" y="520093"/>
        <a:ext cx="653932" cy="6539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9">
  <dgm:title val=""/>
  <dgm:desc val=""/>
  <dgm:catLst>
    <dgm:cat type="list" pri="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3" srcId="0" destId="1" srcOrd="0" destOrd="0"/>
        <dgm:cxn modelId="4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2"/>
        <dgm:pt modelId="21"/>
        <dgm:pt modelId="22"/>
        <dgm:pt modelId="23"/>
        <dgm:pt modelId="24"/>
        <dgm:pt modelId="3"/>
        <dgm:pt modelId="31"/>
        <dgm:pt modelId="32"/>
        <dgm:pt modelId="33"/>
        <dgm:pt modelId="34"/>
      </dgm:ptLst>
      <dgm:cxnLst>
        <dgm:cxn modelId="4" srcId="0" destId="1" srcOrd="0" destOrd="0"/>
        <dgm:cxn modelId="5" srcId="0" destId="2" srcOrd="1" destOrd="0"/>
        <dgm:cxn modelId="6" srcId="0" destId="3" srcOrd="1" destOrd="0"/>
        <dgm:cxn modelId="15" srcId="1" destId="11" srcOrd="0" destOrd="0"/>
        <dgm:cxn modelId="16" srcId="1" destId="12" srcOrd="0" destOrd="0"/>
        <dgm:cxn modelId="17" srcId="1" destId="13" srcOrd="0" destOrd="0"/>
        <dgm:cxn modelId="18" srcId="1" destId="14" srcOrd="0" destOrd="0"/>
        <dgm:cxn modelId="25" srcId="2" destId="21" srcOrd="0" destOrd="0"/>
        <dgm:cxn modelId="26" srcId="2" destId="22" srcOrd="0" destOrd="0"/>
        <dgm:cxn modelId="27" srcId="2" destId="23" srcOrd="0" destOrd="0"/>
        <dgm:cxn modelId="28" srcId="2" destId="24" srcOrd="0" destOrd="0"/>
        <dgm:cxn modelId="35" srcId="3" destId="31" srcOrd="0" destOrd="0"/>
        <dgm:cxn modelId="36" srcId="3" destId="32" srcOrd="0" destOrd="0"/>
        <dgm:cxn modelId="37" srcId="3" destId="33" srcOrd="0" destOrd="0"/>
        <dgm:cxn modelId="38" srcId="3" destId="34" srcOrd="0" destOrd="0"/>
      </dgm:cxnLst>
      <dgm:bg/>
      <dgm:whole/>
    </dgm:dataModel>
  </dgm:clrData>
  <dgm:layoutNode name="list">
    <dgm:varLst>
      <dgm:dir/>
      <dgm:animLvl val="lvl"/>
    </dgm:varLst>
    <dgm:choose name="Name0">
      <dgm:if name="Name1" func="var" arg="dir" op="equ" val="norm">
        <dgm:alg type="lin">
          <dgm:param type="linDir" val="fromL"/>
          <dgm:param type="fallback" val="2D"/>
          <dgm:param type="nodeVertAlign" val="t"/>
        </dgm:alg>
      </dgm:if>
      <dgm:else name="Name2">
        <dgm:alg type="lin">
          <dgm:param type="linDir" val="fromR"/>
          <dgm:param type="fallback" val="2D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ircle" refType="w" fact="0.5"/>
      <dgm:constr type="w" for="ch" forName="vertFlow" refType="w" fact="0.75"/>
      <dgm:constr type="h" for="des" forName="firstComp" refType="w" refFor="ch" refForName="vertFlow" fact="0.667"/>
      <dgm:constr type="h" for="des" forName="comp" refType="h" refFor="des" refForName="firstComp" op="equ"/>
      <dgm:constr type="h" for="des" forName="topSpace" refType="w" refFor="ch" refForName="circle" op="equ" fact="0.4"/>
      <dgm:constr type="w" for="ch" forName="posSpace" refType="w" fact="0.4"/>
      <dgm:constr type="w" for="ch" forName="negSpace" refType="w" fact="-1.15"/>
      <dgm:constr type="w" for="ch" forName="transSpace" refType="w" fact="0.75"/>
      <dgm:constr type="primFontSz" for="ch" forName="circle" op="equ" val="65"/>
      <dgm:constr type="primFontSz" for="des" forName="firstChildTx" val="65"/>
      <dgm:constr type="primFontSz" for="des" forName="childTx" refType="primFontSz" refFor="des" refForName="firstChildTx" op="equ"/>
    </dgm:constrLst>
    <dgm:ruleLst/>
    <dgm:forEach name="Name3" axis="ch" ptType="node">
      <dgm:layoutNode name="pos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vertFlow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firstComp" refType="w"/>
          <dgm:constr type="w" for="ch" forName="comp" refType="w"/>
        </dgm:constrLst>
        <dgm:ruleLst/>
        <dgm:layoutNode name="top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firstComp">
          <dgm:alg type="composite"/>
          <dgm:shape xmlns:r="http://schemas.openxmlformats.org/officeDocument/2006/relationships" r:blip="">
            <dgm:adjLst/>
          </dgm:shape>
          <dgm:presOf/>
          <dgm:choose name="Name4">
            <dgm:if name="Name5" func="var" arg="dir" op="equ" val="norm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 refType="w" fact="0.16"/>
                <dgm:constr type="r" for="ch" forName="firstChildTx" refType="w"/>
                <dgm:constr type="h" for="ch" forName="firstChildTx" refFor="ch" refForName="firstChild" op="equ"/>
              </dgm:constrLst>
            </dgm:if>
            <dgm:else name="Name6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/>
                <dgm:constr type="r" for="ch" forName="firstChildTx" refType="w" fact="0.825"/>
                <dgm:constr type="h" for="ch" forName="firstChildTx" refFor="ch" refForName="firstChild" op="equ"/>
              </dgm:constrLst>
            </dgm:else>
          </dgm:choose>
          <dgm:ruleLst/>
          <dgm:layoutNode name="firstChild" styleLbl="bgAccFollowNode1">
            <dgm:alg type="sp"/>
            <dgm:shape xmlns:r="http://schemas.openxmlformats.org/officeDocument/2006/relationships" type="rect" r:blip="">
              <dgm:adjLst/>
            </dgm:shape>
            <dgm:presOf axis="ch desOrSelf" ptType="node node" cnt="1 0"/>
            <dgm:constrLst/>
            <dgm:ruleLst/>
          </dgm:layoutNode>
          <dgm:layoutNode name="firstChildTx" styleLbl="bgAccFollowNode1">
            <dgm:varLst>
              <dgm:bulletEnabled val="1"/>
            </dgm:varLst>
            <dgm:alg type="tx">
              <dgm:param type="parTxLTRAlign" val="l"/>
            </dgm:alg>
            <dgm:shape xmlns:r="http://schemas.openxmlformats.org/officeDocument/2006/relationships" type="rect" r:blip="" hideGeom="1">
              <dgm:adjLst/>
            </dgm:shape>
            <dgm:presOf axis="ch desOrSelf" ptType="node node" cnt="1 0"/>
            <dgm:choose name="Name7">
              <dgm:if name="Name8" func="var" arg="dir" op="equ" val="norm">
                <dgm:constrLst>
                  <dgm:constr type="primFontSz" val="65"/>
                  <dgm:constr type="lMarg"/>
                </dgm:constrLst>
              </dgm:if>
              <dgm:else name="Name9">
                <dgm:constrLst>
                  <dgm:constr type="primFontSz" val="65"/>
                  <dgm:constr type="rMarg"/>
                </dgm:constrLst>
              </dgm:else>
            </dgm:choose>
            <dgm:ruleLst>
              <dgm:rule type="primFontSz" val="5" fact="NaN" max="NaN"/>
            </dgm:ruleLst>
          </dgm:layoutNode>
        </dgm:layoutNode>
        <dgm:forEach name="Name10" axis="ch" ptType="node" st="2">
          <dgm:layoutNode name="comp">
            <dgm:alg type="composite"/>
            <dgm:shape xmlns:r="http://schemas.openxmlformats.org/officeDocument/2006/relationships" r:blip="">
              <dgm:adjLst/>
            </dgm:shape>
            <dgm:presOf/>
            <dgm:choose name="Name11">
              <dgm:if name="Name12" func="var" arg="dir" op="equ" val="norm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 refType="w" fact="0.16"/>
                  <dgm:constr type="r" for="ch" forName="childTx" refType="w"/>
                  <dgm:constr type="h" for="ch" forName="childTx" refFor="ch" refForName="child" op="equ"/>
                </dgm:constrLst>
              </dgm:if>
              <dgm:else name="Name13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/>
                  <dgm:constr type="r" for="ch" forName="childTx" refType="w" fact="0.825"/>
                  <dgm:constr type="h" for="ch" forName="childTx" refFor="ch" refForName="child" op="equ"/>
                </dgm:constrLst>
              </dgm:else>
            </dgm:choose>
            <dgm:ruleLst/>
            <dgm:layoutNode name="child" styleLbl="bgAccFollowNode1">
              <dgm:alg type="sp"/>
              <dgm:shape xmlns:r="http://schemas.openxmlformats.org/officeDocument/2006/relationships" type="rect" r:blip="">
                <dgm:adjLst/>
              </dgm:shape>
              <dgm:presOf axis="desOrSelf" ptType="node"/>
              <dgm:constrLst/>
              <dgm:ruleLst/>
            </dgm:layoutNode>
            <dgm:layoutNode name="childTx" styleLbl="bgAccFollowNode1">
              <dgm:varLst>
                <dgm:bulletEnabled val="1"/>
              </dgm:varLst>
              <dgm:alg type="tx">
                <dgm:param type="parTxLTRAlign" val="l"/>
              </dgm:alg>
              <dgm:shape xmlns:r="http://schemas.openxmlformats.org/officeDocument/2006/relationships" type="rect" r:blip="" hideGeom="1">
                <dgm:adjLst/>
              </dgm:shape>
              <dgm:presOf axis="desOrSelf" ptType="node"/>
              <dgm:choose name="Name14">
                <dgm:if name="Name15" func="var" arg="dir" op="equ" val="norm">
                  <dgm:constrLst>
                    <dgm:constr type="primFontSz" val="65"/>
                    <dgm:constr type="lMarg"/>
                  </dgm:constrLst>
                </dgm:if>
                <dgm:else name="Name16">
                  <dgm:constrLst>
                    <dgm:constr type="primFontSz" val="65"/>
                    <dgm:constr type="rMarg"/>
                  </dgm:constrLst>
                </dgm:else>
              </dgm:choose>
              <dgm:ruleLst>
                <dgm:rule type="primFontSz" val="5" fact="NaN" max="NaN"/>
              </dgm:ruleLst>
            </dgm:layoutNode>
          </dgm:layoutNode>
        </dgm:forEach>
      </dgm:layoutNode>
      <dgm:layoutNode name="neg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ircle" styleLbl="node1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lMarg"/>
          <dgm:constr type="rMarg"/>
          <dgm:constr type="tMarg"/>
          <dgm:constr type="bMarg"/>
          <dgm:constr type="h" refType="w"/>
        </dgm:constrLst>
        <dgm:ruleLst>
          <dgm:rule type="primFontSz" val="5" fact="NaN" max="NaN"/>
        </dgm:ruleLst>
      </dgm:layoutNode>
      <dgm:forEach name="Name17" axis="followSib" ptType="sibTrans" cnt="1">
        <dgm:layoutNode name="trans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55F629E-DEAC-48C0-2DCA-FBDE58F653F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B62174-60A2-FD62-0D8D-A3E8C1B851F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8F153D84-A18A-4BAE-9F10-57636B33BFED}" type="datetimeFigureOut">
              <a:rPr lang="en-ZA"/>
              <a:pPr>
                <a:defRPr/>
              </a:pPr>
              <a:t>2026/08/16</a:t>
            </a:fld>
            <a:endParaRPr lang="en-ZA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AB229DF-27D9-CADC-CB1D-8A5C6271F6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ZA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EEA3F31E-A0CC-3475-963C-03616313F1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ZA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128012-A92A-E433-5835-781BFC9B90F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8F9196-14E7-6FE6-7FAD-81CCB82369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969D768E-C3EC-41DC-8B8B-05D8793498BE}" type="slidenum">
              <a:rPr lang="en-ZA"/>
              <a:pPr>
                <a:defRPr/>
              </a:pPr>
              <a:t>‹#›</a:t>
            </a:fld>
            <a:endParaRPr lang="en-Z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Reusing parts of the UI &amp; functionality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https://developer.android.com/guide/fragments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143765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9D768E-C3EC-41DC-8B8B-05D8793498BE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07768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>
            <a:extLst>
              <a:ext uri="{FF2B5EF4-FFF2-40B4-BE49-F238E27FC236}">
                <a16:creationId xmlns:a16="http://schemas.microsoft.com/office/drawing/2014/main" id="{FD4E0651-2B89-BB4C-A3C7-18D0F56C96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7" name="Notes Placeholder 2">
            <a:extLst>
              <a:ext uri="{FF2B5EF4-FFF2-40B4-BE49-F238E27FC236}">
                <a16:creationId xmlns:a16="http://schemas.microsoft.com/office/drawing/2014/main" id="{ACCE3953-A665-F4DA-8453-5585DB0D29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171450" indent="-171450">
              <a:buFontTx/>
              <a:buChar char="•"/>
            </a:pPr>
            <a:endParaRPr lang="en-ZA" altLang="en-US" dirty="0"/>
          </a:p>
        </p:txBody>
      </p:sp>
      <p:sp>
        <p:nvSpPr>
          <p:cNvPr id="36868" name="Slide Number Placeholder 3">
            <a:extLst>
              <a:ext uri="{FF2B5EF4-FFF2-40B4-BE49-F238E27FC236}">
                <a16:creationId xmlns:a16="http://schemas.microsoft.com/office/drawing/2014/main" id="{170E69CF-B4EA-A49B-5285-37C6ADB60A2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E09F435-A6B0-465B-BF95-B734011A0F96}" type="slidenum">
              <a:rPr kumimoji="0" lang="en-ZA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ZA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83455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D9131-256D-6D5B-8C8E-4C0FE65FA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96CE45-CD59-E51C-CBFB-B484865B98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F066D0-48D0-5425-7E59-CEB7DA9062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altLang="en-US" dirty="0">
              <a:latin typeface="Avenir Book" pitchFamily="2" charset="0"/>
              <a:ea typeface="ＭＳ Ｐゴシック" panose="020B0600070205080204" pitchFamily="34" charset="-128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C4E573-8C30-AA70-15E8-4803D0C127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127089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D9131-256D-6D5B-8C8E-4C0FE65FA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96CE45-CD59-E51C-CBFB-B484865B98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F066D0-48D0-5425-7E59-CEB7DA9062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chemeClr val="accent5">
                    <a:lumMod val="50000"/>
                  </a:schemeClr>
                </a:solidFill>
                <a:latin typeface="Avenir Book" pitchFamily="2" charset="0"/>
                <a:ea typeface="ＭＳ Ｐゴシック" panose="020B0600070205080204" pitchFamily="34" charset="-128"/>
              </a:rPr>
              <a:t>View:</a:t>
            </a: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 </a:t>
            </a:r>
            <a:r>
              <a:rPr lang="en-US" dirty="0"/>
              <a:t>anything that displays on the screen &amp; user interacts with, e.g., </a:t>
            </a:r>
            <a:r>
              <a:rPr lang="en-US" dirty="0" err="1"/>
              <a:t>TextView</a:t>
            </a:r>
            <a:r>
              <a:rPr lang="en-US" dirty="0"/>
              <a:t>, Button, </a:t>
            </a:r>
            <a:r>
              <a:rPr lang="en-US" dirty="0" err="1"/>
              <a:t>ImageView</a:t>
            </a:r>
            <a:r>
              <a:rPr lang="en-US" dirty="0"/>
              <a:t>, etc.</a:t>
            </a:r>
          </a:p>
          <a:p>
            <a:r>
              <a:rPr lang="en-US" altLang="en-US" b="1" dirty="0" err="1">
                <a:solidFill>
                  <a:schemeClr val="accent5">
                    <a:lumMod val="50000"/>
                  </a:schemeClr>
                </a:solidFill>
                <a:latin typeface="Avenir Book" pitchFamily="2" charset="0"/>
                <a:ea typeface="ＭＳ Ｐゴシック" panose="020B0600070205080204" pitchFamily="34" charset="-128"/>
              </a:rPr>
              <a:t>ViewGroup</a:t>
            </a:r>
            <a:r>
              <a:rPr lang="en-US" altLang="en-US" b="1" dirty="0">
                <a:solidFill>
                  <a:schemeClr val="accent5">
                    <a:lumMod val="50000"/>
                  </a:schemeClr>
                </a:solidFill>
                <a:latin typeface="Avenir Book" pitchFamily="2" charset="0"/>
                <a:ea typeface="ＭＳ Ｐゴシック" panose="020B0600070205080204" pitchFamily="34" charset="-128"/>
              </a:rPr>
              <a:t>:</a:t>
            </a:r>
            <a:r>
              <a:rPr lang="en-US" altLang="en-US" dirty="0">
                <a:solidFill>
                  <a:schemeClr val="accent5">
                    <a:lumMod val="50000"/>
                  </a:schemeClr>
                </a:solidFill>
                <a:latin typeface="Avenir Book" pitchFamily="2" charset="0"/>
                <a:ea typeface="ＭＳ Ｐゴシック" panose="020B0600070205080204" pitchFamily="34" charset="-128"/>
              </a:rPr>
              <a:t> </a:t>
            </a: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a </a:t>
            </a:r>
            <a:r>
              <a:rPr lang="en-US" dirty="0"/>
              <a:t>type of </a:t>
            </a:r>
            <a:r>
              <a:rPr lang="en-US" b="1" dirty="0"/>
              <a:t>View</a:t>
            </a:r>
            <a:r>
              <a:rPr lang="en-US" dirty="0"/>
              <a:t> that can contain </a:t>
            </a:r>
            <a:r>
              <a:rPr lang="en-US" b="1" dirty="0"/>
              <a:t>other Views</a:t>
            </a:r>
            <a:r>
              <a:rPr lang="en-US" dirty="0"/>
              <a:t> (including other </a:t>
            </a:r>
            <a:r>
              <a:rPr lang="en-US" dirty="0" err="1"/>
              <a:t>ViewGroups</a:t>
            </a:r>
            <a:r>
              <a:rPr lang="en-US" dirty="0"/>
              <a:t>), e.g., </a:t>
            </a:r>
            <a:r>
              <a:rPr lang="en-ZA" dirty="0" err="1"/>
              <a:t>LinearLayout</a:t>
            </a:r>
            <a:r>
              <a:rPr lang="en-ZA" dirty="0"/>
              <a:t> &amp; </a:t>
            </a:r>
            <a:r>
              <a:rPr lang="en-ZA" dirty="0" err="1"/>
              <a:t>ConstraintLayout</a:t>
            </a:r>
            <a:endParaRPr lang="en-US" altLang="en-US" dirty="0">
              <a:latin typeface="Avenir Book" pitchFamily="2" charset="0"/>
              <a:ea typeface="ＭＳ Ｐゴシック" panose="020B0600070205080204" pitchFamily="34" charset="-128"/>
            </a:endParaRPr>
          </a:p>
          <a:p>
            <a:r>
              <a:rPr lang="en-US" altLang="en-US" b="1" dirty="0">
                <a:solidFill>
                  <a:schemeClr val="accent5">
                    <a:lumMod val="50000"/>
                  </a:schemeClr>
                </a:solidFill>
                <a:latin typeface="Avenir Book" pitchFamily="2" charset="0"/>
                <a:ea typeface="ＭＳ Ｐゴシック" panose="020B0600070205080204" pitchFamily="34" charset="-128"/>
              </a:rPr>
              <a:t>Layout:</a:t>
            </a:r>
            <a:r>
              <a:rPr lang="en-US" altLang="en-US" dirty="0">
                <a:solidFill>
                  <a:schemeClr val="accent5">
                    <a:lumMod val="50000"/>
                  </a:schemeClr>
                </a:solidFill>
                <a:latin typeface="Avenir Book" pitchFamily="2" charset="0"/>
                <a:ea typeface="ＭＳ Ｐゴシック" panose="020B0600070205080204" pitchFamily="34" charset="-128"/>
              </a:rPr>
              <a:t> </a:t>
            </a:r>
            <a:r>
              <a:rPr lang="en-US" dirty="0"/>
              <a:t>usually</a:t>
            </a:r>
            <a:r>
              <a:rPr lang="en-US" i="1" dirty="0"/>
              <a:t> XML files</a:t>
            </a:r>
            <a:r>
              <a:rPr lang="en-US" dirty="0"/>
              <a:t> that define </a:t>
            </a:r>
            <a:r>
              <a:rPr lang="en-US" b="1" dirty="0" err="1"/>
              <a:t>ViewGroups</a:t>
            </a:r>
            <a:r>
              <a:rPr lang="en-US" dirty="0"/>
              <a:t> &amp; the</a:t>
            </a:r>
            <a:r>
              <a:rPr lang="en-US" b="1" dirty="0"/>
              <a:t> Views </a:t>
            </a:r>
            <a:r>
              <a:rPr lang="en-US" dirty="0"/>
              <a:t>inside them</a:t>
            </a:r>
            <a:endParaRPr lang="en-ZA" dirty="0"/>
          </a:p>
          <a:p>
            <a:endParaRPr lang="en-US" altLang="en-US" dirty="0">
              <a:latin typeface="Avenir Book" pitchFamily="2" charset="0"/>
              <a:ea typeface="ＭＳ Ｐゴシック" panose="020B0600070205080204" pitchFamily="34" charset="-128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en-US" dirty="0">
              <a:latin typeface="Avenir Book" pitchFamily="2" charset="0"/>
              <a:ea typeface="ＭＳ Ｐゴシック" panose="020B0600070205080204" pitchFamily="34" charset="-128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C4E573-8C30-AA70-15E8-4803D0C127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477135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D9131-256D-6D5B-8C8E-4C0FE65FA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96CE45-CD59-E51C-CBFB-B484865B98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F066D0-48D0-5425-7E59-CEB7DA9062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Same named file in different folders, where context specified by postfixes on default name, e.g., default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res/values</a:t>
            </a:r>
            <a:r>
              <a:rPr lang="en-US" dirty="0"/>
              <a:t>, then for Afrikaans it will be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res/values-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af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en-US" b="0" dirty="0">
              <a:solidFill>
                <a:schemeClr val="accent5">
                  <a:lumMod val="50000"/>
                </a:schemeClr>
              </a:solidFill>
              <a:latin typeface="Avenir Book" pitchFamily="2" charset="0"/>
              <a:ea typeface="ＭＳ Ｐゴシック" panose="020B0600070205080204" pitchFamily="34" charset="-128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b="0" dirty="0">
                <a:solidFill>
                  <a:schemeClr val="accent5">
                    <a:lumMod val="50000"/>
                  </a:schemeClr>
                </a:solidFill>
                <a:latin typeface="Avenir Book" pitchFamily="2" charset="0"/>
                <a:ea typeface="ＭＳ Ｐゴシック" panose="020B0600070205080204" pitchFamily="34" charset="-128"/>
              </a:rPr>
              <a:t>In what order does Android search?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When you need a specific value, look from most specific to least specific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Takes the first value found that matches the context</a:t>
            </a:r>
          </a:p>
          <a:p>
            <a:endParaRPr lang="en-US" altLang="en-US" dirty="0">
              <a:latin typeface="Avenir Book" pitchFamily="2" charset="0"/>
              <a:ea typeface="ＭＳ Ｐゴシック" panose="020B0600070205080204" pitchFamily="34" charset="-128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C4E573-8C30-AA70-15E8-4803D0C127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6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946450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D9131-256D-6D5B-8C8E-4C0FE65FA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96CE45-CD59-E51C-CBFB-B484865B98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F066D0-48D0-5425-7E59-CEB7DA9062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>
              <a:latin typeface="Avenir Book" pitchFamily="2" charset="0"/>
              <a:ea typeface="ＭＳ Ｐゴシック" panose="020B0600070205080204" pitchFamily="34" charset="-128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en-US" dirty="0">
              <a:latin typeface="Avenir Book" pitchFamily="2" charset="0"/>
              <a:ea typeface="ＭＳ Ｐゴシック" panose="020B0600070205080204" pitchFamily="34" charset="-128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C4E573-8C30-AA70-15E8-4803D0C127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7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168511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D9131-256D-6D5B-8C8E-4C0FE65FA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96CE45-CD59-E51C-CBFB-B484865B98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F066D0-48D0-5425-7E59-CEB7DA9062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Activities must be self-contained</a:t>
            </a:r>
            <a:endParaRPr lang="en-US" altLang="en-US" dirty="0">
              <a:latin typeface="Avenir Book" pitchFamily="2" charset="0"/>
              <a:ea typeface="ＭＳ Ｐゴシック" panose="020B0600070205080204" pitchFamily="34" charset="-128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en-US" dirty="0">
              <a:latin typeface="Avenir Book" pitchFamily="2" charset="0"/>
              <a:ea typeface="ＭＳ Ｐゴシック" panose="020B0600070205080204" pitchFamily="34" charset="-128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C4E573-8C30-AA70-15E8-4803D0C127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8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312990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D9131-256D-6D5B-8C8E-4C0FE65FA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96CE45-CD59-E51C-CBFB-B484865B98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F066D0-48D0-5425-7E59-CEB7DA9062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altLang="en-US" dirty="0">
              <a:latin typeface="Avenir Book" pitchFamily="2" charset="0"/>
              <a:ea typeface="ＭＳ Ｐゴシック" panose="020B0600070205080204" pitchFamily="34" charset="-128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C4E573-8C30-AA70-15E8-4803D0C127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9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233364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9D768E-C3EC-41DC-8B8B-05D8793498BE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4793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D9131-256D-6D5B-8C8E-4C0FE65FA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96CE45-CD59-E51C-CBFB-B484865B98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F066D0-48D0-5425-7E59-CEB7DA9062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altLang="en-US" dirty="0">
              <a:latin typeface="Avenir Book" pitchFamily="2" charset="0"/>
              <a:ea typeface="ＭＳ Ｐゴシック" panose="020B0600070205080204" pitchFamily="34" charset="-128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C4E573-8C30-AA70-15E8-4803D0C127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11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71631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D6A35-DAFC-1DB8-AC6F-9795D01B6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4D93AF-1159-276A-7FAF-6F4159B501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A9BD78-8BD2-812A-0E0C-49B7C4B74F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Activities are an ideal place to put global elements around your app’s UI (e.g., navigation drawer)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Fragments suited to define &amp; manage UI of a single screen or portion of a screen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Allow you to divide your UI into different chunks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E.g., if your app responds to different screen sizes, then: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Larger screens: display a static navigation drawer &amp; a list in a grid layout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Smaller screens: display a bottom navigation bar &amp; list in a linear layout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ZA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/>
              <a:t>So: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Separate navigation elements from content </a:t>
            </a:r>
            <a:r>
              <a:rPr lang="en-ZA" dirty="0">
                <a:sym typeface="Wingdings" panose="05000000000000000000" pitchFamily="2" charset="2"/>
              </a:rPr>
              <a:t> process becomes more manageable</a:t>
            </a:r>
            <a:endParaRPr lang="en-ZA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Activity is then responsible for displaying the correct navigation UI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Fragment displays the list with the proper layout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ZA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/>
              <a:t>Advantages?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Dividing UI into fragments, makes it easier to modify the activity’s appearance at runtime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68AB86-803A-F096-DB54-9AA8A19BF3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12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482329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D6A35-DAFC-1DB8-AC6F-9795D01B6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4D93AF-1159-276A-7FAF-6F4159B501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A9BD78-8BD2-812A-0E0C-49B7C4B74F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Android apps are built around Activities (screens)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Activities are managed using a back stack (</a:t>
            </a:r>
            <a:r>
              <a:rPr lang="en-ZA" dirty="0" err="1"/>
              <a:t>lifo</a:t>
            </a:r>
            <a:r>
              <a:rPr lang="en-ZA" dirty="0"/>
              <a:t>) – last opened is on top &amp; visible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Opening a new Activity pushes it on the stack, then pressing back pops the last active Activity off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While the Activity is in the STARTED lifecycle state (or higher):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Fragments can be added, replaced or removed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Can also keep record of these changes in a back stack that is managed by the Activity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ZA" dirty="0"/>
              <a:t>Can then reverse these changes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endParaRPr lang="en-ZA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/>
              <a:t>So just remember that Fragments live inside of Activities, so their lifetime depends on their parent Activity’s position in the stack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68AB86-803A-F096-DB54-9AA8A19BF3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13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866346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D6A35-DAFC-1DB8-AC6F-9795D01B6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4D93AF-1159-276A-7FAF-6F4159B501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A9BD78-8BD2-812A-0E0C-49B7C4B74F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Fragments closely follow their parent Activity’s lifecycle – but also add their own fragment lifecycle methods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68AB86-803A-F096-DB54-9AA8A19BF3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14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117391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D6A35-DAFC-1DB8-AC6F-9795D01B6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4D93AF-1159-276A-7FAF-6F4159B501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A9BD78-8BD2-812A-0E0C-49B7C4B74F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68AB86-803A-F096-DB54-9AA8A19BF3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15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474265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D6A35-DAFC-1DB8-AC6F-9795D01B6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4D93AF-1159-276A-7FAF-6F4159B501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A9BD78-8BD2-812A-0E0C-49B7C4B74F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68AB86-803A-F096-DB54-9AA8A19BF3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16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477184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D6A35-DAFC-1DB8-AC6F-9795D01B6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4D93AF-1159-276A-7FAF-6F4159B501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A9BD78-8BD2-812A-0E0C-49B7C4B74F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Dynamic &amp; flexible </a:t>
            </a:r>
            <a:r>
              <a:rPr lang="en-US" dirty="0" err="1"/>
              <a:t>Uis</a:t>
            </a:r>
            <a:endParaRPr lang="en-US" dirty="0"/>
          </a:p>
          <a:p>
            <a:pPr marL="628650" marR="0" lvl="1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E.g., two-pane layout on a tablet (list on left, details on right) BUT only one fragment on a phone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But can be reused/replaced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Can use multiple instances of the same fragment class within the same activity, in multiple activities or as a child of another fragment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So, good practice: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ZA" dirty="0"/>
              <a:t>Only have it contain the logic needed to manage its own UI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ZA" dirty="0"/>
              <a:t>Avoid depending on or manipulating one fragment from another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endParaRPr lang="en-ZA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/>
              <a:t>Parent Activity provides a </a:t>
            </a:r>
            <a:r>
              <a:rPr lang="en-ZA" dirty="0" err="1"/>
              <a:t>FragmentManager</a:t>
            </a:r>
            <a:endParaRPr lang="en-ZA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Class responsible for performing actions on your app’s fragments (adding/removing/replacing them &amp; adding back to stack) by managing the fragment back stack (within the context of the Activity)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Changes are committed together as a </a:t>
            </a:r>
            <a:r>
              <a:rPr lang="en-ZA" dirty="0" err="1"/>
              <a:t>FragmentTransaction</a:t>
            </a:r>
            <a:r>
              <a:rPr lang="en-ZA" dirty="0"/>
              <a:t> (&amp; that’s what gets added to the stack)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If tapping the back button, top-most fragment transaction pops off the stack 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ZA" dirty="0"/>
              <a:t>If no more fragment transactions on the stack &amp; not using child fragments, back event bubbles up to activity level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ZA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/>
              <a:t>Activities are always stacked in the LIFO order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/>
              <a:t>Fragments live inside Activities &amp; you can choose to manage them in a back stack, but only if you explicitly add them to it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/>
              <a:t>What if you don’t add the transaction to the fragment back stack?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Pressing back will just exit the activity (fragment change isn’t remembered)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68AB86-803A-F096-DB54-9AA8A19BF3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17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329379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D6A35-DAFC-1DB8-AC6F-9795D01B6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4D93AF-1159-276A-7FAF-6F4159B501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A9BD78-8BD2-812A-0E0C-49B7C4B74F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Green host, blue host fragment, white children fragments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Taken from https://developer.android.com/guide/fragments/fragmentmanager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Host Activity: displays top-level navigation to user (bottom)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Swaps out the host fragment with different screens in the app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Each screen is a separate fragment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/>
              <a:t>Example 1: Host fragment hosts two child fragments (split-view screen)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/>
              <a:t>Example 2: Host fragment hosts one child fragment (swipe view)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/>
              <a:t>Host Activity &amp; Host Fragment have a </a:t>
            </a:r>
            <a:r>
              <a:rPr lang="en-ZA" dirty="0" err="1"/>
              <a:t>FragmentManager</a:t>
            </a:r>
            <a:r>
              <a:rPr lang="en-ZA" dirty="0"/>
              <a:t> associated (manages child fragments)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ZA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68AB86-803A-F096-DB54-9AA8A19BF3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18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4792205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D6A35-DAFC-1DB8-AC6F-9795D01B6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4D93AF-1159-276A-7FAF-6F4159B501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A9BD78-8BD2-812A-0E0C-49B7C4B74F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In code: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Can add/remove/replace fragments during runtime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ZA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/>
              <a:t>Fragments don’t appear in the AndroidManifest.xml file, only Activities do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68AB86-803A-F096-DB54-9AA8A19BF3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19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5784124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D6A35-DAFC-1DB8-AC6F-9795D01B6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4D93AF-1159-276A-7FAF-6F4159B501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A9BD78-8BD2-812A-0E0C-49B7C4B74F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Each fragment instance has its own lifecycle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Fragments go through different states in their lifecycle depending on how the user navigates/interacts with your app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Fragments also have lifecycle </a:t>
            </a:r>
            <a:r>
              <a:rPr lang="en-ZA" dirty="0" err="1"/>
              <a:t>callbacks</a:t>
            </a:r>
            <a:r>
              <a:rPr lang="en-ZA" dirty="0"/>
              <a:t>: </a:t>
            </a:r>
            <a:r>
              <a:rPr lang="en-ZA" dirty="0" err="1"/>
              <a:t>onCreate</a:t>
            </a:r>
            <a:r>
              <a:rPr lang="en-ZA" dirty="0"/>
              <a:t>, </a:t>
            </a:r>
            <a:r>
              <a:rPr lang="en-ZA" dirty="0" err="1"/>
              <a:t>onStart</a:t>
            </a:r>
            <a:r>
              <a:rPr lang="en-ZA" dirty="0"/>
              <a:t>, </a:t>
            </a:r>
            <a:r>
              <a:rPr lang="en-ZA" dirty="0" err="1"/>
              <a:t>onResume</a:t>
            </a:r>
            <a:r>
              <a:rPr lang="en-ZA" dirty="0"/>
              <a:t>, </a:t>
            </a:r>
            <a:r>
              <a:rPr lang="en-ZA" dirty="0" err="1"/>
              <a:t>onPause</a:t>
            </a:r>
            <a:r>
              <a:rPr lang="en-ZA" dirty="0"/>
              <a:t>, </a:t>
            </a:r>
            <a:r>
              <a:rPr lang="en-ZA" dirty="0" err="1"/>
              <a:t>onStop</a:t>
            </a:r>
            <a:r>
              <a:rPr lang="en-ZA" dirty="0"/>
              <a:t> &amp; </a:t>
            </a:r>
            <a:r>
              <a:rPr lang="en-ZA" dirty="0" err="1"/>
              <a:t>onDestroy</a:t>
            </a:r>
            <a:r>
              <a:rPr lang="en-ZA" dirty="0"/>
              <a:t> (</a:t>
            </a:r>
            <a:r>
              <a:rPr lang="en-ZA" dirty="0" err="1"/>
              <a:t>callback</a:t>
            </a:r>
            <a:r>
              <a:rPr lang="en-ZA" dirty="0"/>
              <a:t> methods)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Tie into Activity’s lifecycle but can also be independently managed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 err="1"/>
              <a:t>FragmentManager</a:t>
            </a:r>
            <a:r>
              <a:rPr lang="en-ZA" dirty="0"/>
              <a:t> also responsible for attaching fragments to host activity &amp; detaching when no longer in use (</a:t>
            </a:r>
            <a:r>
              <a:rPr lang="en-ZA" dirty="0" err="1"/>
              <a:t>onAttach</a:t>
            </a:r>
            <a:r>
              <a:rPr lang="en-ZA" dirty="0"/>
              <a:t>/</a:t>
            </a:r>
            <a:r>
              <a:rPr lang="en-ZA" dirty="0" err="1"/>
              <a:t>onDetach</a:t>
            </a:r>
            <a:r>
              <a:rPr lang="en-ZA" dirty="0"/>
              <a:t>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 err="1"/>
              <a:t>onAttach</a:t>
            </a:r>
            <a:r>
              <a:rPr lang="en-ZA" dirty="0"/>
              <a:t>: invoked when fragment added to a FM &amp; attached to host Activity (fragment is active &amp; can be retrieved using </a:t>
            </a:r>
            <a:r>
              <a:rPr lang="en-ZA" dirty="0" err="1"/>
              <a:t>findFragmentById</a:t>
            </a:r>
            <a:r>
              <a:rPr lang="en-ZA" dirty="0"/>
              <a:t>())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ZA" dirty="0"/>
              <a:t>Called before any lifecycle state changes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 err="1"/>
              <a:t>onDetach</a:t>
            </a:r>
            <a:r>
              <a:rPr lang="en-ZA" dirty="0"/>
              <a:t>: invoked when fragment is removed from a FM &amp; is detached from its host Activity (no longer active &amp; can’t be retrieved using </a:t>
            </a:r>
            <a:r>
              <a:rPr lang="en-ZA" dirty="0" err="1"/>
              <a:t>findFragmentById</a:t>
            </a:r>
            <a:r>
              <a:rPr lang="en-ZA" dirty="0"/>
              <a:t>())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ZA" dirty="0"/>
              <a:t>Always called after any state changes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68AB86-803A-F096-DB54-9AA8A19BF3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20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8394355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D6A35-DAFC-1DB8-AC6F-9795D01B6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4D93AF-1159-276A-7FAF-6F4159B501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A9BD78-8BD2-812A-0E0C-49B7C4B74F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Fragment lifecycle from Android documentation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https://developer.android.com/guide/fragments/lifecycle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68AB86-803A-F096-DB54-9AA8A19BF3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21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0373353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D6A35-DAFC-1DB8-AC6F-9795D01B6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4D93AF-1159-276A-7FAF-6F4159B501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A9BD78-8BD2-812A-0E0C-49B7C4B74F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Important to know which </a:t>
            </a:r>
            <a:r>
              <a:rPr lang="en-ZA" dirty="0" err="1"/>
              <a:t>callback</a:t>
            </a:r>
            <a:r>
              <a:rPr lang="en-ZA" dirty="0"/>
              <a:t> to use for what (e.g., inflating the UI in </a:t>
            </a:r>
            <a:r>
              <a:rPr lang="en-ZA" dirty="0" err="1"/>
              <a:t>onCreateView</a:t>
            </a:r>
            <a:r>
              <a:rPr lang="en-ZA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68AB86-803A-F096-DB54-9AA8A19BF3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22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5816075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D6A35-DAFC-1DB8-AC6F-9795D01B6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4D93AF-1159-276A-7FAF-6F4159B501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A9BD78-8BD2-812A-0E0C-49B7C4B74F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en-US" dirty="0"/>
              <a:t> Create a fragment layout XML.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 Create a fragment class extending Fragment, inflate layout in </a:t>
            </a:r>
            <a:r>
              <a:rPr lang="en-US" dirty="0" err="1"/>
              <a:t>onCreateView</a:t>
            </a:r>
            <a:r>
              <a:rPr lang="en-US" dirty="0"/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 Update Activity layout (either include fragment in XML or leave space for dynamic insert).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 Add code in Activity to manage fragments if not static.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Here is where </a:t>
            </a:r>
            <a:r>
              <a:rPr lang="en-US" dirty="0" err="1"/>
              <a:t>FragmentManager</a:t>
            </a:r>
            <a:r>
              <a:rPr lang="en-US" dirty="0"/>
              <a:t> &amp; </a:t>
            </a:r>
            <a:r>
              <a:rPr lang="en-US" dirty="0" err="1"/>
              <a:t>FragmentTransaction</a:t>
            </a:r>
            <a:r>
              <a:rPr lang="en-US" dirty="0"/>
              <a:t> are used.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68AB86-803A-F096-DB54-9AA8A19BF3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23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2784565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D6A35-DAFC-1DB8-AC6F-9795D01B6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4D93AF-1159-276A-7FAF-6F4159B501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A9BD78-8BD2-812A-0E0C-49B7C4B74F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en-US" dirty="0"/>
              <a:t> Create a fragment layout XML.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 Create a fragment class extending Fragment, inflate layout in </a:t>
            </a:r>
            <a:r>
              <a:rPr lang="en-US" dirty="0" err="1"/>
              <a:t>onCreateView</a:t>
            </a:r>
            <a:r>
              <a:rPr lang="en-US" dirty="0"/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 Update Activity layout (either include fragment in XML or leave space for dynamic insert).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 Add code in Activity to manage fragments if not static.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Here is where </a:t>
            </a:r>
            <a:r>
              <a:rPr lang="en-US" dirty="0" err="1"/>
              <a:t>FragmentManager</a:t>
            </a:r>
            <a:r>
              <a:rPr lang="en-US" dirty="0"/>
              <a:t> &amp; </a:t>
            </a:r>
            <a:r>
              <a:rPr lang="en-US" dirty="0" err="1"/>
              <a:t>FragmentTransaction</a:t>
            </a:r>
            <a:r>
              <a:rPr lang="en-US" dirty="0"/>
              <a:t> are used.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68AB86-803A-F096-DB54-9AA8A19BF3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24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8115661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D9131-256D-6D5B-8C8E-4C0FE65FA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96CE45-CD59-E51C-CBFB-B484865B98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F066D0-48D0-5425-7E59-CEB7DA9062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altLang="en-US" dirty="0">
              <a:latin typeface="Avenir Book" pitchFamily="2" charset="0"/>
              <a:ea typeface="ＭＳ Ｐゴシック" panose="020B0600070205080204" pitchFamily="34" charset="-128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C4E573-8C30-AA70-15E8-4803D0C127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25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4621492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D9131-256D-6D5B-8C8E-4C0FE65FA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96CE45-CD59-E51C-CBFB-B484865B98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F066D0-48D0-5425-7E59-CEB7DA9062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altLang="en-US" dirty="0">
              <a:latin typeface="Avenir Book" pitchFamily="2" charset="0"/>
              <a:ea typeface="ＭＳ Ｐゴシック" panose="020B0600070205080204" pitchFamily="34" charset="-128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C4E573-8C30-AA70-15E8-4803D0C127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26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4260916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D6A35-DAFC-1DB8-AC6F-9795D01B6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4D93AF-1159-276A-7FAF-6F4159B501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A9BD78-8BD2-812A-0E0C-49B7C4B74F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Sometimes an Activity needs to tell a Fragment something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E.g., user logged in, so need to update fragment UI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/>
              <a:t>Activity holds a reference to the fragments, it can call public methods directly on them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/>
              <a:t>Can also send arguments to a fragment via a Bundle when creating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68AB86-803A-F096-DB54-9AA8A19BF3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27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0913278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D6A35-DAFC-1DB8-AC6F-9795D01B6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4D93AF-1159-276A-7FAF-6F4159B501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A9BD78-8BD2-812A-0E0C-49B7C4B74F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Other way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Fragment needs to tell Activity something happened, e.g., user clicked something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Define an interface in the fragment that the Activity implements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When the event occurs, the fragment calls the interface method (Activity responds)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So the fragment remains reusable (as it doesn’t depend on a specific Activity)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The Fragment defines a listener interface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Any Activity hosting the fragment must implement that interface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Fragment doesn’t care which Activity it is in, as long as it implements the contract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Fragment is loosely coupled &amp; can be dropped into different Activities without modification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68AB86-803A-F096-DB54-9AA8A19BF3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28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2055973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D6A35-DAFC-1DB8-AC6F-9795D01B6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4D93AF-1159-276A-7FAF-6F4159B501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A9BD78-8BD2-812A-0E0C-49B7C4B74F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* Assignment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Fragments shouldn’t communicate directly with one another (for decoupling)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Activity acts as a mediator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E.g., in a table app with 2 fragments (say the list and details example from before),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The list fragment notifies the Activity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The Activity updates the details fragment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/>
              <a:t>Can also use a shared </a:t>
            </a:r>
            <a:r>
              <a:rPr lang="en-ZA" dirty="0" err="1"/>
              <a:t>ViewModel</a:t>
            </a:r>
            <a:r>
              <a:rPr lang="en-ZA" dirty="0"/>
              <a:t> or publish-subscribe pattern for communication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68AB86-803A-F096-DB54-9AA8A19BF3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29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5721894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9D768E-C3EC-41DC-8B8B-05D8793498BE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835430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D9131-256D-6D5B-8C8E-4C0FE65FA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96CE45-CD59-E51C-CBFB-B484865B98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F066D0-48D0-5425-7E59-CEB7DA9062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Have your own question to the interviewer ready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Shows interest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My go to: What does a typical day look like for someone in this role?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What does success look like in the first 3/6 months?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What characteristics/traits/skills do you think a good [insert role] should have to be successful for this role?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How is the team made up?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Maybe Interested in tech stack and not let you know yet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C4E573-8C30-AA70-15E8-4803D0C127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31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7438800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32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102024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9CD4BB4-2F8D-6C42-F4E9-2B180692ED59}"/>
              </a:ext>
            </a:extLst>
          </p:cNvPr>
          <p:cNvSpPr/>
          <p:nvPr userDrawn="1"/>
        </p:nvSpPr>
        <p:spPr>
          <a:xfrm>
            <a:off x="0" y="-1588"/>
            <a:ext cx="9144000" cy="5145088"/>
          </a:xfrm>
          <a:prstGeom prst="rect">
            <a:avLst/>
          </a:prstGeom>
          <a:solidFill>
            <a:srgbClr val="0010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/>
          </a:p>
        </p:txBody>
      </p:sp>
      <p:pic>
        <p:nvPicPr>
          <p:cNvPr id="3" name="Picture 5">
            <a:extLst>
              <a:ext uri="{FF2B5EF4-FFF2-40B4-BE49-F238E27FC236}">
                <a16:creationId xmlns:a16="http://schemas.microsoft.com/office/drawing/2014/main" id="{CF85402B-8170-4E09-CFEB-83BA8A50B1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9700" y="744538"/>
            <a:ext cx="3789363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1560" y="2787774"/>
            <a:ext cx="7848872" cy="486054"/>
          </a:xfrm>
        </p:spPr>
        <p:txBody>
          <a:bodyPr/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11560" y="3381840"/>
            <a:ext cx="7848872" cy="1458218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000246193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FEC000"/>
              </a:buClr>
              <a:buSzPct val="80000"/>
              <a:defRPr sz="2000">
                <a:latin typeface="Avenir Book"/>
              </a:defRPr>
            </a:lvl1pPr>
            <a:lvl2pPr>
              <a:buClr>
                <a:srgbClr val="FEC000"/>
              </a:buClr>
              <a:buSzPct val="80000"/>
              <a:defRPr sz="2000">
                <a:latin typeface="Avenir Book"/>
              </a:defRPr>
            </a:lvl2pPr>
            <a:lvl3pPr>
              <a:buClr>
                <a:srgbClr val="FEC000"/>
              </a:buClr>
              <a:buSzPct val="80000"/>
              <a:defRPr sz="2000">
                <a:latin typeface="Avenir Book"/>
              </a:defRPr>
            </a:lvl3pPr>
            <a:lvl4pPr>
              <a:buClr>
                <a:srgbClr val="FEC000"/>
              </a:buClr>
              <a:buSzPct val="80000"/>
              <a:defRPr sz="2000">
                <a:latin typeface="Avenir Book"/>
              </a:defRPr>
            </a:lvl4pPr>
            <a:lvl5pPr>
              <a:buClr>
                <a:srgbClr val="FEC000"/>
              </a:buClr>
              <a:buSzPct val="80000"/>
              <a:defRPr sz="2000">
                <a:latin typeface="Avenir Book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83401088"/>
      </p:ext>
    </p:extLst>
  </p:cSld>
  <p:clrMapOvr>
    <a:masterClrMapping/>
  </p:clrMapOvr>
  <p:transition spd="slow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0" i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07924169"/>
      </p:ext>
    </p:extLst>
  </p:cSld>
  <p:clrMapOvr>
    <a:masterClrMapping/>
  </p:clrMapOvr>
  <p:transition spd="slow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303498"/>
            <a:ext cx="8352928" cy="59412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3528" y="1005576"/>
            <a:ext cx="4032572" cy="3589046"/>
          </a:xfrm>
        </p:spPr>
        <p:txBody>
          <a:bodyPr/>
          <a:lstStyle>
            <a:lvl1pPr>
              <a:buClr>
                <a:srgbClr val="FEC000"/>
              </a:buClr>
              <a:defRPr sz="2000">
                <a:latin typeface="Avenir Book"/>
              </a:defRPr>
            </a:lvl1pPr>
            <a:lvl2pPr>
              <a:buClr>
                <a:srgbClr val="FEC000"/>
              </a:buClr>
              <a:defRPr sz="2000">
                <a:latin typeface="Avenir Book"/>
              </a:defRPr>
            </a:lvl2pPr>
            <a:lvl3pPr>
              <a:buClr>
                <a:srgbClr val="FEC000"/>
              </a:buClr>
              <a:defRPr sz="2000">
                <a:latin typeface="Avenir Book"/>
              </a:defRPr>
            </a:lvl3pPr>
            <a:lvl4pPr>
              <a:buClr>
                <a:srgbClr val="FEC000"/>
              </a:buClr>
              <a:defRPr sz="2000">
                <a:latin typeface="Avenir Book"/>
              </a:defRPr>
            </a:lvl4pPr>
            <a:lvl5pPr>
              <a:buClr>
                <a:srgbClr val="FEC000"/>
              </a:buClr>
              <a:defRPr sz="2000">
                <a:latin typeface="Avenir Book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8501" y="1005576"/>
            <a:ext cx="4176713" cy="3589046"/>
          </a:xfrm>
        </p:spPr>
        <p:txBody>
          <a:bodyPr/>
          <a:lstStyle>
            <a:lvl1pPr>
              <a:buClr>
                <a:srgbClr val="FEC000"/>
              </a:buClr>
              <a:defRPr sz="2000">
                <a:latin typeface="Avenir Book"/>
              </a:defRPr>
            </a:lvl1pPr>
            <a:lvl2pPr>
              <a:buClr>
                <a:srgbClr val="FEC000"/>
              </a:buClr>
              <a:defRPr sz="2000">
                <a:latin typeface="Avenir Book"/>
              </a:defRPr>
            </a:lvl2pPr>
            <a:lvl3pPr>
              <a:buClr>
                <a:srgbClr val="FEC000"/>
              </a:buClr>
              <a:defRPr sz="2000">
                <a:latin typeface="Avenir Book"/>
              </a:defRPr>
            </a:lvl3pPr>
            <a:lvl4pPr>
              <a:buClr>
                <a:srgbClr val="FEC000"/>
              </a:buClr>
              <a:defRPr sz="2000">
                <a:latin typeface="Avenir Book"/>
              </a:defRPr>
            </a:lvl4pPr>
            <a:lvl5pPr>
              <a:buClr>
                <a:srgbClr val="FEC000"/>
              </a:buClr>
              <a:defRPr sz="2000">
                <a:latin typeface="Avenir Book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028283"/>
      </p:ext>
    </p:extLst>
  </p:cSld>
  <p:clrMapOvr>
    <a:masterClrMapping/>
  </p:clrMapOvr>
  <p:transition spd="slow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4"/>
            <a:ext cx="4040188" cy="700335"/>
          </a:xfrm>
        </p:spPr>
        <p:txBody>
          <a:bodyPr anchor="ctr"/>
          <a:lstStyle>
            <a:lvl1pPr marL="0" indent="0">
              <a:buNone/>
              <a:defRPr sz="2200" b="0" i="0" baseline="0">
                <a:solidFill>
                  <a:srgbClr val="FEC000"/>
                </a:solidFill>
                <a:latin typeface="Avenir Black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51670"/>
            <a:ext cx="4040188" cy="2742952"/>
          </a:xfrm>
        </p:spPr>
        <p:txBody>
          <a:bodyPr/>
          <a:lstStyle>
            <a:lvl1pPr>
              <a:buClr>
                <a:srgbClr val="FEC000"/>
              </a:buClr>
              <a:defRPr sz="2000">
                <a:latin typeface="Avenir Book"/>
              </a:defRPr>
            </a:lvl1pPr>
            <a:lvl2pPr>
              <a:buClr>
                <a:srgbClr val="FEC000"/>
              </a:buClr>
              <a:defRPr sz="2000">
                <a:latin typeface="Avenir Book"/>
              </a:defRPr>
            </a:lvl2pPr>
            <a:lvl3pPr>
              <a:buClr>
                <a:srgbClr val="FEC000"/>
              </a:buClr>
              <a:defRPr sz="2000">
                <a:latin typeface="Avenir Book"/>
              </a:defRPr>
            </a:lvl3pPr>
            <a:lvl4pPr>
              <a:buClr>
                <a:srgbClr val="FEC000"/>
              </a:buClr>
              <a:defRPr sz="2000">
                <a:latin typeface="Avenir Book"/>
              </a:defRPr>
            </a:lvl4pPr>
            <a:lvl5pPr>
              <a:buClr>
                <a:srgbClr val="FEC000"/>
              </a:buClr>
              <a:defRPr sz="2000">
                <a:latin typeface="Avenir Book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4"/>
            <a:ext cx="4041775" cy="700335"/>
          </a:xfrm>
        </p:spPr>
        <p:txBody>
          <a:bodyPr anchor="ctr"/>
          <a:lstStyle>
            <a:lvl1pPr marL="0" indent="0">
              <a:buNone/>
              <a:defRPr sz="2200" b="0" i="0" baseline="0">
                <a:solidFill>
                  <a:srgbClr val="FEC000"/>
                </a:solidFill>
                <a:latin typeface="Avenir Black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851670"/>
            <a:ext cx="4041775" cy="2742952"/>
          </a:xfrm>
        </p:spPr>
        <p:txBody>
          <a:bodyPr/>
          <a:lstStyle>
            <a:lvl1pPr>
              <a:buClr>
                <a:srgbClr val="FEC000"/>
              </a:buClr>
              <a:defRPr sz="2000">
                <a:latin typeface="Avenir Book"/>
              </a:defRPr>
            </a:lvl1pPr>
            <a:lvl2pPr>
              <a:buClr>
                <a:srgbClr val="FEC000"/>
              </a:buClr>
              <a:defRPr sz="2000">
                <a:latin typeface="Avenir Book"/>
              </a:defRPr>
            </a:lvl2pPr>
            <a:lvl3pPr>
              <a:buClr>
                <a:srgbClr val="FEC000"/>
              </a:buClr>
              <a:defRPr sz="2000">
                <a:latin typeface="Avenir Book"/>
              </a:defRPr>
            </a:lvl3pPr>
            <a:lvl4pPr>
              <a:buClr>
                <a:srgbClr val="FEC000"/>
              </a:buClr>
              <a:defRPr sz="2000">
                <a:latin typeface="Avenir Book"/>
              </a:defRPr>
            </a:lvl4pPr>
            <a:lvl5pPr>
              <a:buClr>
                <a:srgbClr val="FEC000"/>
              </a:buClr>
              <a:defRPr sz="2000">
                <a:latin typeface="Avenir Book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44623550"/>
      </p:ext>
    </p:extLst>
  </p:cSld>
  <p:clrMapOvr>
    <a:masterClrMapping/>
  </p:clrMapOvr>
  <p:transition spd="slow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06419334"/>
      </p:ext>
    </p:extLst>
  </p:cSld>
  <p:clrMapOvr>
    <a:masterClrMapping/>
  </p:clrMapOvr>
  <p:transition spd="slow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824561"/>
      </p:ext>
    </p:extLst>
  </p:cSld>
  <p:clrMapOvr>
    <a:masterClrMapping/>
  </p:clrMapOvr>
  <p:transition spd="slow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3" y="465516"/>
            <a:ext cx="2877497" cy="819774"/>
          </a:xfrm>
        </p:spPr>
        <p:txBody>
          <a:bodyPr anchor="t"/>
          <a:lstStyle>
            <a:lvl1pPr algn="l">
              <a:defRPr sz="2200" b="1">
                <a:solidFill>
                  <a:srgbClr val="FEC000"/>
                </a:solidFill>
                <a:latin typeface="Avenir Black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4981" y="465517"/>
            <a:ext cx="4889467" cy="4129106"/>
          </a:xfrm>
        </p:spPr>
        <p:txBody>
          <a:bodyPr/>
          <a:lstStyle>
            <a:lvl1pPr>
              <a:buClr>
                <a:srgbClr val="FEC000"/>
              </a:buClr>
              <a:defRPr sz="2000">
                <a:latin typeface="Avenir Book"/>
              </a:defRPr>
            </a:lvl1pPr>
            <a:lvl2pPr>
              <a:buClr>
                <a:srgbClr val="FEC000"/>
              </a:buClr>
              <a:defRPr sz="2000">
                <a:latin typeface="Avenir Book"/>
              </a:defRPr>
            </a:lvl2pPr>
            <a:lvl3pPr>
              <a:buClr>
                <a:srgbClr val="FEC000"/>
              </a:buClr>
              <a:defRPr sz="2000">
                <a:latin typeface="Avenir Book"/>
              </a:defRPr>
            </a:lvl3pPr>
            <a:lvl4pPr>
              <a:buClr>
                <a:srgbClr val="FEC000"/>
              </a:buClr>
              <a:defRPr sz="2000">
                <a:latin typeface="Avenir Book"/>
              </a:defRPr>
            </a:lvl4pPr>
            <a:lvl5pPr>
              <a:buClr>
                <a:srgbClr val="FEC000"/>
              </a:buClr>
              <a:defRPr sz="2000">
                <a:latin typeface="Avenir Book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9552" y="1285291"/>
            <a:ext cx="2877497" cy="330933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43687"/>
      </p:ext>
    </p:extLst>
  </p:cSld>
  <p:clrMapOvr>
    <a:masterClrMapping/>
  </p:clrMapOvr>
  <p:transition spd="slow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/>
          <a:lstStyle>
            <a:lvl1pPr algn="l">
              <a:defRPr sz="2000" b="0" i="0" baseline="0">
                <a:solidFill>
                  <a:srgbClr val="FEC000"/>
                </a:solidFill>
                <a:latin typeface="Avenir Black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38853275"/>
      </p:ext>
    </p:extLst>
  </p:cSld>
  <p:clrMapOvr>
    <a:masterClrMapping/>
  </p:clrMapOvr>
  <p:transition spd="slow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397" y="303498"/>
            <a:ext cx="8128527" cy="59412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7545" y="1113589"/>
            <a:ext cx="8136904" cy="3481034"/>
          </a:xfrm>
        </p:spPr>
        <p:txBody>
          <a:bodyPr vert="eaVert"/>
          <a:lstStyle>
            <a:lvl1pPr>
              <a:buClr>
                <a:srgbClr val="FEC000"/>
              </a:buClr>
              <a:defRPr sz="2000">
                <a:latin typeface="Avenir Book"/>
              </a:defRPr>
            </a:lvl1pPr>
            <a:lvl2pPr>
              <a:buClr>
                <a:srgbClr val="FEC000"/>
              </a:buClr>
              <a:defRPr sz="2000">
                <a:latin typeface="Avenir Book"/>
              </a:defRPr>
            </a:lvl2pPr>
            <a:lvl3pPr>
              <a:buClr>
                <a:srgbClr val="FEC000"/>
              </a:buClr>
              <a:defRPr sz="2000">
                <a:latin typeface="Avenir Book"/>
              </a:defRPr>
            </a:lvl3pPr>
            <a:lvl4pPr>
              <a:buClr>
                <a:srgbClr val="FEC000"/>
              </a:buClr>
              <a:defRPr sz="2000">
                <a:latin typeface="Avenir Book"/>
              </a:defRPr>
            </a:lvl4pPr>
            <a:lvl5pPr>
              <a:buClr>
                <a:srgbClr val="FEC000"/>
              </a:buClr>
              <a:defRPr sz="2000">
                <a:latin typeface="Avenir Book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58502750"/>
      </p:ext>
    </p:extLst>
  </p:cSld>
  <p:clrMapOvr>
    <a:masterClrMapping/>
  </p:clrMapOvr>
  <p:transition spd="slow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57905" y="249493"/>
            <a:ext cx="2018551" cy="434513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7546" y="249493"/>
            <a:ext cx="5913947" cy="4345130"/>
          </a:xfrm>
        </p:spPr>
        <p:txBody>
          <a:bodyPr vert="eaVert"/>
          <a:lstStyle>
            <a:lvl1pPr>
              <a:buClr>
                <a:srgbClr val="FEC000"/>
              </a:buClr>
              <a:defRPr sz="2000">
                <a:latin typeface="Avenir Book"/>
              </a:defRPr>
            </a:lvl1pPr>
            <a:lvl2pPr>
              <a:buClr>
                <a:srgbClr val="FEC000"/>
              </a:buClr>
              <a:defRPr sz="2000">
                <a:latin typeface="Avenir Book"/>
              </a:defRPr>
            </a:lvl2pPr>
            <a:lvl3pPr>
              <a:buClr>
                <a:srgbClr val="FEC000"/>
              </a:buClr>
              <a:defRPr sz="2000">
                <a:latin typeface="Avenir Book"/>
              </a:defRPr>
            </a:lvl3pPr>
            <a:lvl4pPr>
              <a:buClr>
                <a:srgbClr val="FEC000"/>
              </a:buClr>
              <a:defRPr sz="2000">
                <a:latin typeface="Avenir Book"/>
              </a:defRPr>
            </a:lvl4pPr>
            <a:lvl5pPr>
              <a:buClr>
                <a:srgbClr val="FEC000"/>
              </a:buClr>
              <a:defRPr sz="2000">
                <a:latin typeface="Avenir Book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15787133"/>
      </p:ext>
    </p:extLst>
  </p:cSld>
  <p:clrMapOvr>
    <a:masterClrMapping/>
  </p:clrMapOvr>
  <p:transition spd="slow">
    <p:pull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ferenc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A340854-2AB0-CB10-64EC-90BE9215D81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-1588"/>
            <a:ext cx="9144000" cy="5191126"/>
          </a:xfrm>
          <a:prstGeom prst="rect">
            <a:avLst/>
          </a:prstGeom>
          <a:solidFill>
            <a:srgbClr val="FEC000"/>
          </a:solidFill>
          <a:ln>
            <a:noFill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en-US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2405064" y="239776"/>
            <a:ext cx="4376737" cy="4748870"/>
          </a:xfrm>
          <a:prstGeom prst="rect">
            <a:avLst/>
          </a:prstGeom>
        </p:spPr>
        <p:txBody>
          <a:bodyPr tIns="0" bIns="748800" anchor="ctr" anchorCtr="1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>
                <a:solidFill>
                  <a:schemeClr val="bg1"/>
                </a:solidFill>
                <a:latin typeface="Avenir Medium"/>
                <a:cs typeface="Avenir Medium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273501097"/>
      </p:ext>
    </p:extLst>
  </p:cSld>
  <p:clrMapOvr>
    <a:masterClrMapping/>
  </p:clrMapOvr>
  <p:transition spd="slow">
    <p:cover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6E339C2-10EE-A968-9884-2A9840336F4A}"/>
              </a:ext>
            </a:extLst>
          </p:cNvPr>
          <p:cNvSpPr/>
          <p:nvPr userDrawn="1"/>
        </p:nvSpPr>
        <p:spPr>
          <a:xfrm>
            <a:off x="-339725" y="-192088"/>
            <a:ext cx="9823450" cy="5527676"/>
          </a:xfrm>
          <a:prstGeom prst="rect">
            <a:avLst/>
          </a:prstGeom>
          <a:solidFill>
            <a:srgbClr val="001027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2405064" y="725984"/>
            <a:ext cx="4376737" cy="4262661"/>
          </a:xfrm>
          <a:prstGeom prst="rect">
            <a:avLst/>
          </a:prstGeom>
        </p:spPr>
        <p:txBody>
          <a:bodyPr tIns="0" bIns="748800" anchor="ctr" anchorCtr="1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200">
                <a:solidFill>
                  <a:schemeClr val="bg1"/>
                </a:solidFill>
                <a:latin typeface="Avenir Medium"/>
                <a:cs typeface="Avenir Medium"/>
              </a:defRPr>
            </a:lvl1pPr>
          </a:lstStyle>
          <a:p>
            <a:r>
              <a:rPr lang="en-US" dirty="0"/>
              <a:t>Thank You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82012429"/>
      </p:ext>
    </p:extLst>
  </p:cSld>
  <p:clrMapOvr>
    <a:masterClrMapping/>
  </p:clrMapOvr>
  <p:transition spd="slow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Slogan Slide (16-9).jpg">
            <a:extLst>
              <a:ext uri="{FF2B5EF4-FFF2-40B4-BE49-F238E27FC236}">
                <a16:creationId xmlns:a16="http://schemas.microsoft.com/office/drawing/2014/main" id="{B81BB40B-38F8-E738-36C0-ECB883458A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4450" y="-30163"/>
            <a:ext cx="9240838" cy="5203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00509847"/>
      </p:ext>
    </p:extLst>
  </p:cSld>
  <p:clrMapOvr>
    <a:masterClrMapping/>
  </p:clrMapOvr>
  <p:transition spd="slow"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NMU Title Slide">
    <p:bg>
      <p:bgPr>
        <a:solidFill>
          <a:srgbClr val="07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>
            <a:extLst>
              <a:ext uri="{FF2B5EF4-FFF2-40B4-BE49-F238E27FC236}">
                <a16:creationId xmlns:a16="http://schemas.microsoft.com/office/drawing/2014/main" id="{015448E5-F638-B1D6-C8DF-532BFBB7296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1188" y="792163"/>
            <a:ext cx="2841625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601357"/>
            <a:ext cx="7886700" cy="56842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2700" b="1">
                <a:solidFill>
                  <a:schemeClr val="bg1"/>
                </a:solidFill>
                <a:latin typeface="Avenir LT 45 Book" panose="020B05030200000200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ZA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628650" y="3270709"/>
            <a:ext cx="7886700" cy="3223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Avenir LT 45 Book" panose="020B0503020000020003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628650" y="3763934"/>
            <a:ext cx="7886700" cy="27440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500">
                <a:solidFill>
                  <a:srgbClr val="FEC000"/>
                </a:solidFill>
                <a:latin typeface="Avenir LT 45 Book" panose="020B0503020000020003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6"/>
          </p:nvPr>
        </p:nvSpPr>
        <p:spPr>
          <a:xfrm>
            <a:off x="628650" y="4104269"/>
            <a:ext cx="7886700" cy="2744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500">
                <a:solidFill>
                  <a:srgbClr val="FEC000"/>
                </a:solidFill>
                <a:latin typeface="Avenir LT 45 Book" panose="020B0503020000020003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628650" y="4444605"/>
            <a:ext cx="7886700" cy="32630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  <a:latin typeface="Avenir LT 45 Book" panose="020B0503020000020003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51679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13668B8-86C9-9421-3159-C823938B6D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23850" y="303213"/>
            <a:ext cx="8496300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0CB888D-7791-A522-D910-4377162E80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23850" y="1112838"/>
            <a:ext cx="8505825" cy="348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</p:txBody>
      </p:sp>
      <p:pic>
        <p:nvPicPr>
          <p:cNvPr id="1028" name="Picture 6">
            <a:extLst>
              <a:ext uri="{FF2B5EF4-FFF2-40B4-BE49-F238E27FC236}">
                <a16:creationId xmlns:a16="http://schemas.microsoft.com/office/drawing/2014/main" id="{E93FDCF3-2B47-AE1D-06CC-D555B13F21D7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08500"/>
            <a:ext cx="9144000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53" r:id="rId1"/>
    <p:sldLayoutId id="2147483954" r:id="rId2"/>
    <p:sldLayoutId id="2147483955" r:id="rId3"/>
    <p:sldLayoutId id="2147483956" r:id="rId4"/>
    <p:sldLayoutId id="2147483957" r:id="rId5"/>
    <p:sldLayoutId id="2147483958" r:id="rId6"/>
    <p:sldLayoutId id="2147483959" r:id="rId7"/>
    <p:sldLayoutId id="2147483960" r:id="rId8"/>
    <p:sldLayoutId id="2147483961" r:id="rId9"/>
    <p:sldLayoutId id="2147483962" r:id="rId10"/>
    <p:sldLayoutId id="2147483963" r:id="rId11"/>
    <p:sldLayoutId id="2147483964" r:id="rId12"/>
    <p:sldLayoutId id="2147483965" r:id="rId13"/>
    <p:sldLayoutId id="2147483966" r:id="rId14"/>
    <p:sldLayoutId id="2147483967" r:id="rId15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1027"/>
          </a:solidFill>
          <a:latin typeface="Avenir Medium"/>
          <a:ea typeface="ＭＳ Ｐゴシック" charset="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1027"/>
          </a:solidFill>
          <a:latin typeface="Avenir Medium" charset="0"/>
          <a:ea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1027"/>
          </a:solidFill>
          <a:latin typeface="Avenir Medium" charset="0"/>
          <a:ea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1027"/>
          </a:solidFill>
          <a:latin typeface="Avenir Medium" charset="0"/>
          <a:ea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1027"/>
          </a:solidFill>
          <a:latin typeface="Avenir Medium" charset="0"/>
          <a:ea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9pPr>
    </p:titleStyle>
    <p:bodyStyle>
      <a:lvl1pPr marL="173038" indent="-173038" algn="l" rtl="0" eaLnBrk="0" fontAlgn="base" hangingPunct="0">
        <a:spcBef>
          <a:spcPct val="20000"/>
        </a:spcBef>
        <a:spcAft>
          <a:spcPct val="0"/>
        </a:spcAft>
        <a:buClr>
          <a:srgbClr val="FEC000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Avenir Book"/>
          <a:ea typeface="ＭＳ Ｐゴシック" charset="0"/>
          <a:cs typeface="+mn-cs"/>
        </a:defRPr>
      </a:lvl1pPr>
      <a:lvl2pPr marL="347663" indent="-173038" algn="l" rtl="0" eaLnBrk="0" fontAlgn="base" hangingPunct="0">
        <a:spcBef>
          <a:spcPct val="20000"/>
        </a:spcBef>
        <a:spcAft>
          <a:spcPct val="0"/>
        </a:spcAft>
        <a:buClr>
          <a:srgbClr val="FEC000"/>
        </a:buClr>
        <a:buSzPct val="75000"/>
        <a:buChar char="•"/>
        <a:defRPr sz="2000">
          <a:solidFill>
            <a:schemeClr val="tx1"/>
          </a:solidFill>
          <a:latin typeface="Avenir Book"/>
          <a:ea typeface="ＭＳ Ｐゴシック" charset="0"/>
        </a:defRPr>
      </a:lvl2pPr>
      <a:lvl3pPr marL="547688" indent="-198438" algn="l" rtl="0" eaLnBrk="0" fontAlgn="base" hangingPunct="0">
        <a:spcBef>
          <a:spcPct val="20000"/>
        </a:spcBef>
        <a:spcAft>
          <a:spcPct val="0"/>
        </a:spcAft>
        <a:buClr>
          <a:srgbClr val="FEC000"/>
        </a:buClr>
        <a:buSzPct val="75000"/>
        <a:buFont typeface="Arial" panose="020B0604020202020204" pitchFamily="34" charset="0"/>
        <a:buChar char="-"/>
        <a:defRPr sz="2000">
          <a:solidFill>
            <a:schemeClr val="tx1"/>
          </a:solidFill>
          <a:latin typeface="Avenir Book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03057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03057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003057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003057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003057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003057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6">
            <a:extLst>
              <a:ext uri="{FF2B5EF4-FFF2-40B4-BE49-F238E27FC236}">
                <a16:creationId xmlns:a16="http://schemas.microsoft.com/office/drawing/2014/main" id="{4AA0ABE0-6903-5F9A-268C-90F844063E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1" name="Title 1">
            <a:extLst>
              <a:ext uri="{FF2B5EF4-FFF2-40B4-BE49-F238E27FC236}">
                <a16:creationId xmlns:a16="http://schemas.microsoft.com/office/drawing/2014/main" id="{25B10FB9-A15F-F8CA-E0F3-B4914ABDDF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67150"/>
            <a:ext cx="9144000" cy="433388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altLang="en-US" sz="3200" dirty="0">
                <a:ea typeface="ＭＳ Ｐゴシック" panose="020B0600070205080204" pitchFamily="34" charset="-128"/>
              </a:rPr>
              <a:t>Lecture 5: Fragments</a:t>
            </a:r>
            <a:endParaRPr lang="en-ZA" altLang="en-US" sz="3200" dirty="0">
              <a:ea typeface="ＭＳ Ｐゴシック" panose="020B0600070205080204" pitchFamily="34" charset="-128"/>
            </a:endParaRPr>
          </a:p>
        </p:txBody>
      </p:sp>
      <p:sp>
        <p:nvSpPr>
          <p:cNvPr id="18436" name="Text Placeholder 3">
            <a:extLst>
              <a:ext uri="{FF2B5EF4-FFF2-40B4-BE49-F238E27FC236}">
                <a16:creationId xmlns:a16="http://schemas.microsoft.com/office/drawing/2014/main" id="{4FA56CAD-107C-CCF9-44D6-34BF51654181}"/>
              </a:ext>
            </a:extLst>
          </p:cNvPr>
          <p:cNvSpPr>
            <a:spLocks noGrp="1" noChangeArrowheads="1"/>
          </p:cNvSpPr>
          <p:nvPr>
            <p:ph type="body" sz="quarter" idx="15"/>
          </p:nvPr>
        </p:nvSpPr>
        <p:spPr>
          <a:xfrm>
            <a:off x="611188" y="4386263"/>
            <a:ext cx="7886700" cy="273050"/>
          </a:xfrm>
        </p:spPr>
        <p:txBody>
          <a:bodyPr/>
          <a:lstStyle/>
          <a:p>
            <a:r>
              <a:rPr lang="en-US" altLang="en-US" sz="1200" dirty="0">
                <a:ea typeface="ＭＳ Ｐゴシック" panose="020B0600070205080204" pitchFamily="34" charset="-128"/>
              </a:rPr>
              <a:t>WRPV302: Advanced Programming</a:t>
            </a:r>
            <a:endParaRPr lang="en-ZA" altLang="en-US" sz="1200" dirty="0">
              <a:ea typeface="ＭＳ Ｐゴシック" panose="020B0600070205080204" pitchFamily="34" charset="-128"/>
            </a:endParaRPr>
          </a:p>
        </p:txBody>
      </p:sp>
      <p:sp>
        <p:nvSpPr>
          <p:cNvPr id="18437" name="Text Placeholder 5">
            <a:extLst>
              <a:ext uri="{FF2B5EF4-FFF2-40B4-BE49-F238E27FC236}">
                <a16:creationId xmlns:a16="http://schemas.microsoft.com/office/drawing/2014/main" id="{7B434F81-E8A3-A7A9-ADB2-DAC0071210D7}"/>
              </a:ext>
            </a:extLst>
          </p:cNvPr>
          <p:cNvSpPr>
            <a:spLocks noGrp="1" noChangeArrowheads="1"/>
          </p:cNvSpPr>
          <p:nvPr>
            <p:ph type="body" sz="quarter" idx="17"/>
          </p:nvPr>
        </p:nvSpPr>
        <p:spPr>
          <a:xfrm>
            <a:off x="611188" y="4732338"/>
            <a:ext cx="7886700" cy="325437"/>
          </a:xfrm>
        </p:spPr>
        <p:txBody>
          <a:bodyPr/>
          <a:lstStyle/>
          <a:p>
            <a:r>
              <a:rPr lang="en-US" altLang="en-US" sz="1400">
                <a:ea typeface="ＭＳ Ｐゴシック" panose="020B0600070205080204" pitchFamily="34" charset="-128"/>
              </a:rPr>
              <a:t>Dr Simone Beets</a:t>
            </a:r>
            <a:endParaRPr lang="en-ZA" altLang="en-US" sz="140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89984F3-4A8C-41E9-8906-722BFDD32DF7}"/>
              </a:ext>
            </a:extLst>
          </p:cNvPr>
          <p:cNvSpPr/>
          <p:nvPr/>
        </p:nvSpPr>
        <p:spPr>
          <a:xfrm>
            <a:off x="0" y="0"/>
            <a:ext cx="6228184" cy="51435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1A5F8D-5E28-431E-9C4E-F84AAEA7BB92}"/>
              </a:ext>
            </a:extLst>
          </p:cNvPr>
          <p:cNvSpPr txBox="1"/>
          <p:nvPr/>
        </p:nvSpPr>
        <p:spPr>
          <a:xfrm>
            <a:off x="1109456" y="1786920"/>
            <a:ext cx="378336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Medium"/>
                <a:ea typeface="ＭＳ Ｐゴシック" panose="020B0600070205080204" pitchFamily="34" charset="-128"/>
                <a:cs typeface="+mn-cs"/>
              </a:rPr>
              <a:t>Revision (L4) - Class exercise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A2FA59-91BD-4119-A8C4-E622C715D7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2818" y="1275606"/>
            <a:ext cx="2726104" cy="272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41223"/>
      </p:ext>
    </p:extLst>
  </p:cSld>
  <p:clrMapOvr>
    <a:masterClrMapping/>
  </p:clrMapOvr>
  <p:transition spd="slow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7CDF426-E25C-44FE-9A14-1AE15C9179F2}"/>
              </a:ext>
            </a:extLst>
          </p:cNvPr>
          <p:cNvSpPr/>
          <p:nvPr/>
        </p:nvSpPr>
        <p:spPr>
          <a:xfrm>
            <a:off x="0" y="4594225"/>
            <a:ext cx="9144000" cy="549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E9D536A-E98A-465C-BC14-C631E36975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303213"/>
            <a:ext cx="8496300" cy="593725"/>
          </a:xfrm>
        </p:spPr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Class exercise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EF63B2A-1BAD-4500-BEC8-D920F283705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0" y="771550"/>
            <a:ext cx="8712646" cy="4299942"/>
          </a:xfrm>
        </p:spPr>
        <p:txBody>
          <a:bodyPr/>
          <a:lstStyle/>
          <a:p>
            <a:pPr marL="0" indent="0">
              <a:buNone/>
            </a:pP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Instructions:</a:t>
            </a:r>
          </a:p>
          <a:p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Turn to 2 or 3 peers next to you &amp; discuss your answers. Try answering from memory before using any resources…</a:t>
            </a:r>
          </a:p>
          <a:p>
            <a:pPr marL="0" indent="0">
              <a:buNone/>
            </a:pP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Questions: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What is the difference between a View, a </a:t>
            </a:r>
            <a:r>
              <a:rPr lang="en-US" altLang="en-US" dirty="0" err="1">
                <a:latin typeface="Avenir Book" pitchFamily="2" charset="0"/>
                <a:ea typeface="ＭＳ Ｐゴシック" panose="020B0600070205080204" pitchFamily="34" charset="-128"/>
              </a:rPr>
              <a:t>ViewGroup</a:t>
            </a: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 &amp; a Layout?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The default </a:t>
            </a:r>
            <a:r>
              <a:rPr lang="en-US" altLang="en-US" sz="1800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strings.xml</a:t>
            </a: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 lives in </a:t>
            </a:r>
            <a:r>
              <a:rPr lang="en-US" altLang="en-US" sz="1800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res/values</a:t>
            </a: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. Where would the Afrikaans version go &amp; in what order does Android search for the right one?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How do you reference a string resource </a:t>
            </a:r>
            <a:r>
              <a:rPr lang="en-US" altLang="en-US" sz="1800" dirty="0" err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strHello</a:t>
            </a: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 (a) in the layout XML &amp; (b) in Java code?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When a layout changes at runtime (e.g., rotation), what happens to the Activity?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Serializable vs </a:t>
            </a:r>
            <a:r>
              <a:rPr lang="en-US" altLang="en-US" dirty="0" err="1">
                <a:latin typeface="Avenir Book" pitchFamily="2" charset="0"/>
                <a:ea typeface="ＭＳ Ｐゴシック" panose="020B0600070205080204" pitchFamily="34" charset="-128"/>
              </a:rPr>
              <a:t>Parcelable</a:t>
            </a: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: which is (a) simpler to implement &amp; (b) which is faster?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608F24A-372B-4707-96C8-CEAF29C5DC0A}"/>
              </a:ext>
            </a:extLst>
          </p:cNvPr>
          <p:cNvSpPr/>
          <p:nvPr/>
        </p:nvSpPr>
        <p:spPr>
          <a:xfrm>
            <a:off x="5406311" y="150840"/>
            <a:ext cx="3054121" cy="72008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You have 5 minutes…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4029B47-BBE4-4F18-BC5E-2147F22626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9032" y="29157"/>
            <a:ext cx="1054968" cy="1054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337612"/>
      </p:ext>
    </p:extLst>
  </p:cSld>
  <p:clrMapOvr>
    <a:masterClrMapping/>
  </p:clrMapOvr>
  <p:transition spd="slow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FCED2-1A29-5C7B-9125-D2AF7E03E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 descr="Lights On with solid fill">
            <a:extLst>
              <a:ext uri="{FF2B5EF4-FFF2-40B4-BE49-F238E27FC236}">
                <a16:creationId xmlns:a16="http://schemas.microsoft.com/office/drawing/2014/main" id="{9C844A58-6BF9-1121-A945-ADBE54B650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308" y="818356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C518DE4-3AB3-388D-CADF-5A8820A44B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07E03EE-E70A-671E-61D1-E5FAF6B5DB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293692"/>
            <a:ext cx="4410972" cy="183697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C913EF7-EAD5-315A-65E9-66C66559D14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202293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FCED2-1A29-5C7B-9125-D2AF7E03E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D7CFFAC-EAEC-A4A5-23FB-B3200E4B3C34}"/>
              </a:ext>
            </a:extLst>
          </p:cNvPr>
          <p:cNvSpPr/>
          <p:nvPr/>
        </p:nvSpPr>
        <p:spPr>
          <a:xfrm>
            <a:off x="2051720" y="267494"/>
            <a:ext cx="5759450" cy="2016125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600" dirty="0"/>
              <a:t>Q1. What is the difference between a View, a </a:t>
            </a:r>
            <a:r>
              <a:rPr lang="en-US" sz="3600" dirty="0" err="1"/>
              <a:t>ViewGroup</a:t>
            </a:r>
            <a:r>
              <a:rPr lang="en-US" sz="3600" dirty="0"/>
              <a:t> &amp; a Layout?</a:t>
            </a:r>
            <a:endParaRPr lang="en-ZA" sz="3600" dirty="0"/>
          </a:p>
        </p:txBody>
      </p:sp>
      <p:pic>
        <p:nvPicPr>
          <p:cNvPr id="4" name="Graphic 3" descr="Lights On with solid fill">
            <a:extLst>
              <a:ext uri="{FF2B5EF4-FFF2-40B4-BE49-F238E27FC236}">
                <a16:creationId xmlns:a16="http://schemas.microsoft.com/office/drawing/2014/main" id="{9C844A58-6BF9-1121-A945-ADBE54B650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308" y="818356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CA5A014-4B8B-0A33-ABB5-D4F80EB980C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0" y="2402731"/>
            <a:ext cx="8505825" cy="2257251"/>
          </a:xfrm>
        </p:spPr>
        <p:txBody>
          <a:bodyPr/>
          <a:lstStyle/>
          <a:p>
            <a:r>
              <a:rPr lang="en-ZA" altLang="en-US" sz="2400" dirty="0">
                <a:solidFill>
                  <a:schemeClr val="accent5">
                    <a:lumMod val="50000"/>
                  </a:schemeClr>
                </a:solidFill>
                <a:latin typeface="Avenir Book" pitchFamily="2" charset="0"/>
                <a:ea typeface="ＭＳ Ｐゴシック" panose="020B0600070205080204" pitchFamily="34" charset="-128"/>
              </a:rPr>
              <a:t>View:</a:t>
            </a:r>
            <a:r>
              <a:rPr lang="en-ZA" altLang="en-US" sz="2400" dirty="0">
                <a:latin typeface="Avenir Book" pitchFamily="2" charset="0"/>
                <a:ea typeface="ＭＳ Ｐゴシック" panose="020B0600070205080204" pitchFamily="34" charset="-128"/>
              </a:rPr>
              <a:t> </a:t>
            </a:r>
            <a:r>
              <a:rPr lang="en-US" altLang="en-US" sz="2400" dirty="0">
                <a:latin typeface="Avenir Book" pitchFamily="2" charset="0"/>
                <a:ea typeface="ＭＳ Ｐゴシック" panose="020B0600070205080204" pitchFamily="34" charset="-128"/>
              </a:rPr>
              <a:t>anything on screen that the user interacts with</a:t>
            </a:r>
            <a:endParaRPr lang="en-ZA" altLang="en-US" sz="2400" dirty="0">
              <a:latin typeface="Avenir Book" pitchFamily="2" charset="0"/>
              <a:ea typeface="ＭＳ Ｐゴシック" panose="020B0600070205080204" pitchFamily="34" charset="-128"/>
            </a:endParaRPr>
          </a:p>
          <a:p>
            <a:r>
              <a:rPr lang="en-ZA" altLang="en-US" sz="2400" dirty="0" err="1">
                <a:solidFill>
                  <a:schemeClr val="accent5">
                    <a:lumMod val="50000"/>
                  </a:schemeClr>
                </a:solidFill>
                <a:latin typeface="Avenir Book" pitchFamily="2" charset="0"/>
                <a:ea typeface="ＭＳ Ｐゴシック" panose="020B0600070205080204" pitchFamily="34" charset="-128"/>
              </a:rPr>
              <a:t>ViewGroup</a:t>
            </a:r>
            <a:r>
              <a:rPr lang="en-ZA" altLang="en-US" sz="2400" dirty="0">
                <a:solidFill>
                  <a:schemeClr val="accent5">
                    <a:lumMod val="50000"/>
                  </a:schemeClr>
                </a:solidFill>
                <a:latin typeface="Avenir Book" pitchFamily="2" charset="0"/>
                <a:ea typeface="ＭＳ Ｐゴシック" panose="020B0600070205080204" pitchFamily="34" charset="-128"/>
              </a:rPr>
              <a:t>: </a:t>
            </a:r>
            <a:r>
              <a:rPr lang="en-US" altLang="en-US" sz="2400" dirty="0">
                <a:latin typeface="Avenir Book" pitchFamily="2" charset="0"/>
                <a:ea typeface="ＭＳ Ｐゴシック" panose="020B0600070205080204" pitchFamily="34" charset="-128"/>
              </a:rPr>
              <a:t>a View that contains other Views</a:t>
            </a:r>
            <a:endParaRPr lang="en-ZA" altLang="en-US" sz="2400" dirty="0">
              <a:latin typeface="Avenir Book" pitchFamily="2" charset="0"/>
              <a:ea typeface="ＭＳ Ｐゴシック" panose="020B0600070205080204" pitchFamily="34" charset="-128"/>
            </a:endParaRPr>
          </a:p>
          <a:p>
            <a:r>
              <a:rPr lang="en-ZA" altLang="en-US" sz="2400" dirty="0">
                <a:solidFill>
                  <a:schemeClr val="accent5">
                    <a:lumMod val="50000"/>
                  </a:schemeClr>
                </a:solidFill>
                <a:latin typeface="Avenir Book" pitchFamily="2" charset="0"/>
                <a:ea typeface="ＭＳ Ｐゴシック" panose="020B0600070205080204" pitchFamily="34" charset="-128"/>
              </a:rPr>
              <a:t>Layout: </a:t>
            </a:r>
            <a:r>
              <a:rPr lang="en-US" altLang="en-US" sz="2400" dirty="0">
                <a:latin typeface="Avenir Book" pitchFamily="2" charset="0"/>
                <a:ea typeface="ＭＳ Ｐゴシック" panose="020B0600070205080204" pitchFamily="34" charset="-128"/>
              </a:rPr>
              <a:t>the XML file defining them</a:t>
            </a:r>
          </a:p>
        </p:txBody>
      </p:sp>
    </p:spTree>
    <p:extLst>
      <p:ext uri="{BB962C8B-B14F-4D97-AF65-F5344CB8AC3E}">
        <p14:creationId xmlns:p14="http://schemas.microsoft.com/office/powerpoint/2010/main" val="4188038920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FCED2-1A29-5C7B-9125-D2AF7E03E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D7CFFAC-EAEC-A4A5-23FB-B3200E4B3C34}"/>
              </a:ext>
            </a:extLst>
          </p:cNvPr>
          <p:cNvSpPr/>
          <p:nvPr/>
        </p:nvSpPr>
        <p:spPr>
          <a:xfrm>
            <a:off x="2051720" y="267494"/>
            <a:ext cx="5759450" cy="2016125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200" dirty="0"/>
              <a:t>Q2. The default strings.xml lives in 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res/values</a:t>
            </a:r>
            <a:r>
              <a:rPr lang="en-US" sz="3200" dirty="0"/>
              <a:t>. Where would the Afrikaans version go?</a:t>
            </a:r>
            <a:endParaRPr lang="en-ZA" sz="3200" dirty="0"/>
          </a:p>
        </p:txBody>
      </p:sp>
      <p:pic>
        <p:nvPicPr>
          <p:cNvPr id="4" name="Graphic 3" descr="Lights On with solid fill">
            <a:extLst>
              <a:ext uri="{FF2B5EF4-FFF2-40B4-BE49-F238E27FC236}">
                <a16:creationId xmlns:a16="http://schemas.microsoft.com/office/drawing/2014/main" id="{9C844A58-6BF9-1121-A945-ADBE54B650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308" y="818356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CA5A014-4B8B-0A33-ABB5-D4F80EB980C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0" y="2643857"/>
            <a:ext cx="8505825" cy="2016125"/>
          </a:xfrm>
        </p:spPr>
        <p:txBody>
          <a:bodyPr/>
          <a:lstStyle/>
          <a:p>
            <a:pPr marL="0" indent="0" algn="ctr">
              <a:buNone/>
            </a:pPr>
            <a:r>
              <a:rPr lang="en-ZA" sz="24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res/values-</a:t>
            </a:r>
            <a:r>
              <a:rPr lang="en-ZA" sz="2400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af</a:t>
            </a:r>
            <a:endParaRPr lang="en-US" altLang="en-US" sz="2400" dirty="0">
              <a:solidFill>
                <a:schemeClr val="accent5">
                  <a:lumMod val="50000"/>
                </a:schemeClr>
              </a:solidFill>
              <a:latin typeface="Courier New" panose="02070309020205020404" pitchFamily="49" charset="0"/>
              <a:ea typeface="ＭＳ Ｐゴシック" panose="020B0600070205080204" pitchFamily="34" charset="-128"/>
              <a:cs typeface="Courier New" panose="02070309020205020404" pitchFamily="49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2598DA5-89EB-65BB-06A8-0A03FE7D0C50}"/>
              </a:ext>
            </a:extLst>
          </p:cNvPr>
          <p:cNvGrpSpPr/>
          <p:nvPr/>
        </p:nvGrpSpPr>
        <p:grpSpPr>
          <a:xfrm>
            <a:off x="0" y="3264467"/>
            <a:ext cx="9144000" cy="603427"/>
            <a:chOff x="0" y="3003798"/>
            <a:chExt cx="9144000" cy="60342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50BD850-5970-5352-E385-E61395895AE2}"/>
                </a:ext>
              </a:extLst>
            </p:cNvPr>
            <p:cNvSpPr/>
            <p:nvPr/>
          </p:nvSpPr>
          <p:spPr>
            <a:xfrm>
              <a:off x="0" y="3003798"/>
              <a:ext cx="9144000" cy="6034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75F3536-5B35-E2D5-FEE9-6008619FB4B7}"/>
                </a:ext>
              </a:extLst>
            </p:cNvPr>
            <p:cNvSpPr txBox="1"/>
            <p:nvPr/>
          </p:nvSpPr>
          <p:spPr>
            <a:xfrm>
              <a:off x="0" y="3069691"/>
              <a:ext cx="914400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en-US" sz="2400" b="0" dirty="0">
                  <a:latin typeface="Avenir Book" pitchFamily="2" charset="0"/>
                  <a:ea typeface="ＭＳ Ｐゴシック" panose="020B0600070205080204" pitchFamily="34" charset="-128"/>
                </a:rPr>
                <a:t>In what order does Android search?</a:t>
              </a:r>
              <a:endParaRPr lang="en-ZA" sz="2400" dirty="0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A44A61A-A406-AB52-A479-B70918452D3A}"/>
              </a:ext>
            </a:extLst>
          </p:cNvPr>
          <p:cNvSpPr txBox="1"/>
          <p:nvPr/>
        </p:nvSpPr>
        <p:spPr>
          <a:xfrm>
            <a:off x="1" y="3907868"/>
            <a:ext cx="91439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US" b="0" dirty="0">
                <a:solidFill>
                  <a:schemeClr val="accent5">
                    <a:lumMod val="50000"/>
                  </a:schemeClr>
                </a:solidFill>
                <a:latin typeface="Avenir Book" pitchFamily="2" charset="0"/>
                <a:ea typeface="ＭＳ Ｐゴシック" panose="020B0600070205080204" pitchFamily="34" charset="-128"/>
              </a:rPr>
              <a:t>most specific to least specific, takes the first match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043880520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FCED2-1A29-5C7B-9125-D2AF7E03E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D7CFFAC-EAEC-A4A5-23FB-B3200E4B3C34}"/>
              </a:ext>
            </a:extLst>
          </p:cNvPr>
          <p:cNvSpPr/>
          <p:nvPr/>
        </p:nvSpPr>
        <p:spPr>
          <a:xfrm>
            <a:off x="2051720" y="267494"/>
            <a:ext cx="5759450" cy="2016125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200" dirty="0"/>
              <a:t>Q3. How do you reference a string resource </a:t>
            </a:r>
            <a:r>
              <a:rPr lang="en-US" sz="3200" dirty="0" err="1"/>
              <a:t>strHello</a:t>
            </a:r>
            <a:r>
              <a:rPr lang="en-US" sz="3200" dirty="0"/>
              <a:t> </a:t>
            </a:r>
          </a:p>
          <a:p>
            <a:pPr marL="514350" indent="-514350" algn="ctr">
              <a:buAutoNum type="alphaLcParenBoth"/>
              <a:defRPr/>
            </a:pPr>
            <a:r>
              <a:rPr lang="en-US" sz="3200" dirty="0"/>
              <a:t>in the layout XML </a:t>
            </a:r>
          </a:p>
          <a:p>
            <a:pPr marL="514350" indent="-514350" algn="ctr">
              <a:buAutoNum type="alphaLcParenBoth"/>
              <a:defRPr/>
            </a:pPr>
            <a:r>
              <a:rPr lang="en-US" sz="3200" dirty="0"/>
              <a:t> in Java code?</a:t>
            </a:r>
            <a:endParaRPr lang="en-ZA" sz="3200" dirty="0"/>
          </a:p>
        </p:txBody>
      </p:sp>
      <p:pic>
        <p:nvPicPr>
          <p:cNvPr id="4" name="Graphic 3" descr="Lights On with solid fill">
            <a:extLst>
              <a:ext uri="{FF2B5EF4-FFF2-40B4-BE49-F238E27FC236}">
                <a16:creationId xmlns:a16="http://schemas.microsoft.com/office/drawing/2014/main" id="{9C844A58-6BF9-1121-A945-ADBE54B650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308" y="818356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CA5A014-4B8B-0A33-ABB5-D4F80EB980C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0" y="2402731"/>
            <a:ext cx="8505825" cy="2257251"/>
          </a:xfrm>
        </p:spPr>
        <p:txBody>
          <a:bodyPr/>
          <a:lstStyle/>
          <a:p>
            <a:r>
              <a:rPr lang="en-ZA" altLang="en-US" sz="2400" dirty="0">
                <a:solidFill>
                  <a:schemeClr val="accent5">
                    <a:lumMod val="50000"/>
                  </a:schemeClr>
                </a:solidFill>
                <a:latin typeface="Avenir Book" pitchFamily="2" charset="0"/>
                <a:ea typeface="ＭＳ Ｐゴシック" panose="020B0600070205080204" pitchFamily="34" charset="-128"/>
              </a:rPr>
              <a:t>(a):</a:t>
            </a:r>
            <a:r>
              <a:rPr lang="en-ZA" altLang="en-US" sz="2400" dirty="0">
                <a:latin typeface="Avenir Book" pitchFamily="2" charset="0"/>
                <a:ea typeface="ＭＳ Ｐゴシック" panose="020B0600070205080204" pitchFamily="34" charset="-128"/>
              </a:rPr>
              <a:t> </a:t>
            </a:r>
            <a:r>
              <a:rPr lang="en-US" altLang="en-US" sz="2400" dirty="0">
                <a:latin typeface="Avenir Book" pitchFamily="2" charset="0"/>
                <a:ea typeface="ＭＳ Ｐゴシック" panose="020B0600070205080204" pitchFamily="34" charset="-128"/>
              </a:rPr>
              <a:t>@strings/strHello</a:t>
            </a:r>
            <a:endParaRPr lang="en-ZA" altLang="en-US" sz="2400" dirty="0">
              <a:latin typeface="Avenir Book" pitchFamily="2" charset="0"/>
              <a:ea typeface="ＭＳ Ｐゴシック" panose="020B0600070205080204" pitchFamily="34" charset="-128"/>
            </a:endParaRPr>
          </a:p>
          <a:p>
            <a:r>
              <a:rPr lang="en-ZA" altLang="en-US" sz="2400" dirty="0">
                <a:solidFill>
                  <a:schemeClr val="accent5">
                    <a:lumMod val="50000"/>
                  </a:schemeClr>
                </a:solidFill>
                <a:latin typeface="Avenir Book" pitchFamily="2" charset="0"/>
                <a:ea typeface="ＭＳ Ｐゴシック" panose="020B0600070205080204" pitchFamily="34" charset="-128"/>
              </a:rPr>
              <a:t>(b): </a:t>
            </a:r>
            <a:r>
              <a:rPr lang="en-US" altLang="en-US" sz="2400" dirty="0" err="1">
                <a:latin typeface="Avenir Book" pitchFamily="2" charset="0"/>
                <a:ea typeface="ＭＳ Ｐゴシック" panose="020B0600070205080204" pitchFamily="34" charset="-128"/>
              </a:rPr>
              <a:t>R.string.strHello</a:t>
            </a:r>
            <a:endParaRPr lang="en-US" altLang="en-US" sz="2400" dirty="0">
              <a:latin typeface="Avenir Book" pitchFamily="2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17420968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FCED2-1A29-5C7B-9125-D2AF7E03E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D7CFFAC-EAEC-A4A5-23FB-B3200E4B3C34}"/>
              </a:ext>
            </a:extLst>
          </p:cNvPr>
          <p:cNvSpPr/>
          <p:nvPr/>
        </p:nvSpPr>
        <p:spPr>
          <a:xfrm>
            <a:off x="2051720" y="267494"/>
            <a:ext cx="5759450" cy="2016125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200" dirty="0"/>
              <a:t>Q4. When a layout changes at runtime (e.g., rotation), what happens to the Activity?</a:t>
            </a:r>
            <a:endParaRPr lang="en-ZA" sz="3200" dirty="0"/>
          </a:p>
        </p:txBody>
      </p:sp>
      <p:pic>
        <p:nvPicPr>
          <p:cNvPr id="4" name="Graphic 3" descr="Lights On with solid fill">
            <a:extLst>
              <a:ext uri="{FF2B5EF4-FFF2-40B4-BE49-F238E27FC236}">
                <a16:creationId xmlns:a16="http://schemas.microsoft.com/office/drawing/2014/main" id="{9C844A58-6BF9-1121-A945-ADBE54B650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308" y="818356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CA5A014-4B8B-0A33-ABB5-D4F80EB980C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0" y="2643857"/>
            <a:ext cx="8505825" cy="2016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2800" dirty="0"/>
              <a:t>the entire Activity is recreated</a:t>
            </a:r>
            <a:endParaRPr lang="en-US" altLang="en-US" sz="2800" dirty="0">
              <a:latin typeface="Avenir Book" pitchFamily="2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4685285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FCED2-1A29-5C7B-9125-D2AF7E03E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D7CFFAC-EAEC-A4A5-23FB-B3200E4B3C34}"/>
              </a:ext>
            </a:extLst>
          </p:cNvPr>
          <p:cNvSpPr/>
          <p:nvPr/>
        </p:nvSpPr>
        <p:spPr>
          <a:xfrm>
            <a:off x="2051720" y="267494"/>
            <a:ext cx="5759450" cy="2016125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200" dirty="0"/>
              <a:t>Q5. Serializable vs </a:t>
            </a:r>
            <a:r>
              <a:rPr lang="en-US" sz="3200" dirty="0" err="1"/>
              <a:t>Parcelable</a:t>
            </a:r>
            <a:r>
              <a:rPr lang="en-US" sz="3200" dirty="0"/>
              <a:t> — </a:t>
            </a:r>
          </a:p>
          <a:p>
            <a:pPr algn="ctr">
              <a:defRPr/>
            </a:pPr>
            <a:r>
              <a:rPr lang="en-US" sz="3200" dirty="0"/>
              <a:t>(a) which is simpler </a:t>
            </a:r>
          </a:p>
          <a:p>
            <a:pPr algn="ctr">
              <a:defRPr/>
            </a:pPr>
            <a:r>
              <a:rPr lang="en-US" sz="3200" dirty="0"/>
              <a:t>(b) which is faster?</a:t>
            </a:r>
            <a:endParaRPr lang="en-ZA" sz="3200" dirty="0"/>
          </a:p>
        </p:txBody>
      </p:sp>
      <p:pic>
        <p:nvPicPr>
          <p:cNvPr id="4" name="Graphic 3" descr="Lights On with solid fill">
            <a:extLst>
              <a:ext uri="{FF2B5EF4-FFF2-40B4-BE49-F238E27FC236}">
                <a16:creationId xmlns:a16="http://schemas.microsoft.com/office/drawing/2014/main" id="{9C844A58-6BF9-1121-A945-ADBE54B650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308" y="818356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16FBDE0-CD58-CA03-9972-52771F5DDF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0" y="2402731"/>
            <a:ext cx="8505825" cy="2257251"/>
          </a:xfrm>
        </p:spPr>
        <p:txBody>
          <a:bodyPr/>
          <a:lstStyle/>
          <a:p>
            <a:r>
              <a:rPr lang="en-ZA" altLang="en-US" sz="2400" dirty="0">
                <a:solidFill>
                  <a:schemeClr val="accent5">
                    <a:lumMod val="50000"/>
                  </a:schemeClr>
                </a:solidFill>
                <a:latin typeface="Avenir Book" pitchFamily="2" charset="0"/>
                <a:ea typeface="ＭＳ Ｐゴシック" panose="020B0600070205080204" pitchFamily="34" charset="-128"/>
              </a:rPr>
              <a:t>(a):</a:t>
            </a:r>
            <a:r>
              <a:rPr lang="en-ZA" altLang="en-US" sz="2400" dirty="0">
                <a:latin typeface="Avenir Book" pitchFamily="2" charset="0"/>
                <a:ea typeface="ＭＳ Ｐゴシック" panose="020B0600070205080204" pitchFamily="34" charset="-128"/>
              </a:rPr>
              <a:t> </a:t>
            </a:r>
            <a:r>
              <a:rPr lang="en-US" altLang="en-US" sz="2400" dirty="0">
                <a:latin typeface="Avenir Book" pitchFamily="2" charset="0"/>
                <a:ea typeface="ＭＳ Ｐゴシック" panose="020B0600070205080204" pitchFamily="34" charset="-128"/>
              </a:rPr>
              <a:t>Serializable is simpler to implement</a:t>
            </a:r>
            <a:endParaRPr lang="en-ZA" altLang="en-US" sz="2400" dirty="0">
              <a:latin typeface="Avenir Book" pitchFamily="2" charset="0"/>
              <a:ea typeface="ＭＳ Ｐゴシック" panose="020B0600070205080204" pitchFamily="34" charset="-128"/>
            </a:endParaRPr>
          </a:p>
          <a:p>
            <a:r>
              <a:rPr lang="en-ZA" altLang="en-US" sz="2400" dirty="0">
                <a:solidFill>
                  <a:schemeClr val="accent5">
                    <a:lumMod val="50000"/>
                  </a:schemeClr>
                </a:solidFill>
                <a:latin typeface="Avenir Book" pitchFamily="2" charset="0"/>
                <a:ea typeface="ＭＳ Ｐゴシック" panose="020B0600070205080204" pitchFamily="34" charset="-128"/>
              </a:rPr>
              <a:t>(b): </a:t>
            </a:r>
            <a:r>
              <a:rPr lang="en-US" altLang="en-US" sz="2400" dirty="0" err="1">
                <a:latin typeface="Avenir Book" pitchFamily="2" charset="0"/>
                <a:ea typeface="ＭＳ Ｐゴシック" panose="020B0600070205080204" pitchFamily="34" charset="-128"/>
              </a:rPr>
              <a:t>Parcelable</a:t>
            </a:r>
            <a:r>
              <a:rPr lang="en-US" altLang="en-US" sz="2400" dirty="0">
                <a:latin typeface="Avenir Book" pitchFamily="2" charset="0"/>
                <a:ea typeface="ＭＳ Ｐゴシック" panose="020B0600070205080204" pitchFamily="34" charset="-128"/>
              </a:rPr>
              <a:t> is faster &amp; language-neutral, but needs more code</a:t>
            </a:r>
          </a:p>
        </p:txBody>
      </p:sp>
    </p:spTree>
    <p:extLst>
      <p:ext uri="{BB962C8B-B14F-4D97-AF65-F5344CB8AC3E}">
        <p14:creationId xmlns:p14="http://schemas.microsoft.com/office/powerpoint/2010/main" val="745874327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89984F3-4A8C-41E9-8906-722BFDD32DF7}"/>
              </a:ext>
            </a:extLst>
          </p:cNvPr>
          <p:cNvSpPr/>
          <p:nvPr/>
        </p:nvSpPr>
        <p:spPr>
          <a:xfrm>
            <a:off x="0" y="0"/>
            <a:ext cx="6228184" cy="51435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1A5F8D-5E28-431E-9C4E-F84AAEA7BB92}"/>
              </a:ext>
            </a:extLst>
          </p:cNvPr>
          <p:cNvSpPr txBox="1"/>
          <p:nvPr/>
        </p:nvSpPr>
        <p:spPr>
          <a:xfrm>
            <a:off x="1109456" y="1786920"/>
            <a:ext cx="31745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Medium"/>
                <a:ea typeface="ＭＳ Ｐゴシック" panose="020B0600070205080204" pitchFamily="34" charset="-128"/>
                <a:cs typeface="+mn-cs"/>
              </a:rPr>
              <a:t>Fragments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30BF65-C5DC-EAA8-6DA8-F6CEFF4E9F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8814" y="1352380"/>
            <a:ext cx="2438740" cy="2438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800705"/>
      </p:ext>
    </p:extLst>
  </p:cSld>
  <p:clrMapOvr>
    <a:masterClrMapping/>
  </p:clrMapOvr>
  <p:transition spd="slow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FCED2-1A29-5C7B-9125-D2AF7E03E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D7CFFAC-EAEC-A4A5-23FB-B3200E4B3C34}"/>
              </a:ext>
            </a:extLst>
          </p:cNvPr>
          <p:cNvSpPr/>
          <p:nvPr/>
        </p:nvSpPr>
        <p:spPr>
          <a:xfrm>
            <a:off x="2051720" y="267494"/>
            <a:ext cx="5759450" cy="2016125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600" dirty="0"/>
              <a:t>What is a Fragment?</a:t>
            </a:r>
            <a:endParaRPr lang="en-ZA" sz="3600" dirty="0"/>
          </a:p>
        </p:txBody>
      </p:sp>
      <p:pic>
        <p:nvPicPr>
          <p:cNvPr id="4" name="Graphic 3" descr="Lights On with solid fill">
            <a:extLst>
              <a:ext uri="{FF2B5EF4-FFF2-40B4-BE49-F238E27FC236}">
                <a16:creationId xmlns:a16="http://schemas.microsoft.com/office/drawing/2014/main" id="{9C844A58-6BF9-1121-A945-ADBE54B650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308" y="818356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CA5A014-4B8B-0A33-ABB5-D4F80EB980C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0" y="2402731"/>
            <a:ext cx="8505825" cy="2257251"/>
          </a:xfrm>
        </p:spPr>
        <p:txBody>
          <a:bodyPr/>
          <a:lstStyle/>
          <a:p>
            <a:r>
              <a:rPr lang="en-ZA" altLang="en-US" dirty="0">
                <a:latin typeface="Avenir Book" pitchFamily="2" charset="0"/>
                <a:ea typeface="ＭＳ Ｐゴシック" panose="020B0600070205080204" pitchFamily="34" charset="-128"/>
              </a:rPr>
              <a:t>Represents a reusable portion of an app’s UI</a:t>
            </a:r>
          </a:p>
          <a:p>
            <a:r>
              <a:rPr lang="en-ZA" altLang="en-US" dirty="0">
                <a:latin typeface="Avenir Book" pitchFamily="2" charset="0"/>
                <a:ea typeface="ＭＳ Ｐゴシック" panose="020B0600070205080204" pitchFamily="34" charset="-128"/>
              </a:rPr>
              <a:t>Defines &amp; manages its own layout, has its own lifecycle &amp; can handle its own input events</a:t>
            </a:r>
          </a:p>
          <a:p>
            <a:r>
              <a:rPr lang="en-ZA" altLang="en-US" dirty="0">
                <a:latin typeface="Avenir Book" pitchFamily="2" charset="0"/>
                <a:ea typeface="ＭＳ Ｐゴシック" panose="020B0600070205080204" pitchFamily="34" charset="-128"/>
              </a:rPr>
              <a:t>Can’t live on its own, so it must be hosted by an Activity (or another fragment)</a:t>
            </a:r>
          </a:p>
          <a:p>
            <a:pPr lvl="1"/>
            <a:r>
              <a:rPr lang="en-ZA" altLang="en-US" dirty="0">
                <a:latin typeface="Avenir Book" pitchFamily="2" charset="0"/>
                <a:ea typeface="ＭＳ Ｐゴシック" panose="020B0600070205080204" pitchFamily="34" charset="-128"/>
              </a:rPr>
              <a:t>Its view hierarchy then becomes part of / attaches to the host’s view hierarchy</a:t>
            </a:r>
            <a:endParaRPr lang="en-US" altLang="en-US" dirty="0">
              <a:latin typeface="Avenir Book" pitchFamily="2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13251589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AC3CD-91CD-300B-1AED-7A287A6F8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DA623730-44A2-7876-7832-2E4BB653C4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Why fragments?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6CF76C83-9628-82EB-EEC2-12037642C09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0" y="987574"/>
            <a:ext cx="8505825" cy="3481387"/>
          </a:xfrm>
        </p:spPr>
        <p:txBody>
          <a:bodyPr/>
          <a:lstStyle/>
          <a:p>
            <a:r>
              <a:rPr lang="en-US" dirty="0"/>
              <a:t>Different devices </a:t>
            </a:r>
          </a:p>
          <a:p>
            <a:pPr lvl="1"/>
            <a:r>
              <a:rPr lang="en-US" dirty="0"/>
              <a:t>Different resolutions &amp; physical sizes</a:t>
            </a:r>
          </a:p>
          <a:p>
            <a:r>
              <a:rPr lang="en-US" dirty="0"/>
              <a:t>Problem?</a:t>
            </a:r>
          </a:p>
          <a:p>
            <a:pPr lvl="1"/>
            <a:r>
              <a:rPr lang="en-US" dirty="0"/>
              <a:t>To write as </a:t>
            </a:r>
            <a:r>
              <a:rPr lang="en-US" i="1" dirty="0"/>
              <a:t>little</a:t>
            </a:r>
            <a:r>
              <a:rPr lang="en-US" dirty="0"/>
              <a:t> code as possible </a:t>
            </a:r>
            <a:r>
              <a:rPr lang="en-US" i="1" dirty="0"/>
              <a:t>but</a:t>
            </a:r>
            <a:r>
              <a:rPr lang="en-US" dirty="0"/>
              <a:t> support multiple devices</a:t>
            </a:r>
          </a:p>
          <a:p>
            <a:r>
              <a:rPr lang="en-US" dirty="0"/>
              <a:t>Solution?</a:t>
            </a:r>
          </a:p>
          <a:p>
            <a:pPr lvl="1"/>
            <a:r>
              <a:rPr lang="en-US" dirty="0"/>
              <a:t>Break up into reusable parts</a:t>
            </a:r>
          </a:p>
          <a:p>
            <a:pPr lvl="2"/>
            <a:r>
              <a:rPr lang="en-US" dirty="0"/>
              <a:t>Fragment: self contained (</a:t>
            </a:r>
            <a:r>
              <a:rPr lang="en-US" dirty="0" err="1"/>
              <a:t>behaviour</a:t>
            </a:r>
            <a:r>
              <a:rPr lang="en-US" dirty="0"/>
              <a:t> &amp; layout)</a:t>
            </a:r>
          </a:p>
          <a:p>
            <a:pPr lvl="2"/>
            <a:r>
              <a:rPr lang="en-US" dirty="0"/>
              <a:t>Fragment is contained </a:t>
            </a:r>
            <a:r>
              <a:rPr lang="en-US" i="1" dirty="0"/>
              <a:t>in</a:t>
            </a:r>
            <a:r>
              <a:rPr lang="en-US" dirty="0"/>
              <a:t> an Activity</a:t>
            </a:r>
          </a:p>
          <a:p>
            <a:pPr lvl="2"/>
            <a:r>
              <a:rPr lang="en-US" dirty="0"/>
              <a:t>Different Fragment configurations for different devices</a:t>
            </a:r>
          </a:p>
          <a:p>
            <a:pPr lvl="1"/>
            <a:r>
              <a:rPr lang="en-US" dirty="0"/>
              <a:t>Lifetime of contained Fragment is closely bound to Activity’s</a:t>
            </a:r>
          </a:p>
        </p:txBody>
      </p:sp>
      <p:pic>
        <p:nvPicPr>
          <p:cNvPr id="4" name="Picture 2" descr="http://developer.android.com/images/training/basics/fragments-screen-mock.png">
            <a:extLst>
              <a:ext uri="{FF2B5EF4-FFF2-40B4-BE49-F238E27FC236}">
                <a16:creationId xmlns:a16="http://schemas.microsoft.com/office/drawing/2014/main" id="{133FDF8E-109E-402D-B921-AAE1BC5078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992" y="123478"/>
            <a:ext cx="4644008" cy="1814809"/>
          </a:xfrm>
          <a:prstGeom prst="roundRect">
            <a:avLst>
              <a:gd name="adj" fmla="val 5333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7233800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AC3CD-91CD-300B-1AED-7A287A6F8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DA623730-44A2-7876-7832-2E4BB653C4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Activity stacks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6CF76C83-9628-82EB-EEC2-12037642C09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0" y="987574"/>
            <a:ext cx="8505825" cy="3481387"/>
          </a:xfrm>
        </p:spPr>
        <p:txBody>
          <a:bodyPr/>
          <a:lstStyle/>
          <a:p>
            <a:r>
              <a:rPr lang="en-US" dirty="0"/>
              <a:t>LIFO stack of Activities</a:t>
            </a:r>
          </a:p>
          <a:p>
            <a:r>
              <a:rPr lang="en-US" dirty="0"/>
              <a:t>Top-most = active Activity</a:t>
            </a:r>
          </a:p>
          <a:p>
            <a:r>
              <a:rPr lang="en-US" dirty="0"/>
              <a:t>As new Activities are started (</a:t>
            </a:r>
            <a:r>
              <a:rPr lang="en-US" i="1" dirty="0"/>
              <a:t>normally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Pushed onto stack</a:t>
            </a:r>
          </a:p>
          <a:p>
            <a:pPr lvl="1"/>
            <a:r>
              <a:rPr lang="en-US" dirty="0"/>
              <a:t>Previous topmost becomes </a:t>
            </a:r>
            <a:r>
              <a:rPr lang="en-US" dirty="0">
                <a:solidFill>
                  <a:srgbClr val="FEC000"/>
                </a:solidFill>
              </a:rPr>
              <a:t>inactive</a:t>
            </a:r>
          </a:p>
          <a:p>
            <a:pPr lvl="1"/>
            <a:r>
              <a:rPr lang="en-US" dirty="0"/>
              <a:t>New Activity becomes active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399972-729E-4868-857C-B63343D5E443}"/>
              </a:ext>
            </a:extLst>
          </p:cNvPr>
          <p:cNvSpPr/>
          <p:nvPr/>
        </p:nvSpPr>
        <p:spPr>
          <a:xfrm>
            <a:off x="5569594" y="2500653"/>
            <a:ext cx="2029635" cy="2022087"/>
          </a:xfrm>
          <a:prstGeom prst="rect">
            <a:avLst/>
          </a:prstGeom>
          <a:solidFill>
            <a:srgbClr val="002060"/>
          </a:solidFill>
          <a:ln>
            <a:solidFill>
              <a:srgbClr val="003057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6000" b="1" dirty="0"/>
              <a:t>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E52BBD-EC52-4D8F-BBDE-16119D0116EB}"/>
              </a:ext>
            </a:extLst>
          </p:cNvPr>
          <p:cNvSpPr txBox="1"/>
          <p:nvPr/>
        </p:nvSpPr>
        <p:spPr>
          <a:xfrm>
            <a:off x="3456194" y="483775"/>
            <a:ext cx="1289007" cy="338554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/>
            <a:r>
              <a:rPr lang="en-ZA" sz="1600" dirty="0">
                <a:solidFill>
                  <a:schemeClr val="bg1"/>
                </a:solidFill>
              </a:rPr>
              <a:t>New Activity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E09AF1-9822-407C-A381-DB0AA02B8A5F}"/>
              </a:ext>
            </a:extLst>
          </p:cNvPr>
          <p:cNvSpPr txBox="1"/>
          <p:nvPr/>
        </p:nvSpPr>
        <p:spPr>
          <a:xfrm>
            <a:off x="5650779" y="483775"/>
            <a:ext cx="1858583" cy="338554"/>
          </a:xfrm>
          <a:prstGeom prst="rect">
            <a:avLst/>
          </a:prstGeom>
          <a:solidFill>
            <a:srgbClr val="FFC000"/>
          </a:solidFill>
          <a:ln>
            <a:solidFill>
              <a:srgbClr val="FEC000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1600" dirty="0">
                <a:solidFill>
                  <a:schemeClr val="bg1"/>
                </a:solidFill>
              </a:rPr>
              <a:t>Active Activity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D65128F-FE05-4301-972F-97778CC3D082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4745201" y="653052"/>
            <a:ext cx="905578" cy="0"/>
          </a:xfrm>
          <a:prstGeom prst="straightConnector1">
            <a:avLst/>
          </a:prstGeom>
          <a:ln w="38100">
            <a:solidFill>
              <a:schemeClr val="accent5">
                <a:lumMod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6321406-0C91-409E-9818-8C0693F6BF81}"/>
              </a:ext>
            </a:extLst>
          </p:cNvPr>
          <p:cNvSpPr txBox="1"/>
          <p:nvPr/>
        </p:nvSpPr>
        <p:spPr>
          <a:xfrm>
            <a:off x="5643885" y="2584907"/>
            <a:ext cx="1872371" cy="338554"/>
          </a:xfrm>
          <a:prstGeom prst="rect">
            <a:avLst/>
          </a:prstGeom>
          <a:solidFill>
            <a:srgbClr val="9B221F"/>
          </a:solidFill>
          <a:ln>
            <a:solidFill>
              <a:srgbClr val="C00000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ZA" sz="1600" dirty="0">
                <a:solidFill>
                  <a:schemeClr val="bg1"/>
                </a:solidFill>
              </a:rPr>
              <a:t>Last Active Activity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50EB51-36D9-457A-BFF5-5D69DB275905}"/>
              </a:ext>
            </a:extLst>
          </p:cNvPr>
          <p:cNvSpPr txBox="1"/>
          <p:nvPr/>
        </p:nvSpPr>
        <p:spPr>
          <a:xfrm>
            <a:off x="5650779" y="4017218"/>
            <a:ext cx="1858583" cy="408367"/>
          </a:xfrm>
          <a:prstGeom prst="rect">
            <a:avLst/>
          </a:prstGeom>
          <a:solidFill>
            <a:srgbClr val="9B221F"/>
          </a:solidFill>
          <a:ln>
            <a:solidFill>
              <a:srgbClr val="C00000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n-ZA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DBD3742-8FB1-4316-8AE5-CB77108A4CCC}"/>
              </a:ext>
            </a:extLst>
          </p:cNvPr>
          <p:cNvCxnSpPr/>
          <p:nvPr/>
        </p:nvCxnSpPr>
        <p:spPr>
          <a:xfrm>
            <a:off x="6056706" y="834847"/>
            <a:ext cx="0" cy="1692765"/>
          </a:xfrm>
          <a:prstGeom prst="straightConnector1">
            <a:avLst/>
          </a:prstGeom>
          <a:ln w="38100">
            <a:solidFill>
              <a:schemeClr val="accent5">
                <a:lumMod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0BF69FD-C05D-4B22-89B9-91E2B4159DE7}"/>
              </a:ext>
            </a:extLst>
          </p:cNvPr>
          <p:cNvCxnSpPr/>
          <p:nvPr/>
        </p:nvCxnSpPr>
        <p:spPr>
          <a:xfrm flipV="1">
            <a:off x="7112116" y="834847"/>
            <a:ext cx="0" cy="1692765"/>
          </a:xfrm>
          <a:prstGeom prst="straightConnector1">
            <a:avLst/>
          </a:prstGeom>
          <a:ln w="38100">
            <a:solidFill>
              <a:schemeClr val="accent5">
                <a:lumMod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2FA9A27-4E24-463B-87A4-5F210019163F}"/>
              </a:ext>
            </a:extLst>
          </p:cNvPr>
          <p:cNvSpPr txBox="1"/>
          <p:nvPr/>
        </p:nvSpPr>
        <p:spPr>
          <a:xfrm>
            <a:off x="4675660" y="109439"/>
            <a:ext cx="1042080" cy="5785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ZA" sz="1400" dirty="0"/>
              <a:t>New Activity</a:t>
            </a:r>
          </a:p>
          <a:p>
            <a:pPr algn="ctr"/>
            <a:r>
              <a:rPr lang="en-ZA" sz="1400" dirty="0"/>
              <a:t>started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0747ECE-938F-4237-8D37-5EB26DF9ED0C}"/>
              </a:ext>
            </a:extLst>
          </p:cNvPr>
          <p:cNvSpPr txBox="1"/>
          <p:nvPr/>
        </p:nvSpPr>
        <p:spPr>
          <a:xfrm>
            <a:off x="7112116" y="1330156"/>
            <a:ext cx="138449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ZA" sz="1400" dirty="0"/>
              <a:t>Back button pushed or activity closed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5C096D6-151C-49F8-9D82-7D75D9CF669D}"/>
              </a:ext>
            </a:extLst>
          </p:cNvPr>
          <p:cNvCxnSpPr/>
          <p:nvPr/>
        </p:nvCxnSpPr>
        <p:spPr>
          <a:xfrm>
            <a:off x="7525201" y="4243388"/>
            <a:ext cx="908158" cy="0"/>
          </a:xfrm>
          <a:prstGeom prst="straightConnector1">
            <a:avLst/>
          </a:prstGeom>
          <a:ln w="38100">
            <a:solidFill>
              <a:schemeClr val="accent5">
                <a:lumMod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660C7ED-9B6C-4F3B-AEA9-DA490EB5B387}"/>
              </a:ext>
            </a:extLst>
          </p:cNvPr>
          <p:cNvSpPr txBox="1"/>
          <p:nvPr/>
        </p:nvSpPr>
        <p:spPr>
          <a:xfrm>
            <a:off x="7588857" y="3382224"/>
            <a:ext cx="105541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ZA" sz="1400" dirty="0"/>
              <a:t>Removed to free resources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E04347D-CEF1-452F-A4CC-FB9343363194}"/>
              </a:ext>
            </a:extLst>
          </p:cNvPr>
          <p:cNvSpPr txBox="1"/>
          <p:nvPr/>
        </p:nvSpPr>
        <p:spPr>
          <a:xfrm>
            <a:off x="5569594" y="4522740"/>
            <a:ext cx="2029635" cy="340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ZA" sz="1400" b="1" dirty="0"/>
              <a:t>Activity Stack</a:t>
            </a:r>
          </a:p>
        </p:txBody>
      </p:sp>
    </p:spTree>
    <p:extLst>
      <p:ext uri="{BB962C8B-B14F-4D97-AF65-F5344CB8AC3E}">
        <p14:creationId xmlns:p14="http://schemas.microsoft.com/office/powerpoint/2010/main" val="2291933711"/>
      </p:ext>
    </p:extLst>
  </p:cSld>
  <p:clrMapOvr>
    <a:masterClrMapping/>
  </p:clrMapOvr>
  <p:transition spd="slow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AC3CD-91CD-300B-1AED-7A287A6F8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FD2125DC-AFC5-4EFB-AE19-9B6BED77E90A}"/>
              </a:ext>
            </a:extLst>
          </p:cNvPr>
          <p:cNvSpPr/>
          <p:nvPr/>
        </p:nvSpPr>
        <p:spPr>
          <a:xfrm>
            <a:off x="-6910" y="4371950"/>
            <a:ext cx="9144000" cy="771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0482" name="Title 1">
            <a:extLst>
              <a:ext uri="{FF2B5EF4-FFF2-40B4-BE49-F238E27FC236}">
                <a16:creationId xmlns:a16="http://schemas.microsoft.com/office/drawing/2014/main" id="{DA623730-44A2-7876-7832-2E4BB653C4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Activity states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82F42479-E930-4AED-ABCB-9193DB3011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87653231"/>
              </p:ext>
            </p:extLst>
          </p:nvPr>
        </p:nvGraphicFramePr>
        <p:xfrm>
          <a:off x="35496" y="467766"/>
          <a:ext cx="9073008" cy="48402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07785357"/>
      </p:ext>
    </p:extLst>
  </p:cSld>
  <p:clrMapOvr>
    <a:masterClrMapping/>
  </p:clrMapOvr>
  <p:transition spd="slow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AC3CD-91CD-300B-1AED-7A287A6F8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DA623730-44A2-7876-7832-2E4BB653C4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Activity states…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BFDACD0-0321-4F79-8150-977A47D8E473}"/>
              </a:ext>
            </a:extLst>
          </p:cNvPr>
          <p:cNvGrpSpPr/>
          <p:nvPr/>
        </p:nvGrpSpPr>
        <p:grpSpPr>
          <a:xfrm>
            <a:off x="323851" y="843558"/>
            <a:ext cx="7920558" cy="4176464"/>
            <a:chOff x="59821" y="1447800"/>
            <a:chExt cx="9110503" cy="5181600"/>
          </a:xfrm>
          <a:solidFill>
            <a:srgbClr val="002060"/>
          </a:solidFill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21FAB11-7C67-41EF-BD31-E4308EBD3EC2}"/>
                </a:ext>
              </a:extLst>
            </p:cNvPr>
            <p:cNvGrpSpPr/>
            <p:nvPr/>
          </p:nvGrpSpPr>
          <p:grpSpPr>
            <a:xfrm>
              <a:off x="152400" y="1447800"/>
              <a:ext cx="7543800" cy="5181600"/>
              <a:chOff x="76200" y="1447800"/>
              <a:chExt cx="7543800" cy="5181600"/>
            </a:xfrm>
            <a:grpFill/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51E1D83-E861-4FEB-91BC-AAC039D5E23E}"/>
                  </a:ext>
                </a:extLst>
              </p:cNvPr>
              <p:cNvSpPr/>
              <p:nvPr/>
            </p:nvSpPr>
            <p:spPr>
              <a:xfrm>
                <a:off x="76200" y="1447800"/>
                <a:ext cx="7543800" cy="5181600"/>
              </a:xfrm>
              <a:prstGeom prst="rect">
                <a:avLst/>
              </a:prstGeom>
              <a:solidFill>
                <a:srgbClr val="001027"/>
              </a:solidFill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ZA"/>
              </a:p>
            </p:txBody>
          </p: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C6CCC73B-CD10-4D12-A334-1C6C6C3BD61D}"/>
                  </a:ext>
                </a:extLst>
              </p:cNvPr>
              <p:cNvGrpSpPr/>
              <p:nvPr/>
            </p:nvGrpSpPr>
            <p:grpSpPr>
              <a:xfrm>
                <a:off x="228599" y="1628473"/>
                <a:ext cx="7240761" cy="4763263"/>
                <a:chOff x="228599" y="1628473"/>
                <a:chExt cx="7240761" cy="4763263"/>
              </a:xfrm>
              <a:grpFill/>
            </p:grpSpPr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290FA4B5-0105-443E-984D-0CD035850053}"/>
                    </a:ext>
                  </a:extLst>
                </p:cNvPr>
                <p:cNvSpPr/>
                <p:nvPr/>
              </p:nvSpPr>
              <p:spPr>
                <a:xfrm>
                  <a:off x="228599" y="2695273"/>
                  <a:ext cx="7240761" cy="3200400"/>
                </a:xfrm>
                <a:prstGeom prst="rect">
                  <a:avLst/>
                </a:prstGeom>
                <a:solidFill>
                  <a:srgbClr val="003057"/>
                </a:solidFill>
                <a:scene3d>
                  <a:camera prst="orthographicFront">
                    <a:rot lat="0" lon="0" rev="0"/>
                  </a:camera>
                  <a:lightRig rig="threePt" dir="t">
                    <a:rot lat="0" lon="0" rev="1200000"/>
                  </a:lightRig>
                </a:scene3d>
                <a:sp3d/>
              </p:spPr>
              <p:style>
                <a:lnRef idx="0">
                  <a:schemeClr val="accent5"/>
                </a:lnRef>
                <a:fillRef idx="3">
                  <a:schemeClr val="accent5"/>
                </a:fillRef>
                <a:effectRef idx="3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ZA"/>
                </a:p>
              </p:txBody>
            </p:sp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020D712F-758B-41F1-A6A1-F350CA9FBFEA}"/>
                    </a:ext>
                  </a:extLst>
                </p:cNvPr>
                <p:cNvSpPr/>
                <p:nvPr/>
              </p:nvSpPr>
              <p:spPr>
                <a:xfrm>
                  <a:off x="381000" y="3381073"/>
                  <a:ext cx="6927494" cy="1752600"/>
                </a:xfrm>
                <a:prstGeom prst="rect">
                  <a:avLst/>
                </a:prstGeom>
                <a:solidFill>
                  <a:srgbClr val="002060"/>
                </a:solidFill>
                <a:scene3d>
                  <a:camera prst="orthographicFront">
                    <a:rot lat="0" lon="0" rev="0"/>
                  </a:camera>
                  <a:lightRig rig="threePt" dir="t">
                    <a:rot lat="0" lon="0" rev="1200000"/>
                  </a:lightRig>
                </a:scene3d>
                <a:sp3d/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ZA"/>
                </a:p>
              </p:txBody>
            </p:sp>
            <p:cxnSp>
              <p:nvCxnSpPr>
                <p:cNvPr id="14" name="Straight Arrow Connector 13">
                  <a:extLst>
                    <a:ext uri="{FF2B5EF4-FFF2-40B4-BE49-F238E27FC236}">
                      <a16:creationId xmlns:a16="http://schemas.microsoft.com/office/drawing/2014/main" id="{88290CDB-802B-4542-BBD4-FDFBDE821ACA}"/>
                    </a:ext>
                  </a:extLst>
                </p:cNvPr>
                <p:cNvCxnSpPr>
                  <a:stCxn id="15" idx="2"/>
                  <a:endCxn id="23" idx="0"/>
                </p:cNvCxnSpPr>
                <p:nvPr/>
              </p:nvCxnSpPr>
              <p:spPr>
                <a:xfrm>
                  <a:off x="1931324" y="1972136"/>
                  <a:ext cx="34739" cy="4075936"/>
                </a:xfrm>
                <a:prstGeom prst="straightConnector1">
                  <a:avLst/>
                </a:prstGeom>
                <a:grpFill/>
                <a:ln w="57150">
                  <a:solidFill>
                    <a:srgbClr val="FFC000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99379D3D-A666-416F-8BB7-E9DC665B42F0}"/>
                    </a:ext>
                  </a:extLst>
                </p:cNvPr>
                <p:cNvSpPr txBox="1"/>
                <p:nvPr/>
              </p:nvSpPr>
              <p:spPr>
                <a:xfrm>
                  <a:off x="487110" y="1628473"/>
                  <a:ext cx="2888429" cy="343663"/>
                </a:xfrm>
                <a:prstGeom prst="rect">
                  <a:avLst/>
                </a:prstGeom>
                <a:solidFill>
                  <a:schemeClr val="accent5">
                    <a:lumMod val="50000"/>
                  </a:schemeClr>
                </a:solidFill>
                <a:scene3d>
                  <a:camera prst="orthographicFront">
                    <a:rot lat="0" lon="0" rev="0"/>
                  </a:camera>
                  <a:lightRig rig="threePt" dir="t">
                    <a:rot lat="0" lon="0" rev="1200000"/>
                  </a:lightRig>
                </a:scene3d>
                <a:sp3d/>
              </p:spPr>
              <p:style>
                <a:lnRef idx="0">
                  <a:schemeClr val="accent1"/>
                </a:lnRef>
                <a:fillRef idx="3">
                  <a:schemeClr val="accent1"/>
                </a:fillRef>
                <a:effectRef idx="3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ZA" sz="1200" dirty="0" err="1"/>
                    <a:t>Activity.onCreate</a:t>
                  </a:r>
                  <a:endParaRPr lang="en-ZA" sz="1200" dirty="0"/>
                </a:p>
              </p:txBody>
            </p:sp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FB9237C7-DBCD-48E5-A2E2-DC4FF2489259}"/>
                    </a:ext>
                  </a:extLst>
                </p:cNvPr>
                <p:cNvSpPr txBox="1"/>
                <p:nvPr/>
              </p:nvSpPr>
              <p:spPr>
                <a:xfrm>
                  <a:off x="514884" y="2238073"/>
                  <a:ext cx="2860655" cy="343663"/>
                </a:xfrm>
                <a:prstGeom prst="rect">
                  <a:avLst/>
                </a:prstGeom>
                <a:solidFill>
                  <a:schemeClr val="accent5">
                    <a:lumMod val="50000"/>
                  </a:schemeClr>
                </a:solidFill>
                <a:scene3d>
                  <a:camera prst="orthographicFront">
                    <a:rot lat="0" lon="0" rev="0"/>
                  </a:camera>
                  <a:lightRig rig="threePt" dir="t">
                    <a:rot lat="0" lon="0" rev="1200000"/>
                  </a:lightRig>
                </a:scene3d>
                <a:sp3d/>
              </p:spPr>
              <p:style>
                <a:lnRef idx="0">
                  <a:schemeClr val="accent1"/>
                </a:lnRef>
                <a:fillRef idx="3">
                  <a:schemeClr val="accent1"/>
                </a:fillRef>
                <a:effectRef idx="3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 algn="ctr">
                    <a:defRPr>
                      <a:solidFill>
                        <a:schemeClr val="dk1"/>
                      </a:solidFill>
                    </a:defRPr>
                  </a:lvl1pPr>
                  <a:lvl2pPr>
                    <a:defRPr>
                      <a:solidFill>
                        <a:schemeClr val="dk1"/>
                      </a:solidFill>
                    </a:defRPr>
                  </a:lvl2pPr>
                  <a:lvl3pPr>
                    <a:defRPr>
                      <a:solidFill>
                        <a:schemeClr val="dk1"/>
                      </a:solidFill>
                    </a:defRPr>
                  </a:lvl3pPr>
                  <a:lvl4pPr>
                    <a:defRPr>
                      <a:solidFill>
                        <a:schemeClr val="dk1"/>
                      </a:solidFill>
                    </a:defRPr>
                  </a:lvl4pPr>
                  <a:lvl5pPr>
                    <a:defRPr>
                      <a:solidFill>
                        <a:schemeClr val="dk1"/>
                      </a:solidFill>
                    </a:defRPr>
                  </a:lvl5pPr>
                  <a:lvl6pPr>
                    <a:defRPr>
                      <a:solidFill>
                        <a:schemeClr val="dk1"/>
                      </a:solidFill>
                    </a:defRPr>
                  </a:lvl6pPr>
                  <a:lvl7pPr>
                    <a:defRPr>
                      <a:solidFill>
                        <a:schemeClr val="dk1"/>
                      </a:solidFill>
                    </a:defRPr>
                  </a:lvl7pPr>
                  <a:lvl8pPr>
                    <a:defRPr>
                      <a:solidFill>
                        <a:schemeClr val="dk1"/>
                      </a:solidFill>
                    </a:defRPr>
                  </a:lvl8pPr>
                  <a:lvl9pPr>
                    <a:defRPr>
                      <a:solidFill>
                        <a:schemeClr val="dk1"/>
                      </a:solidFill>
                    </a:defRPr>
                  </a:lvl9pPr>
                </a:lstStyle>
                <a:p>
                  <a:r>
                    <a:rPr lang="en-ZA" sz="1200" dirty="0" err="1">
                      <a:solidFill>
                        <a:schemeClr val="lt1"/>
                      </a:solidFill>
                    </a:rPr>
                    <a:t>Activity.onRestoreInstanceState</a:t>
                  </a:r>
                  <a:endParaRPr lang="en-ZA" sz="1200" dirty="0">
                    <a:solidFill>
                      <a:schemeClr val="lt1"/>
                    </a:solidFill>
                  </a:endParaRPr>
                </a:p>
              </p:txBody>
            </p: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92B37022-6FCF-4482-8632-89AB27E61E5F}"/>
                    </a:ext>
                  </a:extLst>
                </p:cNvPr>
                <p:cNvSpPr txBox="1"/>
                <p:nvPr/>
              </p:nvSpPr>
              <p:spPr>
                <a:xfrm>
                  <a:off x="514883" y="2847673"/>
                  <a:ext cx="2860655" cy="343663"/>
                </a:xfrm>
                <a:prstGeom prst="rect">
                  <a:avLst/>
                </a:prstGeom>
                <a:solidFill>
                  <a:schemeClr val="accent5">
                    <a:lumMod val="50000"/>
                  </a:schemeClr>
                </a:solidFill>
                <a:scene3d>
                  <a:camera prst="orthographicFront">
                    <a:rot lat="0" lon="0" rev="0"/>
                  </a:camera>
                  <a:lightRig rig="threePt" dir="t">
                    <a:rot lat="0" lon="0" rev="1200000"/>
                  </a:lightRig>
                </a:scene3d>
                <a:sp3d/>
              </p:spPr>
              <p:style>
                <a:lnRef idx="0">
                  <a:schemeClr val="accent1"/>
                </a:lnRef>
                <a:fillRef idx="3">
                  <a:schemeClr val="accent1"/>
                </a:fillRef>
                <a:effectRef idx="3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 algn="ctr">
                    <a:defRPr>
                      <a:solidFill>
                        <a:schemeClr val="dk1"/>
                      </a:solidFill>
                    </a:defRPr>
                  </a:lvl1pPr>
                  <a:lvl2pPr>
                    <a:defRPr>
                      <a:solidFill>
                        <a:schemeClr val="dk1"/>
                      </a:solidFill>
                    </a:defRPr>
                  </a:lvl2pPr>
                  <a:lvl3pPr>
                    <a:defRPr>
                      <a:solidFill>
                        <a:schemeClr val="dk1"/>
                      </a:solidFill>
                    </a:defRPr>
                  </a:lvl3pPr>
                  <a:lvl4pPr>
                    <a:defRPr>
                      <a:solidFill>
                        <a:schemeClr val="dk1"/>
                      </a:solidFill>
                    </a:defRPr>
                  </a:lvl4pPr>
                  <a:lvl5pPr>
                    <a:defRPr>
                      <a:solidFill>
                        <a:schemeClr val="dk1"/>
                      </a:solidFill>
                    </a:defRPr>
                  </a:lvl5pPr>
                  <a:lvl6pPr>
                    <a:defRPr>
                      <a:solidFill>
                        <a:schemeClr val="dk1"/>
                      </a:solidFill>
                    </a:defRPr>
                  </a:lvl6pPr>
                  <a:lvl7pPr>
                    <a:defRPr>
                      <a:solidFill>
                        <a:schemeClr val="dk1"/>
                      </a:solidFill>
                    </a:defRPr>
                  </a:lvl7pPr>
                  <a:lvl8pPr>
                    <a:defRPr>
                      <a:solidFill>
                        <a:schemeClr val="dk1"/>
                      </a:solidFill>
                    </a:defRPr>
                  </a:lvl8pPr>
                  <a:lvl9pPr>
                    <a:defRPr>
                      <a:solidFill>
                        <a:schemeClr val="dk1"/>
                      </a:solidFill>
                    </a:defRPr>
                  </a:lvl9pPr>
                </a:lstStyle>
                <a:p>
                  <a:r>
                    <a:rPr lang="en-ZA" sz="1200" dirty="0" err="1">
                      <a:solidFill>
                        <a:schemeClr val="lt1"/>
                      </a:solidFill>
                    </a:rPr>
                    <a:t>Activity.onStart</a:t>
                  </a:r>
                  <a:endParaRPr lang="en-ZA" sz="1200" dirty="0">
                    <a:solidFill>
                      <a:schemeClr val="lt1"/>
                    </a:solidFill>
                  </a:endParaRPr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B3D28341-8D2F-429E-87F8-B8E612EA77B1}"/>
                    </a:ext>
                  </a:extLst>
                </p:cNvPr>
                <p:cNvSpPr txBox="1"/>
                <p:nvPr/>
              </p:nvSpPr>
              <p:spPr>
                <a:xfrm>
                  <a:off x="514883" y="3457273"/>
                  <a:ext cx="2860656" cy="343663"/>
                </a:xfrm>
                <a:prstGeom prst="rect">
                  <a:avLst/>
                </a:prstGeom>
                <a:solidFill>
                  <a:schemeClr val="accent5">
                    <a:lumMod val="50000"/>
                  </a:schemeClr>
                </a:solidFill>
                <a:scene3d>
                  <a:camera prst="orthographicFront">
                    <a:rot lat="0" lon="0" rev="0"/>
                  </a:camera>
                  <a:lightRig rig="threePt" dir="t">
                    <a:rot lat="0" lon="0" rev="1200000"/>
                  </a:lightRig>
                </a:scene3d>
                <a:sp3d/>
              </p:spPr>
              <p:style>
                <a:lnRef idx="0">
                  <a:schemeClr val="accent1"/>
                </a:lnRef>
                <a:fillRef idx="3">
                  <a:schemeClr val="accent1"/>
                </a:fillRef>
                <a:effectRef idx="3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 algn="ctr">
                    <a:defRPr>
                      <a:solidFill>
                        <a:schemeClr val="dk1"/>
                      </a:solidFill>
                    </a:defRPr>
                  </a:lvl1pPr>
                  <a:lvl2pPr>
                    <a:defRPr>
                      <a:solidFill>
                        <a:schemeClr val="dk1"/>
                      </a:solidFill>
                    </a:defRPr>
                  </a:lvl2pPr>
                  <a:lvl3pPr>
                    <a:defRPr>
                      <a:solidFill>
                        <a:schemeClr val="dk1"/>
                      </a:solidFill>
                    </a:defRPr>
                  </a:lvl3pPr>
                  <a:lvl4pPr>
                    <a:defRPr>
                      <a:solidFill>
                        <a:schemeClr val="dk1"/>
                      </a:solidFill>
                    </a:defRPr>
                  </a:lvl4pPr>
                  <a:lvl5pPr>
                    <a:defRPr>
                      <a:solidFill>
                        <a:schemeClr val="dk1"/>
                      </a:solidFill>
                    </a:defRPr>
                  </a:lvl5pPr>
                  <a:lvl6pPr>
                    <a:defRPr>
                      <a:solidFill>
                        <a:schemeClr val="dk1"/>
                      </a:solidFill>
                    </a:defRPr>
                  </a:lvl6pPr>
                  <a:lvl7pPr>
                    <a:defRPr>
                      <a:solidFill>
                        <a:schemeClr val="dk1"/>
                      </a:solidFill>
                    </a:defRPr>
                  </a:lvl7pPr>
                  <a:lvl8pPr>
                    <a:defRPr>
                      <a:solidFill>
                        <a:schemeClr val="dk1"/>
                      </a:solidFill>
                    </a:defRPr>
                  </a:lvl8pPr>
                  <a:lvl9pPr>
                    <a:defRPr>
                      <a:solidFill>
                        <a:schemeClr val="dk1"/>
                      </a:solidFill>
                    </a:defRPr>
                  </a:lvl9pPr>
                </a:lstStyle>
                <a:p>
                  <a:r>
                    <a:rPr lang="en-ZA" sz="1200" dirty="0" err="1">
                      <a:solidFill>
                        <a:schemeClr val="lt1"/>
                      </a:solidFill>
                    </a:rPr>
                    <a:t>Activity.onResume</a:t>
                  </a:r>
                  <a:endParaRPr lang="en-ZA" sz="1200" dirty="0">
                    <a:solidFill>
                      <a:schemeClr val="lt1"/>
                    </a:solidFill>
                  </a:endParaRPr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AE597F2F-36EB-4B84-8A78-3A1779B5A342}"/>
                    </a:ext>
                  </a:extLst>
                </p:cNvPr>
                <p:cNvSpPr txBox="1"/>
                <p:nvPr/>
              </p:nvSpPr>
              <p:spPr>
                <a:xfrm>
                  <a:off x="520141" y="4066873"/>
                  <a:ext cx="2855396" cy="343663"/>
                </a:xfrm>
                <a:prstGeom prst="rect">
                  <a:avLst/>
                </a:prstGeom>
                <a:solidFill>
                  <a:schemeClr val="accent5">
                    <a:lumMod val="50000"/>
                  </a:schemeClr>
                </a:solidFill>
                <a:scene3d>
                  <a:camera prst="orthographicFront">
                    <a:rot lat="0" lon="0" rev="0"/>
                  </a:camera>
                  <a:lightRig rig="threePt" dir="t">
                    <a:rot lat="0" lon="0" rev="1200000"/>
                  </a:lightRig>
                </a:scene3d>
                <a:sp3d/>
              </p:spPr>
              <p:style>
                <a:lnRef idx="0">
                  <a:schemeClr val="accent1"/>
                </a:lnRef>
                <a:fillRef idx="3">
                  <a:schemeClr val="accent1"/>
                </a:fillRef>
                <a:effectRef idx="3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>
                    <a:defRPr>
                      <a:solidFill>
                        <a:schemeClr val="lt1"/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r>
                    <a:rPr lang="en-ZA" sz="1200" dirty="0" err="1"/>
                    <a:t>Activity.onSaveInstanceState</a:t>
                  </a:r>
                  <a:endParaRPr lang="en-ZA" sz="1200" dirty="0"/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35D8645A-C6F3-49CB-BC02-10473AF2378F}"/>
                    </a:ext>
                  </a:extLst>
                </p:cNvPr>
                <p:cNvSpPr txBox="1"/>
                <p:nvPr/>
              </p:nvSpPr>
              <p:spPr>
                <a:xfrm>
                  <a:off x="544482" y="4676472"/>
                  <a:ext cx="2831056" cy="343663"/>
                </a:xfrm>
                <a:prstGeom prst="rect">
                  <a:avLst/>
                </a:prstGeom>
                <a:solidFill>
                  <a:schemeClr val="accent5">
                    <a:lumMod val="50000"/>
                  </a:schemeClr>
                </a:solidFill>
                <a:scene3d>
                  <a:camera prst="orthographicFront">
                    <a:rot lat="0" lon="0" rev="0"/>
                  </a:camera>
                  <a:lightRig rig="threePt" dir="t">
                    <a:rot lat="0" lon="0" rev="1200000"/>
                  </a:lightRig>
                </a:scene3d>
                <a:sp3d/>
              </p:spPr>
              <p:style>
                <a:lnRef idx="0">
                  <a:schemeClr val="accent1"/>
                </a:lnRef>
                <a:fillRef idx="3">
                  <a:schemeClr val="accent1"/>
                </a:fillRef>
                <a:effectRef idx="3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>
                    <a:defRPr>
                      <a:solidFill>
                        <a:schemeClr val="lt1"/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r>
                    <a:rPr lang="en-ZA" sz="1200" dirty="0" err="1"/>
                    <a:t>Activity.onPause</a:t>
                  </a:r>
                  <a:endParaRPr lang="en-ZA" sz="1200" dirty="0"/>
                </a:p>
              </p:txBody>
            </p: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8BC0AA5-AAA4-44E8-B457-2BDD3B16C88B}"/>
                    </a:ext>
                  </a:extLst>
                </p:cNvPr>
                <p:cNvSpPr txBox="1"/>
                <p:nvPr/>
              </p:nvSpPr>
              <p:spPr>
                <a:xfrm>
                  <a:off x="3962400" y="4066873"/>
                  <a:ext cx="2831057" cy="343663"/>
                </a:xfrm>
                <a:prstGeom prst="rect">
                  <a:avLst/>
                </a:prstGeom>
                <a:solidFill>
                  <a:schemeClr val="accent5">
                    <a:lumMod val="50000"/>
                  </a:schemeClr>
                </a:solidFill>
                <a:scene3d>
                  <a:camera prst="orthographicFront">
                    <a:rot lat="0" lon="0" rev="0"/>
                  </a:camera>
                  <a:lightRig rig="threePt" dir="t">
                    <a:rot lat="0" lon="0" rev="1200000"/>
                  </a:lightRig>
                </a:scene3d>
                <a:sp3d/>
              </p:spPr>
              <p:style>
                <a:lnRef idx="0">
                  <a:schemeClr val="accent1"/>
                </a:lnRef>
                <a:fillRef idx="3">
                  <a:schemeClr val="accent1"/>
                </a:fillRef>
                <a:effectRef idx="3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>
                    <a:defRPr>
                      <a:solidFill>
                        <a:schemeClr val="lt1"/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r>
                    <a:rPr lang="en-ZA" sz="1200" dirty="0" err="1"/>
                    <a:t>Activity.onRestart</a:t>
                  </a:r>
                  <a:endParaRPr lang="en-ZA" sz="1200" dirty="0"/>
                </a:p>
              </p:txBody>
            </p: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561E8914-8EB7-4F42-AFD2-FA4656C97DCE}"/>
                    </a:ext>
                  </a:extLst>
                </p:cNvPr>
                <p:cNvSpPr txBox="1"/>
                <p:nvPr/>
              </p:nvSpPr>
              <p:spPr>
                <a:xfrm>
                  <a:off x="556589" y="5362272"/>
                  <a:ext cx="2818950" cy="343663"/>
                </a:xfrm>
                <a:prstGeom prst="rect">
                  <a:avLst/>
                </a:prstGeom>
                <a:solidFill>
                  <a:schemeClr val="accent5">
                    <a:lumMod val="50000"/>
                  </a:schemeClr>
                </a:solidFill>
                <a:scene3d>
                  <a:camera prst="orthographicFront">
                    <a:rot lat="0" lon="0" rev="0"/>
                  </a:camera>
                  <a:lightRig rig="threePt" dir="t">
                    <a:rot lat="0" lon="0" rev="1200000"/>
                  </a:lightRig>
                </a:scene3d>
                <a:sp3d/>
              </p:spPr>
              <p:style>
                <a:lnRef idx="0">
                  <a:schemeClr val="accent1"/>
                </a:lnRef>
                <a:fillRef idx="3">
                  <a:schemeClr val="accent1"/>
                </a:fillRef>
                <a:effectRef idx="3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>
                    <a:defRPr>
                      <a:solidFill>
                        <a:schemeClr val="lt1"/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r>
                    <a:rPr lang="en-ZA" sz="1200" dirty="0" err="1"/>
                    <a:t>Activity.onStop</a:t>
                  </a:r>
                  <a:endParaRPr lang="en-ZA" sz="1200" dirty="0"/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E35DDFD5-E5C5-4DC6-A496-73CE2B045C9D}"/>
                    </a:ext>
                  </a:extLst>
                </p:cNvPr>
                <p:cNvSpPr txBox="1"/>
                <p:nvPr/>
              </p:nvSpPr>
              <p:spPr>
                <a:xfrm>
                  <a:off x="556589" y="6048073"/>
                  <a:ext cx="2818950" cy="343663"/>
                </a:xfrm>
                <a:prstGeom prst="rect">
                  <a:avLst/>
                </a:prstGeom>
                <a:solidFill>
                  <a:schemeClr val="accent5">
                    <a:lumMod val="50000"/>
                  </a:schemeClr>
                </a:solidFill>
                <a:scene3d>
                  <a:camera prst="orthographicFront">
                    <a:rot lat="0" lon="0" rev="0"/>
                  </a:camera>
                  <a:lightRig rig="threePt" dir="t">
                    <a:rot lat="0" lon="0" rev="1200000"/>
                  </a:lightRig>
                </a:scene3d>
                <a:sp3d/>
              </p:spPr>
              <p:style>
                <a:lnRef idx="0">
                  <a:schemeClr val="accent1"/>
                </a:lnRef>
                <a:fillRef idx="3">
                  <a:schemeClr val="accent1"/>
                </a:fillRef>
                <a:effectRef idx="3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>
                    <a:defRPr>
                      <a:solidFill>
                        <a:schemeClr val="lt1"/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r>
                    <a:rPr lang="en-ZA" sz="1200" dirty="0" err="1"/>
                    <a:t>Activity.onDestroy</a:t>
                  </a:r>
                  <a:endParaRPr lang="en-ZA" sz="1200" dirty="0"/>
                </a:p>
              </p:txBody>
            </p:sp>
            <p:cxnSp>
              <p:nvCxnSpPr>
                <p:cNvPr id="24" name="Elbow Connector 22">
                  <a:extLst>
                    <a:ext uri="{FF2B5EF4-FFF2-40B4-BE49-F238E27FC236}">
                      <a16:creationId xmlns:a16="http://schemas.microsoft.com/office/drawing/2014/main" id="{C60B3462-4706-47CE-96A4-55475B132C57}"/>
                    </a:ext>
                  </a:extLst>
                </p:cNvPr>
                <p:cNvCxnSpPr>
                  <a:stCxn id="22" idx="3"/>
                  <a:endCxn id="21" idx="2"/>
                </p:cNvCxnSpPr>
                <p:nvPr/>
              </p:nvCxnSpPr>
              <p:spPr>
                <a:xfrm flipV="1">
                  <a:off x="3375539" y="4410536"/>
                  <a:ext cx="2002390" cy="1123568"/>
                </a:xfrm>
                <a:prstGeom prst="bentConnector2">
                  <a:avLst/>
                </a:prstGeom>
                <a:grpFill/>
                <a:ln w="57150">
                  <a:solidFill>
                    <a:srgbClr val="FFC000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Elbow Connector 23">
                  <a:extLst>
                    <a:ext uri="{FF2B5EF4-FFF2-40B4-BE49-F238E27FC236}">
                      <a16:creationId xmlns:a16="http://schemas.microsoft.com/office/drawing/2014/main" id="{A35A9C49-AA68-4A6D-A629-C37EEA5E95CE}"/>
                    </a:ext>
                  </a:extLst>
                </p:cNvPr>
                <p:cNvCxnSpPr>
                  <a:stCxn id="21" idx="0"/>
                  <a:endCxn id="17" idx="3"/>
                </p:cNvCxnSpPr>
                <p:nvPr/>
              </p:nvCxnSpPr>
              <p:spPr>
                <a:xfrm rot="16200000" flipV="1">
                  <a:off x="3853050" y="2541993"/>
                  <a:ext cx="1047368" cy="2002390"/>
                </a:xfrm>
                <a:prstGeom prst="bentConnector2">
                  <a:avLst/>
                </a:prstGeom>
                <a:grpFill/>
                <a:ln w="57150">
                  <a:solidFill>
                    <a:srgbClr val="FFC000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411484C6-7F76-4E10-ABB0-2F6F3E90766B}"/>
                    </a:ext>
                  </a:extLst>
                </p:cNvPr>
                <p:cNvSpPr txBox="1"/>
                <p:nvPr/>
              </p:nvSpPr>
              <p:spPr>
                <a:xfrm>
                  <a:off x="5946730" y="4766991"/>
                  <a:ext cx="1361116" cy="34366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ZA" sz="1200" dirty="0">
                      <a:solidFill>
                        <a:schemeClr val="bg1"/>
                      </a:solidFill>
                      <a:latin typeface="+mn-lt"/>
                    </a:rPr>
                    <a:t>Active Lifetime</a:t>
                  </a: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9E219170-BC7B-4029-8952-DFECEFE61609}"/>
                    </a:ext>
                  </a:extLst>
                </p:cNvPr>
                <p:cNvSpPr txBox="1"/>
                <p:nvPr/>
              </p:nvSpPr>
              <p:spPr>
                <a:xfrm>
                  <a:off x="6042779" y="5526340"/>
                  <a:ext cx="1394821" cy="34366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ZA" sz="1200" dirty="0">
                      <a:solidFill>
                        <a:schemeClr val="bg1"/>
                      </a:solidFill>
                      <a:latin typeface="+mn-lt"/>
                    </a:rPr>
                    <a:t>Visible Lifetime</a:t>
                  </a:r>
                </a:p>
              </p:txBody>
            </p:sp>
          </p:grp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E4AB7FF-0F4F-43AA-9CC4-365EB8CD5979}"/>
                  </a:ext>
                </a:extLst>
              </p:cNvPr>
              <p:cNvSpPr txBox="1"/>
              <p:nvPr/>
            </p:nvSpPr>
            <p:spPr>
              <a:xfrm>
                <a:off x="6439428" y="6285737"/>
                <a:ext cx="1163825" cy="343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 sz="1200" dirty="0">
                    <a:solidFill>
                      <a:schemeClr val="bg1"/>
                    </a:solidFill>
                    <a:latin typeface="+mn-lt"/>
                  </a:rPr>
                  <a:t>Full Lifetime</a:t>
                </a:r>
              </a:p>
            </p:txBody>
          </p:sp>
        </p:grp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F81E7C59-076D-49CC-98D3-827EF07B2C35}"/>
                </a:ext>
              </a:extLst>
            </p:cNvPr>
            <p:cNvCxnSpPr/>
            <p:nvPr/>
          </p:nvCxnSpPr>
          <p:spPr>
            <a:xfrm>
              <a:off x="59821" y="5257800"/>
              <a:ext cx="8855579" cy="0"/>
            </a:xfrm>
            <a:prstGeom prst="line">
              <a:avLst/>
            </a:prstGeom>
            <a:grpFill/>
            <a:ln w="76200">
              <a:solidFill>
                <a:srgbClr val="FFFFFF"/>
              </a:solidFill>
              <a:prstDash val="sysDot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C572879-064F-4E3C-857F-3D9809845A66}"/>
                </a:ext>
              </a:extLst>
            </p:cNvPr>
            <p:cNvSpPr txBox="1"/>
            <p:nvPr/>
          </p:nvSpPr>
          <p:spPr>
            <a:xfrm>
              <a:off x="7952573" y="5359485"/>
              <a:ext cx="1217751" cy="5727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ZA" sz="1200" dirty="0">
                  <a:latin typeface="+mn-lt"/>
                </a:rPr>
                <a:t>Activity is killable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6EE859CA-8688-473E-9248-9132786D1CCC}"/>
                </a:ext>
              </a:extLst>
            </p:cNvPr>
            <p:cNvCxnSpPr/>
            <p:nvPr/>
          </p:nvCxnSpPr>
          <p:spPr>
            <a:xfrm>
              <a:off x="7912100" y="5305402"/>
              <a:ext cx="0" cy="1323998"/>
            </a:xfrm>
            <a:prstGeom prst="straightConnector1">
              <a:avLst/>
            </a:prstGeom>
            <a:grpFill/>
            <a:ln w="57150">
              <a:solidFill>
                <a:schemeClr val="tx1"/>
              </a:solidFill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26554397"/>
      </p:ext>
    </p:extLst>
  </p:cSld>
  <p:clrMapOvr>
    <a:masterClrMapping/>
  </p:clrMapOvr>
  <p:transition spd="slow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AC3CD-91CD-300B-1AED-7A287A6F8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DA623730-44A2-7876-7832-2E4BB653C4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Monitoring Activity state changes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097A01BB-F683-4EE6-B739-BBCF9FA495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0125111"/>
              </p:ext>
            </p:extLst>
          </p:nvPr>
        </p:nvGraphicFramePr>
        <p:xfrm>
          <a:off x="107504" y="915566"/>
          <a:ext cx="9000999" cy="36347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232248">
                  <a:extLst>
                    <a:ext uri="{9D8B030D-6E8A-4147-A177-3AD203B41FA5}">
                      <a16:colId xmlns:a16="http://schemas.microsoft.com/office/drawing/2014/main" val="2281078116"/>
                    </a:ext>
                  </a:extLst>
                </a:gridCol>
                <a:gridCol w="3384376">
                  <a:extLst>
                    <a:ext uri="{9D8B030D-6E8A-4147-A177-3AD203B41FA5}">
                      <a16:colId xmlns:a16="http://schemas.microsoft.com/office/drawing/2014/main" val="188433735"/>
                    </a:ext>
                  </a:extLst>
                </a:gridCol>
                <a:gridCol w="3384375">
                  <a:extLst>
                    <a:ext uri="{9D8B030D-6E8A-4147-A177-3AD203B41FA5}">
                      <a16:colId xmlns:a16="http://schemas.microsoft.com/office/drawing/2014/main" val="3603565156"/>
                    </a:ext>
                  </a:extLst>
                </a:gridCol>
              </a:tblGrid>
              <a:tr h="14401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050" dirty="0"/>
                        <a:t>Method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050" dirty="0"/>
                        <a:t>When triggered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050" dirty="0"/>
                        <a:t>What to</a:t>
                      </a:r>
                      <a:r>
                        <a:rPr lang="en-ZA" sz="1050" baseline="0" dirty="0"/>
                        <a:t> do</a:t>
                      </a:r>
                      <a:endParaRPr lang="en-ZA" sz="1050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530803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ZA" sz="1050" b="1" dirty="0" err="1"/>
                        <a:t>onCreate</a:t>
                      </a:r>
                      <a:endParaRPr lang="en-ZA" sz="105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ZA" sz="1050" kern="1200" dirty="0">
                          <a:solidFill>
                            <a:schemeClr val="dk1"/>
                          </a:solidFill>
                        </a:rPr>
                        <a:t>Start of </a:t>
                      </a:r>
                      <a:r>
                        <a:rPr lang="en-ZA" sz="1050" b="1" kern="1200" dirty="0">
                          <a:solidFill>
                            <a:schemeClr val="dk1"/>
                          </a:solidFill>
                        </a:rPr>
                        <a:t>full</a:t>
                      </a:r>
                      <a:r>
                        <a:rPr lang="en-ZA" sz="1050" kern="1200" dirty="0">
                          <a:solidFill>
                            <a:schemeClr val="dk1"/>
                          </a:solidFill>
                        </a:rPr>
                        <a:t> lifecycle</a:t>
                      </a:r>
                      <a:endParaRPr lang="en-ZA" sz="105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ZA" sz="1050" kern="1200" dirty="0">
                          <a:solidFill>
                            <a:schemeClr val="dk1"/>
                          </a:solidFill>
                        </a:rPr>
                        <a:t>Initialise Activity &amp; inflate UI</a:t>
                      </a:r>
                      <a:endParaRPr lang="en-ZA" sz="105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98668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ZA" sz="1050" b="1" dirty="0" err="1"/>
                        <a:t>onRestoreInstanceState</a:t>
                      </a:r>
                      <a:endParaRPr lang="en-ZA" sz="105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ZA" sz="1050" kern="1200" dirty="0">
                          <a:solidFill>
                            <a:schemeClr val="dk1"/>
                          </a:solidFill>
                        </a:rPr>
                        <a:t>Called after </a:t>
                      </a:r>
                      <a:r>
                        <a:rPr lang="en-ZA" sz="1050" kern="1200" dirty="0" err="1">
                          <a:solidFill>
                            <a:schemeClr val="dk1"/>
                          </a:solidFill>
                        </a:rPr>
                        <a:t>onCreate</a:t>
                      </a:r>
                      <a:r>
                        <a:rPr lang="en-ZA" sz="1050" kern="1200" dirty="0">
                          <a:solidFill>
                            <a:schemeClr val="dk1"/>
                          </a:solidFill>
                        </a:rPr>
                        <a:t> finished  (only called if was killed since was last </a:t>
                      </a:r>
                      <a:r>
                        <a:rPr lang="en-ZA" sz="1050" b="1" kern="1200" dirty="0">
                          <a:solidFill>
                            <a:schemeClr val="dk1"/>
                          </a:solidFill>
                        </a:rPr>
                        <a:t>visible</a:t>
                      </a:r>
                      <a:r>
                        <a:rPr lang="en-ZA" sz="1050" kern="1200" dirty="0">
                          <a:solidFill>
                            <a:schemeClr val="dk1"/>
                          </a:solidFill>
                        </a:rPr>
                        <a:t>)</a:t>
                      </a:r>
                      <a:endParaRPr lang="en-ZA" sz="105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ZA" sz="1050" kern="1200" dirty="0">
                          <a:solidFill>
                            <a:schemeClr val="dk1"/>
                          </a:solidFill>
                        </a:rPr>
                        <a:t>Restore UI state</a:t>
                      </a:r>
                      <a:endParaRPr lang="en-ZA" sz="105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23792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ZA" sz="1050" b="1" dirty="0" err="1"/>
                        <a:t>onRestart</a:t>
                      </a:r>
                      <a:endParaRPr lang="en-ZA" sz="105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ZA" sz="1050" kern="1200" dirty="0">
                          <a:solidFill>
                            <a:schemeClr val="dk1"/>
                          </a:solidFill>
                        </a:rPr>
                        <a:t>Called before subsequent </a:t>
                      </a:r>
                      <a:r>
                        <a:rPr lang="en-ZA" sz="1050" b="1" kern="1200" dirty="0">
                          <a:solidFill>
                            <a:schemeClr val="dk1"/>
                          </a:solidFill>
                        </a:rPr>
                        <a:t>visible</a:t>
                      </a:r>
                      <a:r>
                        <a:rPr lang="en-ZA" sz="1050" kern="1200" dirty="0">
                          <a:solidFill>
                            <a:schemeClr val="dk1"/>
                          </a:solidFill>
                        </a:rPr>
                        <a:t> lifetimes of Activity</a:t>
                      </a:r>
                      <a:endParaRPr lang="en-ZA" sz="105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ZA" sz="1050" kern="1200" dirty="0">
                          <a:solidFill>
                            <a:schemeClr val="dk1"/>
                          </a:solidFill>
                        </a:rPr>
                        <a:t>Load changes, knowing has already been visible</a:t>
                      </a:r>
                      <a:endParaRPr lang="en-ZA" sz="105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696222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ZA" sz="1050" b="1" dirty="0" err="1"/>
                        <a:t>onStart</a:t>
                      </a:r>
                      <a:endParaRPr lang="en-ZA" sz="105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ZA" sz="1050" kern="1200" dirty="0">
                          <a:solidFill>
                            <a:schemeClr val="dk1"/>
                          </a:solidFill>
                        </a:rPr>
                        <a:t>Called at start of </a:t>
                      </a:r>
                      <a:r>
                        <a:rPr lang="en-ZA" sz="1050" b="1" kern="1200" dirty="0">
                          <a:solidFill>
                            <a:schemeClr val="dk1"/>
                          </a:solidFill>
                        </a:rPr>
                        <a:t>visible</a:t>
                      </a:r>
                      <a:r>
                        <a:rPr lang="en-ZA" sz="1050" kern="1200" dirty="0">
                          <a:solidFill>
                            <a:schemeClr val="dk1"/>
                          </a:solidFill>
                        </a:rPr>
                        <a:t> lifetime</a:t>
                      </a:r>
                      <a:endParaRPr lang="en-ZA" sz="105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ZA" sz="1050" kern="1200" dirty="0">
                          <a:solidFill>
                            <a:schemeClr val="dk1"/>
                          </a:solidFill>
                        </a:rPr>
                        <a:t>Apply any required UI change now that Activity is visible</a:t>
                      </a:r>
                      <a:endParaRPr lang="en-ZA" sz="105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48583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ZA" sz="1050" b="1" dirty="0" err="1"/>
                        <a:t>onResume</a:t>
                      </a:r>
                      <a:endParaRPr lang="en-ZA" sz="105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ZA" sz="1050" kern="1200" dirty="0">
                          <a:solidFill>
                            <a:schemeClr val="dk1"/>
                          </a:solidFill>
                        </a:rPr>
                        <a:t>Called at start of </a:t>
                      </a:r>
                      <a:r>
                        <a:rPr lang="en-ZA" sz="1050" b="1" kern="1200" dirty="0">
                          <a:solidFill>
                            <a:schemeClr val="dk1"/>
                          </a:solidFill>
                        </a:rPr>
                        <a:t>active</a:t>
                      </a:r>
                      <a:r>
                        <a:rPr lang="en-ZA" sz="1050" kern="1200" dirty="0">
                          <a:solidFill>
                            <a:schemeClr val="dk1"/>
                          </a:solidFill>
                        </a:rPr>
                        <a:t> lifetime</a:t>
                      </a:r>
                      <a:endParaRPr lang="en-ZA" sz="105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ZA" sz="1050" kern="1200" dirty="0">
                          <a:solidFill>
                            <a:schemeClr val="dk1"/>
                          </a:solidFill>
                        </a:rPr>
                        <a:t>Resume paused UI updates, etc. that were suspended when was inactive</a:t>
                      </a:r>
                      <a:endParaRPr lang="en-ZA" sz="105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12531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ZA" sz="1050" b="1" dirty="0" err="1"/>
                        <a:t>onSaveInstanceState</a:t>
                      </a:r>
                      <a:endParaRPr lang="en-ZA" sz="105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ZA" sz="1050" kern="1200" dirty="0">
                          <a:solidFill>
                            <a:schemeClr val="dk1"/>
                          </a:solidFill>
                        </a:rPr>
                        <a:t>Called to save UI state changes at end of </a:t>
                      </a:r>
                      <a:r>
                        <a:rPr lang="en-ZA" sz="1050" b="1" kern="1200" dirty="0">
                          <a:solidFill>
                            <a:schemeClr val="dk1"/>
                          </a:solidFill>
                        </a:rPr>
                        <a:t>active</a:t>
                      </a:r>
                      <a:r>
                        <a:rPr lang="en-ZA" sz="1050" kern="1200" dirty="0">
                          <a:solidFill>
                            <a:schemeClr val="dk1"/>
                          </a:solidFill>
                        </a:rPr>
                        <a:t> lifecycle</a:t>
                      </a:r>
                      <a:endParaRPr lang="en-ZA" sz="105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ZA" sz="1050" kern="1200" dirty="0">
                          <a:solidFill>
                            <a:schemeClr val="dk1"/>
                          </a:solidFill>
                        </a:rPr>
                        <a:t>Save UI state changes.</a:t>
                      </a:r>
                      <a:endParaRPr lang="en-ZA" sz="105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71267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ZA" sz="1050" b="1" dirty="0" err="1"/>
                        <a:t>onPause</a:t>
                      </a:r>
                      <a:endParaRPr lang="en-ZA" sz="105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ZA" sz="1050" kern="1200" dirty="0">
                          <a:solidFill>
                            <a:schemeClr val="dk1"/>
                          </a:solidFill>
                        </a:rPr>
                        <a:t>Called at end of </a:t>
                      </a:r>
                      <a:r>
                        <a:rPr lang="en-ZA" sz="1050" b="1" kern="1200" dirty="0">
                          <a:solidFill>
                            <a:schemeClr val="dk1"/>
                          </a:solidFill>
                        </a:rPr>
                        <a:t>active</a:t>
                      </a:r>
                      <a:r>
                        <a:rPr lang="en-ZA" sz="1050" kern="1200" dirty="0">
                          <a:solidFill>
                            <a:schemeClr val="dk1"/>
                          </a:solidFill>
                        </a:rPr>
                        <a:t> lifetime</a:t>
                      </a:r>
                      <a:endParaRPr lang="en-ZA" sz="105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ZA" sz="1050" kern="1200" dirty="0">
                          <a:solidFill>
                            <a:schemeClr val="dk1"/>
                          </a:solidFill>
                        </a:rPr>
                        <a:t>Suspend UI updates etc. that don’t need to be active when not foreground Activity</a:t>
                      </a:r>
                      <a:endParaRPr lang="en-ZA" sz="105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59075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1050" b="1" dirty="0" err="1"/>
                        <a:t>onStop</a:t>
                      </a:r>
                      <a:endParaRPr lang="en-ZA" sz="105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ZA" sz="1050" kern="1200" dirty="0">
                          <a:solidFill>
                            <a:schemeClr val="dk1"/>
                          </a:solidFill>
                        </a:rPr>
                        <a:t>Called at end of </a:t>
                      </a:r>
                      <a:r>
                        <a:rPr lang="en-ZA" sz="1050" b="1" kern="1200" dirty="0">
                          <a:solidFill>
                            <a:schemeClr val="dk1"/>
                          </a:solidFill>
                        </a:rPr>
                        <a:t>visible</a:t>
                      </a:r>
                      <a:r>
                        <a:rPr lang="en-ZA" sz="1050" kern="1200" dirty="0">
                          <a:solidFill>
                            <a:schemeClr val="dk1"/>
                          </a:solidFill>
                        </a:rPr>
                        <a:t> lifetime</a:t>
                      </a:r>
                    </a:p>
                    <a:p>
                      <a:pPr marL="0" algn="l" defTabSz="914400" rtl="0" eaLnBrk="1" latinLnBrk="0" hangingPunct="1"/>
                      <a:r>
                        <a:rPr lang="en-ZA" sz="1050" kern="1200" dirty="0">
                          <a:solidFill>
                            <a:schemeClr val="dk1"/>
                          </a:solidFill>
                        </a:rPr>
                        <a:t>(may be killed after this)</a:t>
                      </a:r>
                      <a:endParaRPr lang="en-ZA" sz="105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ZA" sz="1050" kern="1200" dirty="0">
                          <a:solidFill>
                            <a:schemeClr val="dk1"/>
                          </a:solidFill>
                        </a:rPr>
                        <a:t>Suspend UI updates etc. not needed when not visible.</a:t>
                      </a:r>
                    </a:p>
                    <a:p>
                      <a:pPr marL="0" algn="l" defTabSz="914400" rtl="0" eaLnBrk="1" latinLnBrk="0" hangingPunct="1"/>
                      <a:r>
                        <a:rPr lang="en-ZA" sz="1050" kern="1200" dirty="0">
                          <a:solidFill>
                            <a:schemeClr val="dk1"/>
                          </a:solidFill>
                        </a:rPr>
                        <a:t>Persist all edits or state changes.</a:t>
                      </a:r>
                      <a:endParaRPr lang="en-ZA" sz="105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52084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1050" b="1" dirty="0" err="1"/>
                        <a:t>onDestroy</a:t>
                      </a:r>
                      <a:endParaRPr lang="en-ZA" sz="105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ZA" sz="1050" kern="1200" dirty="0">
                          <a:solidFill>
                            <a:schemeClr val="dk1"/>
                          </a:solidFill>
                        </a:rPr>
                        <a:t>Sometimes called at end of </a:t>
                      </a:r>
                      <a:r>
                        <a:rPr lang="en-ZA" sz="1050" b="1" kern="1200" dirty="0">
                          <a:solidFill>
                            <a:schemeClr val="dk1"/>
                          </a:solidFill>
                        </a:rPr>
                        <a:t>full</a:t>
                      </a:r>
                      <a:r>
                        <a:rPr lang="en-ZA" sz="1050" kern="1200" dirty="0">
                          <a:solidFill>
                            <a:schemeClr val="dk1"/>
                          </a:solidFill>
                        </a:rPr>
                        <a:t> lifecycle</a:t>
                      </a:r>
                      <a:endParaRPr lang="en-ZA" sz="105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ZA" sz="1050" kern="1200" dirty="0">
                          <a:solidFill>
                            <a:schemeClr val="dk1"/>
                          </a:solidFill>
                        </a:rPr>
                        <a:t>Clean up resources (stop threads, close databases connections, etc.)</a:t>
                      </a:r>
                      <a:endParaRPr lang="en-ZA" sz="105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8372396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2D07491B-D08A-E1E0-FBFC-D9A2D7453898}"/>
              </a:ext>
            </a:extLst>
          </p:cNvPr>
          <p:cNvSpPr/>
          <p:nvPr/>
        </p:nvSpPr>
        <p:spPr>
          <a:xfrm>
            <a:off x="107503" y="2499742"/>
            <a:ext cx="9000999" cy="360040"/>
          </a:xfrm>
          <a:prstGeom prst="rect">
            <a:avLst/>
          </a:prstGeom>
          <a:noFill/>
          <a:ln>
            <a:solidFill>
              <a:srgbClr val="FE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61A371-C9E5-087A-BAC6-FFB59A4EB80C}"/>
              </a:ext>
            </a:extLst>
          </p:cNvPr>
          <p:cNvSpPr/>
          <p:nvPr/>
        </p:nvSpPr>
        <p:spPr>
          <a:xfrm>
            <a:off x="113593" y="3345004"/>
            <a:ext cx="9000999" cy="360040"/>
          </a:xfrm>
          <a:prstGeom prst="rect">
            <a:avLst/>
          </a:prstGeom>
          <a:noFill/>
          <a:ln>
            <a:solidFill>
              <a:srgbClr val="FE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33114135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AC3CD-91CD-300B-1AED-7A287A6F8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DA623730-44A2-7876-7832-2E4BB653C4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Fragments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6CF76C83-9628-82EB-EEC2-12037642C09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0" y="987574"/>
            <a:ext cx="8505825" cy="3481387"/>
          </a:xfrm>
        </p:spPr>
        <p:txBody>
          <a:bodyPr/>
          <a:lstStyle/>
          <a:p>
            <a:r>
              <a:rPr lang="en-US" dirty="0"/>
              <a:t>Encapsulated, independent, reusable components</a:t>
            </a:r>
          </a:p>
          <a:p>
            <a:r>
              <a:rPr lang="en-US" dirty="0"/>
              <a:t>Own lifetime &amp; UI</a:t>
            </a:r>
          </a:p>
          <a:p>
            <a:r>
              <a:rPr lang="en-US" dirty="0"/>
              <a:t>Allows dynamic &amp; flexible UIs to be created</a:t>
            </a:r>
          </a:p>
          <a:p>
            <a:r>
              <a:rPr lang="en-US" dirty="0"/>
              <a:t>Each Fragment is tightly bound to Activity in which it is placed</a:t>
            </a:r>
          </a:p>
          <a:p>
            <a:pPr lvl="1"/>
            <a:r>
              <a:rPr lang="en-US" dirty="0"/>
              <a:t>But can be reused/replaced</a:t>
            </a:r>
          </a:p>
          <a:p>
            <a:r>
              <a:rPr lang="en-US" dirty="0"/>
              <a:t>Typically follow lifetime of parent Activity</a:t>
            </a:r>
          </a:p>
          <a:p>
            <a:pPr lvl="1"/>
            <a:r>
              <a:rPr lang="en-US" dirty="0"/>
              <a:t>But after that may follow own lifetime if added/replaced/removed dynamically from code</a:t>
            </a:r>
          </a:p>
          <a:p>
            <a:pPr lvl="2"/>
            <a:r>
              <a:rPr lang="en-US" dirty="0"/>
              <a:t>Parent Activity provides a </a:t>
            </a:r>
            <a:r>
              <a:rPr lang="en-US" dirty="0" err="1"/>
              <a:t>FragmentManager</a:t>
            </a:r>
            <a:r>
              <a:rPr lang="en-US" dirty="0"/>
              <a:t> for managing contained Fragments</a:t>
            </a:r>
          </a:p>
        </p:txBody>
      </p:sp>
    </p:spTree>
    <p:extLst>
      <p:ext uri="{BB962C8B-B14F-4D97-AF65-F5344CB8AC3E}">
        <p14:creationId xmlns:p14="http://schemas.microsoft.com/office/powerpoint/2010/main" val="2029043050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AC3CD-91CD-300B-1AED-7A287A6F8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DA623730-44A2-7876-7832-2E4BB653C4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UI 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0A4298-DA4A-4753-86CC-A735EC8578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1427" y="952103"/>
            <a:ext cx="5901146" cy="3239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483655"/>
      </p:ext>
    </p:extLst>
  </p:cSld>
  <p:clrMapOvr>
    <a:masterClrMapping/>
  </p:clrMapOvr>
  <p:transition spd="slow">
    <p:pull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AC3CD-91CD-300B-1AED-7A287A6F8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DA623730-44A2-7876-7832-2E4BB653C4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Fragments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6CF76C83-9628-82EB-EEC2-12037642C09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0" y="987574"/>
            <a:ext cx="8505825" cy="3481387"/>
          </a:xfrm>
        </p:spPr>
        <p:txBody>
          <a:bodyPr/>
          <a:lstStyle/>
          <a:p>
            <a:r>
              <a:rPr lang="en-US" dirty="0"/>
              <a:t>Can be added to parent Activity View either:</a:t>
            </a:r>
          </a:p>
          <a:p>
            <a:pPr lvl="1"/>
            <a:r>
              <a:rPr lang="en-US" dirty="0"/>
              <a:t>In code: </a:t>
            </a:r>
          </a:p>
          <a:p>
            <a:pPr lvl="2"/>
            <a:r>
              <a:rPr lang="en-US" dirty="0"/>
              <a:t>Need to load it manually</a:t>
            </a:r>
          </a:p>
          <a:p>
            <a:pPr lvl="2"/>
            <a:r>
              <a:rPr lang="en-US" dirty="0"/>
              <a:t>But can dynamically swap Fragments in/out</a:t>
            </a:r>
          </a:p>
          <a:p>
            <a:pPr lvl="1"/>
            <a:r>
              <a:rPr lang="en-US" dirty="0"/>
              <a:t>In XML (in Activity’s layout file):</a:t>
            </a:r>
          </a:p>
          <a:p>
            <a:pPr lvl="2"/>
            <a:r>
              <a:rPr lang="en-US" dirty="0"/>
              <a:t>Loaded during inflation</a:t>
            </a:r>
          </a:p>
          <a:p>
            <a:pPr lvl="2"/>
            <a:r>
              <a:rPr lang="en-US" dirty="0"/>
              <a:t>But cannot swap Fragment in/out</a:t>
            </a:r>
          </a:p>
          <a:p>
            <a:r>
              <a:rPr lang="en-US" dirty="0"/>
              <a:t>Do not appear in the manifest</a:t>
            </a:r>
          </a:p>
        </p:txBody>
      </p:sp>
    </p:spTree>
    <p:extLst>
      <p:ext uri="{BB962C8B-B14F-4D97-AF65-F5344CB8AC3E}">
        <p14:creationId xmlns:p14="http://schemas.microsoft.com/office/powerpoint/2010/main" val="1595903990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AC3CD-91CD-300B-1AED-7A287A6F8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E0B4350D-D77A-48AF-A8B3-37DFF1238DE7}"/>
              </a:ext>
            </a:extLst>
          </p:cNvPr>
          <p:cNvSpPr/>
          <p:nvPr/>
        </p:nvSpPr>
        <p:spPr>
          <a:xfrm>
            <a:off x="-6910" y="4371950"/>
            <a:ext cx="9144000" cy="771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0482" name="Title 1">
            <a:extLst>
              <a:ext uri="{FF2B5EF4-FFF2-40B4-BE49-F238E27FC236}">
                <a16:creationId xmlns:a16="http://schemas.microsoft.com/office/drawing/2014/main" id="{DA623730-44A2-7876-7832-2E4BB653C4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Fragment states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C64B4E3-F431-4218-89C7-5E82F1E3EE28}"/>
              </a:ext>
            </a:extLst>
          </p:cNvPr>
          <p:cNvGrpSpPr/>
          <p:nvPr/>
        </p:nvGrpSpPr>
        <p:grpSpPr>
          <a:xfrm>
            <a:off x="395536" y="843558"/>
            <a:ext cx="7992888" cy="4231060"/>
            <a:chOff x="304800" y="1447800"/>
            <a:chExt cx="8546392" cy="5257800"/>
          </a:xfrm>
          <a:solidFill>
            <a:srgbClr val="001027"/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7E08415-9F2B-4923-B37E-E6F4A5102D98}"/>
                </a:ext>
              </a:extLst>
            </p:cNvPr>
            <p:cNvSpPr/>
            <p:nvPr/>
          </p:nvSpPr>
          <p:spPr>
            <a:xfrm>
              <a:off x="304800" y="1447800"/>
              <a:ext cx="8534400" cy="5257800"/>
            </a:xfrm>
            <a:prstGeom prst="rect">
              <a:avLst/>
            </a:prstGeom>
            <a:grpFill/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8E37456-097A-40DA-BA4F-7167C7B4E166}"/>
                </a:ext>
              </a:extLst>
            </p:cNvPr>
            <p:cNvSpPr/>
            <p:nvPr/>
          </p:nvSpPr>
          <p:spPr>
            <a:xfrm>
              <a:off x="457200" y="4724400"/>
              <a:ext cx="8153400" cy="1830336"/>
            </a:xfrm>
            <a:prstGeom prst="rect">
              <a:avLst/>
            </a:prstGeom>
            <a:solidFill>
              <a:srgbClr val="003057"/>
            </a:solidFill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1F1621F-E90B-4D96-806D-DFC03163792B}"/>
                </a:ext>
              </a:extLst>
            </p:cNvPr>
            <p:cNvSpPr/>
            <p:nvPr/>
          </p:nvSpPr>
          <p:spPr>
            <a:xfrm>
              <a:off x="551916" y="5486400"/>
              <a:ext cx="7525284" cy="910732"/>
            </a:xfrm>
            <a:prstGeom prst="rect">
              <a:avLst/>
            </a:prstGeom>
            <a:solidFill>
              <a:srgbClr val="002060"/>
            </a:solidFill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1586FBAD-194D-4DAC-B19B-6D7E44D8CCE9}"/>
                </a:ext>
              </a:extLst>
            </p:cNvPr>
            <p:cNvCxnSpPr>
              <a:stCxn id="22" idx="0"/>
              <a:endCxn id="18" idx="2"/>
            </p:cNvCxnSpPr>
            <p:nvPr/>
          </p:nvCxnSpPr>
          <p:spPr>
            <a:xfrm flipH="1" flipV="1">
              <a:off x="5543345" y="2010937"/>
              <a:ext cx="34278" cy="3832197"/>
            </a:xfrm>
            <a:prstGeom prst="straightConnector1">
              <a:avLst/>
            </a:prstGeom>
            <a:grpFill/>
            <a:ln>
              <a:solidFill>
                <a:srgbClr val="FFFFFF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0F3C7747-454D-47D6-BB54-582BAC09F333}"/>
                </a:ext>
              </a:extLst>
            </p:cNvPr>
            <p:cNvCxnSpPr>
              <a:stCxn id="11" idx="2"/>
              <a:endCxn id="16" idx="0"/>
            </p:cNvCxnSpPr>
            <p:nvPr/>
          </p:nvCxnSpPr>
          <p:spPr>
            <a:xfrm>
              <a:off x="2007525" y="2010937"/>
              <a:ext cx="28685" cy="3832197"/>
            </a:xfrm>
            <a:prstGeom prst="straightConnector1">
              <a:avLst/>
            </a:prstGeom>
            <a:grpFill/>
            <a:ln>
              <a:solidFill>
                <a:srgbClr val="FFFFFF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7DBBB48-959D-496A-9E5A-2E7D39B9DE0C}"/>
                </a:ext>
              </a:extLst>
            </p:cNvPr>
            <p:cNvSpPr txBox="1"/>
            <p:nvPr/>
          </p:nvSpPr>
          <p:spPr>
            <a:xfrm>
              <a:off x="563310" y="1628473"/>
              <a:ext cx="2888429" cy="382464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ZA" sz="1400" dirty="0" err="1">
                  <a:latin typeface="+mj-lt"/>
                </a:rPr>
                <a:t>Fragment.onAttach</a:t>
              </a:r>
              <a:endParaRPr lang="en-ZA" sz="1400" dirty="0">
                <a:latin typeface="+mj-lt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F7BA40E-E1BD-4DDA-BD4B-B7E4CE6EAEFA}"/>
                </a:ext>
              </a:extLst>
            </p:cNvPr>
            <p:cNvSpPr txBox="1"/>
            <p:nvPr/>
          </p:nvSpPr>
          <p:spPr>
            <a:xfrm>
              <a:off x="591084" y="2373868"/>
              <a:ext cx="2860655" cy="382464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>
                  <a:solidFill>
                    <a:schemeClr val="dk1"/>
                  </a:solidFill>
                </a:defRPr>
              </a:lvl1pPr>
              <a:lvl2pPr>
                <a:defRPr>
                  <a:solidFill>
                    <a:schemeClr val="dk1"/>
                  </a:solidFill>
                </a:defRPr>
              </a:lvl2pPr>
              <a:lvl3pPr>
                <a:defRPr>
                  <a:solidFill>
                    <a:schemeClr val="dk1"/>
                  </a:solidFill>
                </a:defRPr>
              </a:lvl3pPr>
              <a:lvl4pPr>
                <a:defRPr>
                  <a:solidFill>
                    <a:schemeClr val="dk1"/>
                  </a:solidFill>
                </a:defRPr>
              </a:lvl4pPr>
              <a:lvl5pPr>
                <a:defRPr>
                  <a:solidFill>
                    <a:schemeClr val="dk1"/>
                  </a:solidFill>
                </a:defRPr>
              </a:lvl5pPr>
              <a:lvl6pPr>
                <a:defRPr>
                  <a:solidFill>
                    <a:schemeClr val="dk1"/>
                  </a:solidFill>
                </a:defRPr>
              </a:lvl6pPr>
              <a:lvl7pPr>
                <a:defRPr>
                  <a:solidFill>
                    <a:schemeClr val="dk1"/>
                  </a:solidFill>
                </a:defRPr>
              </a:lvl7pPr>
              <a:lvl8pPr>
                <a:defRPr>
                  <a:solidFill>
                    <a:schemeClr val="dk1"/>
                  </a:solidFill>
                </a:defRPr>
              </a:lvl8pPr>
              <a:lvl9pPr>
                <a:defRPr>
                  <a:solidFill>
                    <a:schemeClr val="dk1"/>
                  </a:solidFill>
                </a:defRPr>
              </a:lvl9pPr>
            </a:lstStyle>
            <a:p>
              <a:r>
                <a:rPr lang="en-ZA" sz="1400" dirty="0" err="1">
                  <a:solidFill>
                    <a:schemeClr val="lt1"/>
                  </a:solidFill>
                  <a:latin typeface="+mj-lt"/>
                </a:rPr>
                <a:t>Fragment.onCreate</a:t>
              </a:r>
              <a:endParaRPr lang="en-ZA" sz="1400" dirty="0">
                <a:solidFill>
                  <a:schemeClr val="lt1"/>
                </a:solidFill>
                <a:latin typeface="+mj-lt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009BC80-D7BA-4271-8650-24438EA2BB49}"/>
                </a:ext>
              </a:extLst>
            </p:cNvPr>
            <p:cNvSpPr txBox="1"/>
            <p:nvPr/>
          </p:nvSpPr>
          <p:spPr>
            <a:xfrm>
              <a:off x="584413" y="3212068"/>
              <a:ext cx="2860655" cy="382464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>
                  <a:solidFill>
                    <a:schemeClr val="dk1"/>
                  </a:solidFill>
                </a:defRPr>
              </a:lvl1pPr>
              <a:lvl2pPr>
                <a:defRPr>
                  <a:solidFill>
                    <a:schemeClr val="dk1"/>
                  </a:solidFill>
                </a:defRPr>
              </a:lvl2pPr>
              <a:lvl3pPr>
                <a:defRPr>
                  <a:solidFill>
                    <a:schemeClr val="dk1"/>
                  </a:solidFill>
                </a:defRPr>
              </a:lvl3pPr>
              <a:lvl4pPr>
                <a:defRPr>
                  <a:solidFill>
                    <a:schemeClr val="dk1"/>
                  </a:solidFill>
                </a:defRPr>
              </a:lvl4pPr>
              <a:lvl5pPr>
                <a:defRPr>
                  <a:solidFill>
                    <a:schemeClr val="dk1"/>
                  </a:solidFill>
                </a:defRPr>
              </a:lvl5pPr>
              <a:lvl6pPr>
                <a:defRPr>
                  <a:solidFill>
                    <a:schemeClr val="dk1"/>
                  </a:solidFill>
                </a:defRPr>
              </a:lvl6pPr>
              <a:lvl7pPr>
                <a:defRPr>
                  <a:solidFill>
                    <a:schemeClr val="dk1"/>
                  </a:solidFill>
                </a:defRPr>
              </a:lvl7pPr>
              <a:lvl8pPr>
                <a:defRPr>
                  <a:solidFill>
                    <a:schemeClr val="dk1"/>
                  </a:solidFill>
                </a:defRPr>
              </a:lvl8pPr>
              <a:lvl9pPr>
                <a:defRPr>
                  <a:solidFill>
                    <a:schemeClr val="dk1"/>
                  </a:solidFill>
                </a:defRPr>
              </a:lvl9pPr>
            </a:lstStyle>
            <a:p>
              <a:r>
                <a:rPr lang="en-ZA" sz="1400" dirty="0" err="1">
                  <a:latin typeface="+mj-lt"/>
                </a:rPr>
                <a:t>Fragment.onCreateView</a:t>
              </a:r>
              <a:endParaRPr lang="en-ZA" sz="1400" dirty="0">
                <a:latin typeface="+mj-lt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5F17F18-5439-47B3-8C2B-3E27CA0DA15E}"/>
                </a:ext>
              </a:extLst>
            </p:cNvPr>
            <p:cNvSpPr txBox="1"/>
            <p:nvPr/>
          </p:nvSpPr>
          <p:spPr>
            <a:xfrm>
              <a:off x="641773" y="4050268"/>
              <a:ext cx="2860656" cy="382464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>
                  <a:solidFill>
                    <a:schemeClr val="dk1"/>
                  </a:solidFill>
                </a:defRPr>
              </a:lvl1pPr>
              <a:lvl2pPr>
                <a:defRPr>
                  <a:solidFill>
                    <a:schemeClr val="dk1"/>
                  </a:solidFill>
                </a:defRPr>
              </a:lvl2pPr>
              <a:lvl3pPr>
                <a:defRPr>
                  <a:solidFill>
                    <a:schemeClr val="dk1"/>
                  </a:solidFill>
                </a:defRPr>
              </a:lvl3pPr>
              <a:lvl4pPr>
                <a:defRPr>
                  <a:solidFill>
                    <a:schemeClr val="dk1"/>
                  </a:solidFill>
                </a:defRPr>
              </a:lvl4pPr>
              <a:lvl5pPr>
                <a:defRPr>
                  <a:solidFill>
                    <a:schemeClr val="dk1"/>
                  </a:solidFill>
                </a:defRPr>
              </a:lvl5pPr>
              <a:lvl6pPr>
                <a:defRPr>
                  <a:solidFill>
                    <a:schemeClr val="dk1"/>
                  </a:solidFill>
                </a:defRPr>
              </a:lvl6pPr>
              <a:lvl7pPr>
                <a:defRPr>
                  <a:solidFill>
                    <a:schemeClr val="dk1"/>
                  </a:solidFill>
                </a:defRPr>
              </a:lvl7pPr>
              <a:lvl8pPr>
                <a:defRPr>
                  <a:solidFill>
                    <a:schemeClr val="dk1"/>
                  </a:solidFill>
                </a:defRPr>
              </a:lvl8pPr>
              <a:lvl9pPr>
                <a:defRPr>
                  <a:solidFill>
                    <a:schemeClr val="dk1"/>
                  </a:solidFill>
                </a:defRPr>
              </a:lvl9pPr>
            </a:lstStyle>
            <a:p>
              <a:r>
                <a:rPr lang="en-ZA" sz="1400" dirty="0" err="1">
                  <a:latin typeface="+mj-lt"/>
                </a:rPr>
                <a:t>Fragment.onActivityCreated</a:t>
              </a:r>
              <a:endParaRPr lang="en-ZA" sz="1400" dirty="0">
                <a:latin typeface="+mj-lt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A98262B-8223-42B1-94FD-69392AA35185}"/>
                </a:ext>
              </a:extLst>
            </p:cNvPr>
            <p:cNvSpPr txBox="1"/>
            <p:nvPr/>
          </p:nvSpPr>
          <p:spPr>
            <a:xfrm>
              <a:off x="620682" y="4949006"/>
              <a:ext cx="2855397" cy="382464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algn="ctr"/>
              <a:r>
                <a:rPr lang="en-ZA" sz="1400" dirty="0" err="1">
                  <a:latin typeface="+mj-lt"/>
                </a:rPr>
                <a:t>Fragment.onStart</a:t>
              </a:r>
              <a:endParaRPr lang="en-ZA" sz="1400" dirty="0">
                <a:latin typeface="+mj-lt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5B449B1-0781-45CA-93F6-C3024B144E2D}"/>
                </a:ext>
              </a:extLst>
            </p:cNvPr>
            <p:cNvSpPr txBox="1"/>
            <p:nvPr/>
          </p:nvSpPr>
          <p:spPr>
            <a:xfrm>
              <a:off x="620682" y="5843134"/>
              <a:ext cx="2831056" cy="382464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algn="ctr"/>
              <a:r>
                <a:rPr lang="en-ZA" sz="1400" dirty="0" err="1">
                  <a:latin typeface="+mj-lt"/>
                </a:rPr>
                <a:t>Fragment.onResume</a:t>
              </a:r>
              <a:endParaRPr lang="en-ZA" sz="1400" dirty="0">
                <a:latin typeface="+mj-lt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2EBFC42-AD72-4FB8-A3F8-457235585531}"/>
                </a:ext>
              </a:extLst>
            </p:cNvPr>
            <p:cNvSpPr txBox="1"/>
            <p:nvPr/>
          </p:nvSpPr>
          <p:spPr>
            <a:xfrm>
              <a:off x="4147296" y="4920735"/>
              <a:ext cx="2818950" cy="382464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algn="ctr"/>
              <a:r>
                <a:rPr lang="en-ZA" sz="1400" dirty="0" err="1">
                  <a:latin typeface="+mj-lt"/>
                </a:rPr>
                <a:t>Activity.onStop</a:t>
              </a:r>
              <a:endParaRPr lang="en-ZA" sz="1400" dirty="0">
                <a:latin typeface="+mj-lt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911589E-EA24-443D-B199-1332C826ECF8}"/>
                </a:ext>
              </a:extLst>
            </p:cNvPr>
            <p:cNvSpPr txBox="1"/>
            <p:nvPr/>
          </p:nvSpPr>
          <p:spPr>
            <a:xfrm>
              <a:off x="4133870" y="1628473"/>
              <a:ext cx="2818950" cy="382464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>
                  <a:solidFill>
                    <a:schemeClr val="dk1"/>
                  </a:solidFill>
                </a:defRPr>
              </a:lvl1pPr>
              <a:lvl2pPr>
                <a:defRPr>
                  <a:solidFill>
                    <a:schemeClr val="dk1"/>
                  </a:solidFill>
                </a:defRPr>
              </a:lvl2pPr>
              <a:lvl3pPr>
                <a:defRPr>
                  <a:solidFill>
                    <a:schemeClr val="dk1"/>
                  </a:solidFill>
                </a:defRPr>
              </a:lvl3pPr>
              <a:lvl4pPr>
                <a:defRPr>
                  <a:solidFill>
                    <a:schemeClr val="dk1"/>
                  </a:solidFill>
                </a:defRPr>
              </a:lvl4pPr>
              <a:lvl5pPr>
                <a:defRPr>
                  <a:solidFill>
                    <a:schemeClr val="dk1"/>
                  </a:solidFill>
                </a:defRPr>
              </a:lvl5pPr>
              <a:lvl6pPr>
                <a:defRPr>
                  <a:solidFill>
                    <a:schemeClr val="dk1"/>
                  </a:solidFill>
                </a:defRPr>
              </a:lvl6pPr>
              <a:lvl7pPr>
                <a:defRPr>
                  <a:solidFill>
                    <a:schemeClr val="dk1"/>
                  </a:solidFill>
                </a:defRPr>
              </a:lvl7pPr>
              <a:lvl8pPr>
                <a:defRPr>
                  <a:solidFill>
                    <a:schemeClr val="dk1"/>
                  </a:solidFill>
                </a:defRPr>
              </a:lvl8pPr>
              <a:lvl9pPr>
                <a:defRPr>
                  <a:solidFill>
                    <a:schemeClr val="dk1"/>
                  </a:solidFill>
                </a:defRPr>
              </a:lvl9pPr>
            </a:lstStyle>
            <a:p>
              <a:r>
                <a:rPr lang="en-ZA" sz="1400" dirty="0" err="1">
                  <a:latin typeface="+mj-lt"/>
                </a:rPr>
                <a:t>Fragment.onDetach</a:t>
              </a:r>
              <a:endParaRPr lang="en-ZA" sz="1400" dirty="0">
                <a:latin typeface="+mj-lt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CDFF0B3-76EC-4B52-95FD-9B343BE6EFDB}"/>
                </a:ext>
              </a:extLst>
            </p:cNvPr>
            <p:cNvSpPr txBox="1"/>
            <p:nvPr/>
          </p:nvSpPr>
          <p:spPr>
            <a:xfrm>
              <a:off x="6637706" y="5507604"/>
              <a:ext cx="1443540" cy="3824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1400" dirty="0">
                  <a:solidFill>
                    <a:schemeClr val="bg1"/>
                  </a:solidFill>
                  <a:latin typeface="+mj-lt"/>
                </a:rPr>
                <a:t>Active Lifetime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E7C27AE-DD18-49FA-A772-ACC810ABAA80}"/>
                </a:ext>
              </a:extLst>
            </p:cNvPr>
            <p:cNvSpPr txBox="1"/>
            <p:nvPr/>
          </p:nvSpPr>
          <p:spPr>
            <a:xfrm>
              <a:off x="7137314" y="4734988"/>
              <a:ext cx="1482894" cy="3824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1400" dirty="0">
                  <a:solidFill>
                    <a:schemeClr val="bg1"/>
                  </a:solidFill>
                  <a:latin typeface="+mj-lt"/>
                </a:rPr>
                <a:t>Visible Lifetime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4ACC5B3-FCBD-4B2F-BC30-D602CE7B8E78}"/>
                </a:ext>
              </a:extLst>
            </p:cNvPr>
            <p:cNvSpPr txBox="1"/>
            <p:nvPr/>
          </p:nvSpPr>
          <p:spPr>
            <a:xfrm>
              <a:off x="7249963" y="1462084"/>
              <a:ext cx="1601229" cy="3824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1400" dirty="0">
                  <a:solidFill>
                    <a:schemeClr val="bg1"/>
                  </a:solidFill>
                  <a:latin typeface="+mj-lt"/>
                </a:rPr>
                <a:t>Created Lifetime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E2138F-214B-46C9-B9E6-C8443F8897A1}"/>
                </a:ext>
              </a:extLst>
            </p:cNvPr>
            <p:cNvSpPr txBox="1"/>
            <p:nvPr/>
          </p:nvSpPr>
          <p:spPr>
            <a:xfrm>
              <a:off x="4162095" y="5843134"/>
              <a:ext cx="2831056" cy="382464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algn="ctr"/>
              <a:r>
                <a:rPr lang="en-ZA" sz="1400" dirty="0" err="1">
                  <a:latin typeface="+mj-lt"/>
                </a:rPr>
                <a:t>Fragment.onPause</a:t>
              </a:r>
              <a:endParaRPr lang="en-ZA" sz="1400" dirty="0">
                <a:latin typeface="+mj-lt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2413F3B-561D-4FE4-95BC-4EF6E16729A7}"/>
                </a:ext>
              </a:extLst>
            </p:cNvPr>
            <p:cNvSpPr txBox="1"/>
            <p:nvPr/>
          </p:nvSpPr>
          <p:spPr>
            <a:xfrm>
              <a:off x="4136719" y="3212068"/>
              <a:ext cx="2860655" cy="382464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>
                  <a:solidFill>
                    <a:schemeClr val="dk1"/>
                  </a:solidFill>
                </a:defRPr>
              </a:lvl1pPr>
              <a:lvl2pPr>
                <a:defRPr>
                  <a:solidFill>
                    <a:schemeClr val="dk1"/>
                  </a:solidFill>
                </a:defRPr>
              </a:lvl2pPr>
              <a:lvl3pPr>
                <a:defRPr>
                  <a:solidFill>
                    <a:schemeClr val="dk1"/>
                  </a:solidFill>
                </a:defRPr>
              </a:lvl3pPr>
              <a:lvl4pPr>
                <a:defRPr>
                  <a:solidFill>
                    <a:schemeClr val="dk1"/>
                  </a:solidFill>
                </a:defRPr>
              </a:lvl4pPr>
              <a:lvl5pPr>
                <a:defRPr>
                  <a:solidFill>
                    <a:schemeClr val="dk1"/>
                  </a:solidFill>
                </a:defRPr>
              </a:lvl5pPr>
              <a:lvl6pPr>
                <a:defRPr>
                  <a:solidFill>
                    <a:schemeClr val="dk1"/>
                  </a:solidFill>
                </a:defRPr>
              </a:lvl6pPr>
              <a:lvl7pPr>
                <a:defRPr>
                  <a:solidFill>
                    <a:schemeClr val="dk1"/>
                  </a:solidFill>
                </a:defRPr>
              </a:lvl7pPr>
              <a:lvl8pPr>
                <a:defRPr>
                  <a:solidFill>
                    <a:schemeClr val="dk1"/>
                  </a:solidFill>
                </a:defRPr>
              </a:lvl8pPr>
              <a:lvl9pPr>
                <a:defRPr>
                  <a:solidFill>
                    <a:schemeClr val="dk1"/>
                  </a:solidFill>
                </a:defRPr>
              </a:lvl9pPr>
            </a:lstStyle>
            <a:p>
              <a:r>
                <a:rPr lang="en-ZA" sz="1400" dirty="0" err="1">
                  <a:latin typeface="+mj-lt"/>
                </a:rPr>
                <a:t>Fragment.onDestroyView</a:t>
              </a:r>
              <a:endParaRPr lang="en-ZA" sz="1400" dirty="0">
                <a:latin typeface="+mj-lt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A965351-9A58-487B-A22E-FA00E2DE8413}"/>
                </a:ext>
              </a:extLst>
            </p:cNvPr>
            <p:cNvSpPr txBox="1"/>
            <p:nvPr/>
          </p:nvSpPr>
          <p:spPr>
            <a:xfrm>
              <a:off x="4147296" y="2373868"/>
              <a:ext cx="2860655" cy="382464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>
                  <a:solidFill>
                    <a:schemeClr val="dk1"/>
                  </a:solidFill>
                </a:defRPr>
              </a:lvl1pPr>
              <a:lvl2pPr>
                <a:defRPr>
                  <a:solidFill>
                    <a:schemeClr val="dk1"/>
                  </a:solidFill>
                </a:defRPr>
              </a:lvl2pPr>
              <a:lvl3pPr>
                <a:defRPr>
                  <a:solidFill>
                    <a:schemeClr val="dk1"/>
                  </a:solidFill>
                </a:defRPr>
              </a:lvl3pPr>
              <a:lvl4pPr>
                <a:defRPr>
                  <a:solidFill>
                    <a:schemeClr val="dk1"/>
                  </a:solidFill>
                </a:defRPr>
              </a:lvl4pPr>
              <a:lvl5pPr>
                <a:defRPr>
                  <a:solidFill>
                    <a:schemeClr val="dk1"/>
                  </a:solidFill>
                </a:defRPr>
              </a:lvl5pPr>
              <a:lvl6pPr>
                <a:defRPr>
                  <a:solidFill>
                    <a:schemeClr val="dk1"/>
                  </a:solidFill>
                </a:defRPr>
              </a:lvl6pPr>
              <a:lvl7pPr>
                <a:defRPr>
                  <a:solidFill>
                    <a:schemeClr val="dk1"/>
                  </a:solidFill>
                </a:defRPr>
              </a:lvl7pPr>
              <a:lvl8pPr>
                <a:defRPr>
                  <a:solidFill>
                    <a:schemeClr val="dk1"/>
                  </a:solidFill>
                </a:defRPr>
              </a:lvl8pPr>
              <a:lvl9pPr>
                <a:defRPr>
                  <a:solidFill>
                    <a:schemeClr val="dk1"/>
                  </a:solidFill>
                </a:defRPr>
              </a:lvl9pPr>
            </a:lstStyle>
            <a:p>
              <a:r>
                <a:rPr lang="en-ZA" sz="1400" dirty="0" err="1">
                  <a:solidFill>
                    <a:schemeClr val="lt1"/>
                  </a:solidFill>
                  <a:latin typeface="+mj-lt"/>
                </a:rPr>
                <a:t>Fragment.onDestroy</a:t>
              </a:r>
              <a:endParaRPr lang="en-ZA" sz="1400" dirty="0">
                <a:solidFill>
                  <a:schemeClr val="lt1"/>
                </a:solidFill>
                <a:latin typeface="+mj-lt"/>
              </a:endParaRP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A27484F9-44DD-4086-86C0-EA4DAA805086}"/>
                </a:ext>
              </a:extLst>
            </p:cNvPr>
            <p:cNvCxnSpPr>
              <a:stCxn id="18" idx="1"/>
              <a:endCxn id="11" idx="3"/>
            </p:cNvCxnSpPr>
            <p:nvPr/>
          </p:nvCxnSpPr>
          <p:spPr>
            <a:xfrm flipH="1">
              <a:off x="3451739" y="1819705"/>
              <a:ext cx="682131" cy="0"/>
            </a:xfrm>
            <a:prstGeom prst="straightConnector1">
              <a:avLst/>
            </a:prstGeom>
            <a:grpFill/>
            <a:ln w="57150">
              <a:solidFill>
                <a:srgbClr val="FFC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2124F838-8A61-4EA4-A178-EFB7EE57DF33}"/>
                </a:ext>
              </a:extLst>
            </p:cNvPr>
            <p:cNvCxnSpPr>
              <a:stCxn id="16" idx="3"/>
              <a:endCxn id="22" idx="1"/>
            </p:cNvCxnSpPr>
            <p:nvPr/>
          </p:nvCxnSpPr>
          <p:spPr>
            <a:xfrm>
              <a:off x="3451738" y="6034367"/>
              <a:ext cx="710357" cy="0"/>
            </a:xfrm>
            <a:prstGeom prst="straightConnector1">
              <a:avLst/>
            </a:prstGeom>
            <a:grpFill/>
            <a:ln>
              <a:solidFill>
                <a:srgbClr val="FFFFFF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214CB0BB-32F2-44CB-A280-000581717ABA}"/>
                </a:ext>
              </a:extLst>
            </p:cNvPr>
            <p:cNvCxnSpPr>
              <a:stCxn id="23" idx="1"/>
              <a:endCxn id="13" idx="3"/>
            </p:cNvCxnSpPr>
            <p:nvPr/>
          </p:nvCxnSpPr>
          <p:spPr>
            <a:xfrm flipH="1">
              <a:off x="3445068" y="3403301"/>
              <a:ext cx="691650" cy="0"/>
            </a:xfrm>
            <a:prstGeom prst="straightConnector1">
              <a:avLst/>
            </a:prstGeom>
            <a:grpFill/>
            <a:ln w="57150">
              <a:solidFill>
                <a:srgbClr val="FFC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2BE6833-47E1-4DF8-AA28-DE9DFCC91F32}"/>
                </a:ext>
              </a:extLst>
            </p:cNvPr>
            <p:cNvSpPr txBox="1"/>
            <p:nvPr/>
          </p:nvSpPr>
          <p:spPr>
            <a:xfrm>
              <a:off x="2797312" y="3592082"/>
              <a:ext cx="1957060" cy="5354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ZA" sz="1100" dirty="0">
                  <a:solidFill>
                    <a:schemeClr val="bg1"/>
                  </a:solidFill>
                </a:rPr>
                <a:t>Fragment returns to layout from back stack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19800489"/>
      </p:ext>
    </p:extLst>
  </p:cSld>
  <p:clrMapOvr>
    <a:masterClrMapping/>
  </p:clrMapOvr>
  <p:transition spd="slow">
    <p:pull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AC3CD-91CD-300B-1AED-7A287A6F8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DA623730-44A2-7876-7832-2E4BB653C4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552" y="2211710"/>
            <a:ext cx="3456062" cy="593725"/>
          </a:xfrm>
        </p:spPr>
        <p:txBody>
          <a:bodyPr/>
          <a:lstStyle/>
          <a:p>
            <a:pPr algn="ctr"/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Fragment lifecycle</a:t>
            </a:r>
          </a:p>
        </p:txBody>
      </p:sp>
      <p:pic>
        <p:nvPicPr>
          <p:cNvPr id="1026" name="Picture 2" descr="fragment lifecycle states and their relation both the fragment's&#10;            lifecycle callbacks and the fragment's view lifecycle">
            <a:extLst>
              <a:ext uri="{FF2B5EF4-FFF2-40B4-BE49-F238E27FC236}">
                <a16:creationId xmlns:a16="http://schemas.microsoft.com/office/drawing/2014/main" id="{F265B5E0-512D-41E4-9CFB-2901A622ED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9820" y="11972"/>
            <a:ext cx="4195499" cy="5131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7946161"/>
      </p:ext>
    </p:extLst>
  </p:cSld>
  <p:clrMapOvr>
    <a:masterClrMapping/>
  </p:clrMapOvr>
  <p:transition spd="slow">
    <p:pull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AC3CD-91CD-300B-1AED-7A287A6F8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DA623730-44A2-7876-7832-2E4BB653C4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Monitoring Fragment state changes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666E99F5-A60D-428F-BDFB-4853D5A343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5525363"/>
              </p:ext>
            </p:extLst>
          </p:nvPr>
        </p:nvGraphicFramePr>
        <p:xfrm>
          <a:off x="107504" y="900261"/>
          <a:ext cx="8928993" cy="311348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804375806"/>
                    </a:ext>
                  </a:extLst>
                </a:gridCol>
                <a:gridCol w="3168352">
                  <a:extLst>
                    <a:ext uri="{9D8B030D-6E8A-4147-A177-3AD203B41FA5}">
                      <a16:colId xmlns:a16="http://schemas.microsoft.com/office/drawing/2014/main" val="3083001444"/>
                    </a:ext>
                  </a:extLst>
                </a:gridCol>
                <a:gridCol w="4392489">
                  <a:extLst>
                    <a:ext uri="{9D8B030D-6E8A-4147-A177-3AD203B41FA5}">
                      <a16:colId xmlns:a16="http://schemas.microsoft.com/office/drawing/2014/main" val="3899955237"/>
                    </a:ext>
                  </a:extLst>
                </a:gridCol>
              </a:tblGrid>
              <a:tr h="231329">
                <a:tc>
                  <a:txBody>
                    <a:bodyPr/>
                    <a:lstStyle/>
                    <a:p>
                      <a:r>
                        <a:rPr lang="en-ZA" sz="900" dirty="0"/>
                        <a:t>Method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A" sz="900" dirty="0"/>
                        <a:t>When triggered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A" sz="900" dirty="0"/>
                        <a:t>What to</a:t>
                      </a:r>
                      <a:r>
                        <a:rPr lang="en-ZA" sz="900" baseline="0" dirty="0"/>
                        <a:t> do</a:t>
                      </a:r>
                      <a:endParaRPr lang="en-ZA" sz="900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1427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r>
                        <a:rPr lang="en-ZA" sz="900" b="1" dirty="0" err="1"/>
                        <a:t>onAttach</a:t>
                      </a:r>
                      <a:endParaRPr lang="en-ZA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ZA" sz="900" kern="1200" dirty="0">
                          <a:solidFill>
                            <a:schemeClr val="dk1"/>
                          </a:solidFill>
                        </a:rPr>
                        <a:t>Called when attached to parent Activity</a:t>
                      </a:r>
                      <a:endParaRPr lang="en-ZA" sz="9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ZA" sz="900" kern="1200" dirty="0">
                          <a:solidFill>
                            <a:schemeClr val="dk1"/>
                          </a:solidFill>
                        </a:rPr>
                        <a:t>Get reference to parent Activity</a:t>
                      </a:r>
                      <a:endParaRPr lang="en-ZA" sz="9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4419921"/>
                  </a:ext>
                </a:extLst>
              </a:tr>
              <a:tr h="131440">
                <a:tc>
                  <a:txBody>
                    <a:bodyPr/>
                    <a:lstStyle/>
                    <a:p>
                      <a:r>
                        <a:rPr lang="en-ZA" sz="900" b="1" dirty="0" err="1"/>
                        <a:t>onCreate</a:t>
                      </a:r>
                      <a:endParaRPr lang="en-ZA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ZA" sz="900" kern="1200" dirty="0">
                          <a:solidFill>
                            <a:schemeClr val="dk1"/>
                          </a:solidFill>
                        </a:rPr>
                        <a:t>Called</a:t>
                      </a:r>
                      <a:r>
                        <a:rPr lang="en-ZA" sz="900" kern="1200" baseline="0" dirty="0">
                          <a:solidFill>
                            <a:schemeClr val="dk1"/>
                          </a:solidFill>
                        </a:rPr>
                        <a:t> to initialise creation on Fragment</a:t>
                      </a:r>
                      <a:endParaRPr lang="en-ZA" sz="9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ZA" sz="900" kern="1200" dirty="0">
                          <a:solidFill>
                            <a:schemeClr val="dk1"/>
                          </a:solidFill>
                        </a:rPr>
                        <a:t>Initialise Fragment</a:t>
                      </a:r>
                      <a:r>
                        <a:rPr lang="en-ZA" sz="900" b="1" kern="1200" dirty="0">
                          <a:solidFill>
                            <a:schemeClr val="accent4"/>
                          </a:solidFill>
                        </a:rPr>
                        <a:t> (not</a:t>
                      </a:r>
                      <a:r>
                        <a:rPr lang="en-ZA" sz="900" b="1" kern="1200" baseline="0" dirty="0">
                          <a:solidFill>
                            <a:schemeClr val="accent4"/>
                          </a:solidFill>
                        </a:rPr>
                        <a:t> UI!!)</a:t>
                      </a:r>
                      <a:endParaRPr lang="en-ZA" sz="900" b="1" kern="1200" dirty="0">
                        <a:solidFill>
                          <a:schemeClr val="accent4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6043271"/>
                  </a:ext>
                </a:extLst>
              </a:tr>
              <a:tr h="118864">
                <a:tc>
                  <a:txBody>
                    <a:bodyPr/>
                    <a:lstStyle/>
                    <a:p>
                      <a:r>
                        <a:rPr lang="en-ZA" sz="900" b="1" dirty="0" err="1"/>
                        <a:t>onCreateView</a:t>
                      </a:r>
                      <a:endParaRPr lang="en-ZA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ZA" sz="900" kern="1200" dirty="0">
                          <a:solidFill>
                            <a:schemeClr val="dk1"/>
                          </a:solidFill>
                        </a:rPr>
                        <a:t>Called on created, so that UI</a:t>
                      </a:r>
                      <a:r>
                        <a:rPr lang="en-ZA" sz="900" kern="1200" baseline="0" dirty="0">
                          <a:solidFill>
                            <a:schemeClr val="dk1"/>
                          </a:solidFill>
                        </a:rPr>
                        <a:t> can be created</a:t>
                      </a:r>
                      <a:endParaRPr lang="en-ZA" sz="9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ZA" sz="900" kern="1200" dirty="0">
                          <a:solidFill>
                            <a:schemeClr val="dk1"/>
                          </a:solidFill>
                        </a:rPr>
                        <a:t>Create/inflate</a:t>
                      </a:r>
                      <a:r>
                        <a:rPr lang="en-ZA" sz="900" kern="1200" baseline="0" dirty="0">
                          <a:solidFill>
                            <a:schemeClr val="dk1"/>
                          </a:solidFill>
                        </a:rPr>
                        <a:t> UI in provided container</a:t>
                      </a:r>
                      <a:endParaRPr lang="en-ZA" sz="9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799749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ZA" sz="900" b="1" dirty="0" err="1"/>
                        <a:t>onCreatedView</a:t>
                      </a:r>
                      <a:endParaRPr lang="en-ZA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ZA" sz="900" kern="1200" dirty="0">
                          <a:solidFill>
                            <a:schemeClr val="dk1"/>
                          </a:solidFill>
                        </a:rPr>
                        <a:t>Called after the fragment’s Views</a:t>
                      </a:r>
                      <a:r>
                        <a:rPr lang="en-ZA" sz="900" kern="1200" baseline="0" dirty="0">
                          <a:solidFill>
                            <a:schemeClr val="dk1"/>
                          </a:solidFill>
                        </a:rPr>
                        <a:t> created and initialised</a:t>
                      </a:r>
                      <a:endParaRPr lang="en-ZA" sz="9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ZA" sz="900" kern="1200" dirty="0">
                          <a:solidFill>
                            <a:schemeClr val="dk1"/>
                          </a:solidFill>
                        </a:rPr>
                        <a:t>Obtain</a:t>
                      </a:r>
                      <a:r>
                        <a:rPr lang="en-ZA" sz="900" kern="1200" baseline="0" dirty="0">
                          <a:solidFill>
                            <a:schemeClr val="dk1"/>
                          </a:solidFill>
                        </a:rPr>
                        <a:t> references to Views, set initial values</a:t>
                      </a:r>
                      <a:endParaRPr lang="en-ZA" sz="9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11928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ZA" sz="900" b="1" dirty="0" err="1"/>
                        <a:t>onActivityCreated</a:t>
                      </a:r>
                      <a:endParaRPr lang="en-ZA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ZA" sz="900" kern="1200" dirty="0">
                          <a:solidFill>
                            <a:schemeClr val="dk1"/>
                          </a:solidFill>
                        </a:rPr>
                        <a:t>Called </a:t>
                      </a:r>
                      <a:r>
                        <a:rPr lang="en-ZA" sz="900" b="1" kern="1200" dirty="0">
                          <a:solidFill>
                            <a:schemeClr val="dk1"/>
                          </a:solidFill>
                        </a:rPr>
                        <a:t>after </a:t>
                      </a:r>
                      <a:r>
                        <a:rPr lang="en-ZA" sz="900" b="0" kern="1200" dirty="0">
                          <a:solidFill>
                            <a:schemeClr val="dk1"/>
                          </a:solidFill>
                        </a:rPr>
                        <a:t>Activity &amp; Fragment</a:t>
                      </a:r>
                      <a:r>
                        <a:rPr lang="en-ZA" sz="900" b="0" kern="1200" baseline="0" dirty="0">
                          <a:solidFill>
                            <a:schemeClr val="dk1"/>
                          </a:solidFill>
                        </a:rPr>
                        <a:t> UI created</a:t>
                      </a:r>
                      <a:endParaRPr lang="en-ZA" sz="9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ZA" sz="900" kern="1200" dirty="0">
                          <a:solidFill>
                            <a:schemeClr val="dk1"/>
                          </a:solidFill>
                        </a:rPr>
                        <a:t>Complete</a:t>
                      </a:r>
                      <a:r>
                        <a:rPr lang="en-ZA" sz="900" kern="1200" baseline="0" dirty="0">
                          <a:solidFill>
                            <a:schemeClr val="dk1"/>
                          </a:solidFill>
                        </a:rPr>
                        <a:t> initialisation, esp. anything needing parent Fragment to be fully inflated</a:t>
                      </a:r>
                      <a:endParaRPr lang="en-ZA" sz="9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80584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ZA" sz="900" b="1" dirty="0" err="1"/>
                        <a:t>onStart</a:t>
                      </a:r>
                      <a:endParaRPr lang="en-ZA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ZA" sz="900" kern="1200" dirty="0">
                          <a:solidFill>
                            <a:schemeClr val="dk1"/>
                          </a:solidFill>
                        </a:rPr>
                        <a:t>Called at start of </a:t>
                      </a:r>
                      <a:r>
                        <a:rPr lang="en-ZA" sz="900" b="1" kern="1200" dirty="0">
                          <a:solidFill>
                            <a:schemeClr val="dk1"/>
                          </a:solidFill>
                        </a:rPr>
                        <a:t>visible</a:t>
                      </a:r>
                      <a:r>
                        <a:rPr lang="en-ZA" sz="900" b="0" kern="1200" dirty="0">
                          <a:solidFill>
                            <a:schemeClr val="dk1"/>
                          </a:solidFill>
                        </a:rPr>
                        <a:t> lifetime</a:t>
                      </a:r>
                      <a:endParaRPr lang="en-ZA" sz="9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ZA" sz="900" kern="1200" dirty="0">
                          <a:solidFill>
                            <a:schemeClr val="dk1"/>
                          </a:solidFill>
                        </a:rPr>
                        <a:t>Apply any</a:t>
                      </a:r>
                      <a:r>
                        <a:rPr lang="en-ZA" sz="900" kern="1200" baseline="0" dirty="0">
                          <a:solidFill>
                            <a:schemeClr val="dk1"/>
                          </a:solidFill>
                        </a:rPr>
                        <a:t> required UI change now that visible</a:t>
                      </a:r>
                      <a:endParaRPr lang="en-ZA" sz="9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6247831"/>
                  </a:ext>
                </a:extLst>
              </a:tr>
              <a:tr h="140568">
                <a:tc>
                  <a:txBody>
                    <a:bodyPr/>
                    <a:lstStyle/>
                    <a:p>
                      <a:r>
                        <a:rPr lang="en-ZA" sz="900" b="1" dirty="0" err="1"/>
                        <a:t>onResume</a:t>
                      </a:r>
                      <a:endParaRPr lang="en-ZA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ZA" sz="900" kern="1200" dirty="0">
                          <a:solidFill>
                            <a:schemeClr val="dk1"/>
                          </a:solidFill>
                        </a:rPr>
                        <a:t>Called at start of </a:t>
                      </a:r>
                      <a:r>
                        <a:rPr lang="en-ZA" sz="900" b="1" kern="1200" dirty="0">
                          <a:solidFill>
                            <a:schemeClr val="dk1"/>
                          </a:solidFill>
                        </a:rPr>
                        <a:t>active</a:t>
                      </a:r>
                      <a:r>
                        <a:rPr lang="en-ZA" sz="900" b="0" kern="1200" dirty="0">
                          <a:solidFill>
                            <a:schemeClr val="dk1"/>
                          </a:solidFill>
                        </a:rPr>
                        <a:t> lifetime</a:t>
                      </a:r>
                      <a:endParaRPr lang="en-ZA" sz="9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ZA" sz="900" kern="1200" dirty="0">
                          <a:solidFill>
                            <a:schemeClr val="dk1"/>
                          </a:solidFill>
                        </a:rPr>
                        <a:t>Resume paused updates etc. that were suspended</a:t>
                      </a:r>
                      <a:endParaRPr lang="en-ZA" sz="9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1831787"/>
                  </a:ext>
                </a:extLst>
              </a:tr>
              <a:tr h="127992">
                <a:tc>
                  <a:txBody>
                    <a:bodyPr/>
                    <a:lstStyle/>
                    <a:p>
                      <a:r>
                        <a:rPr lang="en-ZA" sz="900" b="1" dirty="0" err="1"/>
                        <a:t>onPause</a:t>
                      </a:r>
                      <a:endParaRPr lang="en-ZA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ZA" sz="900" kern="1200" dirty="0">
                          <a:solidFill>
                            <a:schemeClr val="dk1"/>
                          </a:solidFill>
                        </a:rPr>
                        <a:t>Called at end of </a:t>
                      </a:r>
                      <a:r>
                        <a:rPr lang="en-ZA" sz="900" b="1" kern="1200" dirty="0">
                          <a:solidFill>
                            <a:schemeClr val="dk1"/>
                          </a:solidFill>
                        </a:rPr>
                        <a:t>active</a:t>
                      </a:r>
                      <a:r>
                        <a:rPr lang="en-ZA" sz="900" b="0" kern="1200" dirty="0">
                          <a:solidFill>
                            <a:schemeClr val="dk1"/>
                          </a:solidFill>
                        </a:rPr>
                        <a:t> lifetime</a:t>
                      </a:r>
                    </a:p>
                    <a:p>
                      <a:pPr marL="0" algn="l" defTabSz="914400" rtl="0" eaLnBrk="1" latinLnBrk="0" hangingPunct="1"/>
                      <a:r>
                        <a:rPr lang="en-ZA" sz="900" b="0" kern="1200" dirty="0">
                          <a:solidFill>
                            <a:schemeClr val="dk1"/>
                          </a:solidFill>
                        </a:rPr>
                        <a:t>(Often</a:t>
                      </a:r>
                      <a:r>
                        <a:rPr lang="en-ZA" sz="900" b="0" kern="1200" baseline="0" dirty="0">
                          <a:solidFill>
                            <a:schemeClr val="dk1"/>
                          </a:solidFill>
                        </a:rPr>
                        <a:t> killed after this)</a:t>
                      </a:r>
                      <a:endParaRPr lang="en-ZA" sz="9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ZA" sz="900" kern="1200" dirty="0">
                          <a:solidFill>
                            <a:schemeClr val="dk1"/>
                          </a:solidFill>
                        </a:rPr>
                        <a:t>Suspend updates etc. Persist edits/state changes.</a:t>
                      </a:r>
                      <a:endParaRPr lang="en-ZA" sz="9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8422712"/>
                  </a:ext>
                </a:extLst>
              </a:tr>
              <a:tr h="122272">
                <a:tc>
                  <a:txBody>
                    <a:bodyPr/>
                    <a:lstStyle/>
                    <a:p>
                      <a:r>
                        <a:rPr lang="en-ZA" sz="900" b="1" dirty="0" err="1"/>
                        <a:t>onStop</a:t>
                      </a:r>
                      <a:endParaRPr lang="en-ZA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ZA" sz="900" kern="1200" dirty="0">
                          <a:solidFill>
                            <a:schemeClr val="dk1"/>
                          </a:solidFill>
                        </a:rPr>
                        <a:t>Called at end of </a:t>
                      </a:r>
                      <a:r>
                        <a:rPr lang="en-ZA" sz="900" b="1" kern="1200" dirty="0">
                          <a:solidFill>
                            <a:schemeClr val="dk1"/>
                          </a:solidFill>
                        </a:rPr>
                        <a:t>visible </a:t>
                      </a:r>
                      <a:r>
                        <a:rPr lang="en-ZA" sz="900" b="0" kern="1200" dirty="0">
                          <a:solidFill>
                            <a:schemeClr val="dk1"/>
                          </a:solidFill>
                        </a:rPr>
                        <a:t>lifetime</a:t>
                      </a:r>
                      <a:endParaRPr lang="en-ZA" sz="9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ZA" sz="900" kern="1200" dirty="0">
                          <a:solidFill>
                            <a:schemeClr val="dk1"/>
                          </a:solidFill>
                        </a:rPr>
                        <a:t>Suspend remaining updates etc. not required when not</a:t>
                      </a:r>
                      <a:r>
                        <a:rPr lang="en-ZA" sz="900" kern="1200" baseline="0" dirty="0">
                          <a:solidFill>
                            <a:schemeClr val="dk1"/>
                          </a:solidFill>
                        </a:rPr>
                        <a:t> visible</a:t>
                      </a:r>
                      <a:endParaRPr lang="en-ZA" sz="9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9712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ZA" sz="900" b="1" dirty="0" err="1"/>
                        <a:t>onDestroyView</a:t>
                      </a:r>
                      <a:endParaRPr lang="en-ZA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ZA" sz="900" kern="1200" dirty="0">
                          <a:solidFill>
                            <a:schemeClr val="dk1"/>
                          </a:solidFill>
                        </a:rPr>
                        <a:t>Called when is being </a:t>
                      </a:r>
                      <a:r>
                        <a:rPr lang="en-ZA" sz="900" b="1" kern="1200" dirty="0">
                          <a:solidFill>
                            <a:schemeClr val="dk1"/>
                          </a:solidFill>
                        </a:rPr>
                        <a:t>detached</a:t>
                      </a:r>
                      <a:endParaRPr lang="en-ZA" sz="9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ZA" sz="900" kern="1200" dirty="0">
                          <a:solidFill>
                            <a:schemeClr val="dk1"/>
                          </a:solidFill>
                        </a:rPr>
                        <a:t>Clean up resources</a:t>
                      </a:r>
                      <a:r>
                        <a:rPr lang="en-ZA" sz="900" kern="1200" baseline="0" dirty="0">
                          <a:solidFill>
                            <a:schemeClr val="dk1"/>
                          </a:solidFill>
                        </a:rPr>
                        <a:t> related to Fragment’s View</a:t>
                      </a:r>
                      <a:endParaRPr lang="en-ZA" sz="9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90421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ZA" sz="900" b="1" dirty="0" err="1"/>
                        <a:t>onDetach</a:t>
                      </a:r>
                      <a:endParaRPr lang="en-ZA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ZA" sz="900" b="0" kern="1200" dirty="0">
                          <a:solidFill>
                            <a:schemeClr val="dk1"/>
                          </a:solidFill>
                        </a:rPr>
                        <a:t>Called</a:t>
                      </a:r>
                      <a:r>
                        <a:rPr lang="en-ZA" sz="900" b="0" kern="1200" baseline="0" dirty="0">
                          <a:solidFill>
                            <a:schemeClr val="dk1"/>
                          </a:solidFill>
                        </a:rPr>
                        <a:t> once </a:t>
                      </a:r>
                      <a:r>
                        <a:rPr lang="en-ZA" sz="900" b="1" kern="1200" baseline="0" dirty="0">
                          <a:solidFill>
                            <a:schemeClr val="dk1"/>
                          </a:solidFill>
                        </a:rPr>
                        <a:t>detached</a:t>
                      </a:r>
                      <a:r>
                        <a:rPr lang="en-ZA" sz="900" b="0" kern="1200" baseline="0" dirty="0">
                          <a:solidFill>
                            <a:schemeClr val="dk1"/>
                          </a:solidFill>
                        </a:rPr>
                        <a:t> from parent Activity</a:t>
                      </a:r>
                      <a:endParaRPr lang="en-ZA" sz="9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ZA" sz="9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4935326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r>
                        <a:rPr lang="en-ZA" sz="900" b="1" dirty="0" err="1"/>
                        <a:t>onDestroy</a:t>
                      </a:r>
                      <a:endParaRPr lang="en-ZA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ZA" sz="900" b="0" kern="1200" dirty="0">
                          <a:solidFill>
                            <a:schemeClr val="dk1"/>
                          </a:solidFill>
                        </a:rPr>
                        <a:t>Called at end of lifetime</a:t>
                      </a:r>
                      <a:endParaRPr lang="en-ZA" sz="9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900" kern="1200" dirty="0">
                          <a:solidFill>
                            <a:schemeClr val="dk1"/>
                          </a:solidFill>
                        </a:rPr>
                        <a:t>Clean up resources related to Fragment, e.g.,</a:t>
                      </a:r>
                      <a:r>
                        <a:rPr lang="en-ZA" sz="900" kern="1200" baseline="0" dirty="0">
                          <a:solidFill>
                            <a:schemeClr val="dk1"/>
                          </a:solidFill>
                        </a:rPr>
                        <a:t> database connections</a:t>
                      </a:r>
                      <a:endParaRPr lang="en-ZA" sz="9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8044291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CCFE9936-5148-43D3-C10C-2CF1E0C47F13}"/>
              </a:ext>
            </a:extLst>
          </p:cNvPr>
          <p:cNvSpPr/>
          <p:nvPr/>
        </p:nvSpPr>
        <p:spPr>
          <a:xfrm>
            <a:off x="107503" y="1635647"/>
            <a:ext cx="8928993" cy="144016"/>
          </a:xfrm>
          <a:prstGeom prst="rect">
            <a:avLst/>
          </a:prstGeom>
          <a:noFill/>
          <a:ln>
            <a:solidFill>
              <a:srgbClr val="FE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05560012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AC3CD-91CD-300B-1AED-7A287A6F8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DA623730-44A2-7876-7832-2E4BB653C4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Steps required to include a Fragment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6CF76C83-9628-82EB-EEC2-12037642C09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0" y="987574"/>
            <a:ext cx="8505825" cy="3481387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Create Fragment layout [</a:t>
            </a:r>
            <a:r>
              <a:rPr lang="en-US" i="1" dirty="0"/>
              <a:t>New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i="1" dirty="0">
                <a:sym typeface="Wingdings" panose="05000000000000000000" pitchFamily="2" charset="2"/>
              </a:rPr>
              <a:t>Fragment</a:t>
            </a:r>
            <a:r>
              <a:rPr lang="en-US" dirty="0">
                <a:sym typeface="Wingdings" panose="05000000000000000000" pitchFamily="2" charset="2"/>
              </a:rPr>
              <a:t>  </a:t>
            </a:r>
            <a:r>
              <a:rPr lang="en-US" i="1" dirty="0">
                <a:sym typeface="Wingdings" panose="05000000000000000000" pitchFamily="2" charset="2"/>
              </a:rPr>
              <a:t>Fragment (Blank)</a:t>
            </a:r>
            <a:r>
              <a:rPr lang="en-US" dirty="0">
                <a:sym typeface="Wingdings" panose="05000000000000000000" pitchFamily="2" charset="2"/>
              </a:rPr>
              <a:t>]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ym typeface="Wingdings" panose="05000000000000000000" pitchFamily="2" charset="2"/>
              </a:rPr>
              <a:t>Create Fragment class</a:t>
            </a:r>
          </a:p>
          <a:p>
            <a:pPr marL="831850" lvl="2" indent="-457200"/>
            <a:r>
              <a:rPr lang="en-US" dirty="0">
                <a:sym typeface="Wingdings" panose="05000000000000000000" pitchFamily="2" charset="2"/>
              </a:rPr>
              <a:t>Inflate layout in class’s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onCreateView</a:t>
            </a:r>
            <a:r>
              <a:rPr lang="en-US" dirty="0">
                <a:sym typeface="Wingdings" panose="05000000000000000000" pitchFamily="2" charset="2"/>
              </a:rPr>
              <a:t> event handler (not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onCreate</a:t>
            </a:r>
            <a:r>
              <a:rPr lang="en-US" dirty="0">
                <a:sym typeface="Wingdings" panose="05000000000000000000" pitchFamily="2" charset="2"/>
              </a:rPr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ym typeface="Wingdings" panose="05000000000000000000" pitchFamily="2" charset="2"/>
              </a:rPr>
              <a:t>Create Activity layout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Add Fragment in XML OR place container into which Fragment will be placed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ym typeface="Wingdings" panose="05000000000000000000" pitchFamily="2" charset="2"/>
              </a:rPr>
              <a:t>Create Activity class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If Fragment was not added to the Activity layout, then manually add Fragment to a container in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onCreate</a:t>
            </a:r>
            <a:r>
              <a:rPr lang="en-US" dirty="0">
                <a:sym typeface="Wingdings" panose="05000000000000000000" pitchFamily="2" charset="2"/>
              </a:rPr>
              <a:t> (&amp; other methods if needed)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5471959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AC3CD-91CD-300B-1AED-7A287A6F8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DA623730-44A2-7876-7832-2E4BB653C4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Steps required to include a Fragment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CA4929-1295-4F19-A7A4-DE8DC03962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6" y="865169"/>
            <a:ext cx="5688632" cy="428946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E733938-CB63-46C2-9237-16E6BFD5AE28}"/>
              </a:ext>
            </a:extLst>
          </p:cNvPr>
          <p:cNvSpPr/>
          <p:nvPr/>
        </p:nvSpPr>
        <p:spPr>
          <a:xfrm>
            <a:off x="4716016" y="3363838"/>
            <a:ext cx="936104" cy="288032"/>
          </a:xfrm>
          <a:prstGeom prst="rect">
            <a:avLst/>
          </a:prstGeom>
          <a:noFill/>
          <a:ln>
            <a:solidFill>
              <a:srgbClr val="FE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69193501"/>
      </p:ext>
    </p:extLst>
  </p:cSld>
  <p:clrMapOvr>
    <a:masterClrMapping/>
  </p:clrMapOvr>
  <p:transition spd="slow">
    <p:pull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FCED2-1A29-5C7B-9125-D2AF7E03E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D7CFFAC-EAEC-A4A5-23FB-B3200E4B3C34}"/>
              </a:ext>
            </a:extLst>
          </p:cNvPr>
          <p:cNvSpPr/>
          <p:nvPr/>
        </p:nvSpPr>
        <p:spPr>
          <a:xfrm>
            <a:off x="1692275" y="1563687"/>
            <a:ext cx="5759450" cy="2016125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3200" dirty="0"/>
              <a:t>See </a:t>
            </a:r>
            <a:r>
              <a:rPr lang="en-US" sz="3200" dirty="0">
                <a:solidFill>
                  <a:srgbClr val="FEC000"/>
                </a:solidFill>
              </a:rPr>
              <a:t>(1)</a:t>
            </a:r>
            <a:r>
              <a:rPr lang="en-US" sz="3200" dirty="0"/>
              <a:t> in class example for inserting a Fragment into an Activity layout</a:t>
            </a:r>
          </a:p>
        </p:txBody>
      </p:sp>
    </p:spTree>
    <p:extLst>
      <p:ext uri="{BB962C8B-B14F-4D97-AF65-F5344CB8AC3E}">
        <p14:creationId xmlns:p14="http://schemas.microsoft.com/office/powerpoint/2010/main" val="1762635146"/>
      </p:ext>
    </p:extLst>
  </p:cSld>
  <p:clrMapOvr>
    <a:masterClrMapping/>
  </p:clrMapOvr>
  <p:transition spd="slow">
    <p:pull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FCED2-1A29-5C7B-9125-D2AF7E03E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D7CFFAC-EAEC-A4A5-23FB-B3200E4B3C34}"/>
              </a:ext>
            </a:extLst>
          </p:cNvPr>
          <p:cNvSpPr/>
          <p:nvPr/>
        </p:nvSpPr>
        <p:spPr>
          <a:xfrm>
            <a:off x="1692275" y="1563687"/>
            <a:ext cx="5759450" cy="2016125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3200" dirty="0"/>
              <a:t>See </a:t>
            </a:r>
            <a:r>
              <a:rPr lang="en-US" sz="3200" dirty="0">
                <a:solidFill>
                  <a:srgbClr val="FEC000"/>
                </a:solidFill>
              </a:rPr>
              <a:t>(2)</a:t>
            </a:r>
            <a:r>
              <a:rPr lang="en-US" sz="3200" dirty="0"/>
              <a:t> in class example for manually adding/replacing Fragments to/in an Activity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26D9F2C-399E-4976-B9F6-A8C4EFCE7D1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0" y="3867894"/>
            <a:ext cx="8505825" cy="720080"/>
          </a:xfrm>
        </p:spPr>
        <p:txBody>
          <a:bodyPr/>
          <a:lstStyle/>
          <a:p>
            <a:pPr marL="0" indent="0" algn="ctr">
              <a:buNone/>
            </a:pPr>
            <a:r>
              <a:rPr lang="en-ZA" altLang="en-US" dirty="0">
                <a:solidFill>
                  <a:schemeClr val="accent5">
                    <a:lumMod val="50000"/>
                  </a:schemeClr>
                </a:solidFill>
                <a:latin typeface="Avenir Book" pitchFamily="2" charset="0"/>
                <a:ea typeface="ＭＳ Ｐゴシック" panose="020B0600070205080204" pitchFamily="34" charset="-128"/>
              </a:rPr>
              <a:t>Considered good practice to include </a:t>
            </a:r>
            <a:r>
              <a:rPr lang="en-ZA" altLang="en-US" i="1" dirty="0">
                <a:solidFill>
                  <a:schemeClr val="accent5">
                    <a:lumMod val="50000"/>
                  </a:schemeClr>
                </a:solidFill>
                <a:latin typeface="Avenir Book" pitchFamily="2" charset="0"/>
                <a:ea typeface="ＭＳ Ｐゴシック" panose="020B0600070205080204" pitchFamily="34" charset="-128"/>
              </a:rPr>
              <a:t>any</a:t>
            </a:r>
            <a:r>
              <a:rPr lang="en-ZA" altLang="en-US" dirty="0">
                <a:solidFill>
                  <a:schemeClr val="accent5">
                    <a:lumMod val="50000"/>
                  </a:schemeClr>
                </a:solidFill>
                <a:latin typeface="Avenir Book" pitchFamily="2" charset="0"/>
                <a:ea typeface="ＭＳ Ｐゴシック" panose="020B0600070205080204" pitchFamily="34" charset="-128"/>
              </a:rPr>
              <a:t> View containers contained in any transactions in </a:t>
            </a:r>
            <a:r>
              <a:rPr lang="en-ZA" altLang="en-US" i="1" dirty="0">
                <a:solidFill>
                  <a:schemeClr val="accent5">
                    <a:lumMod val="50000"/>
                  </a:schemeClr>
                </a:solidFill>
                <a:latin typeface="Avenir Book" pitchFamily="2" charset="0"/>
                <a:ea typeface="ＭＳ Ｐゴシック" panose="020B0600070205080204" pitchFamily="34" charset="-128"/>
              </a:rPr>
              <a:t>all</a:t>
            </a:r>
            <a:r>
              <a:rPr lang="en-ZA" altLang="en-US" dirty="0">
                <a:solidFill>
                  <a:schemeClr val="accent5">
                    <a:lumMod val="50000"/>
                  </a:schemeClr>
                </a:solidFill>
                <a:latin typeface="Avenir Book" pitchFamily="2" charset="0"/>
                <a:ea typeface="ＭＳ Ｐゴシック" panose="020B0600070205080204" pitchFamily="34" charset="-128"/>
              </a:rPr>
              <a:t> layout variations</a:t>
            </a:r>
            <a:endParaRPr lang="en-US" altLang="en-US" dirty="0">
              <a:latin typeface="Avenir Book" pitchFamily="2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28072106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AC3CD-91CD-300B-1AED-7A287A6F8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DA623730-44A2-7876-7832-2E4BB653C4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Communication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6CF76C83-9628-82EB-EEC2-12037642C09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1" y="987574"/>
            <a:ext cx="4619956" cy="3481387"/>
          </a:xfrm>
        </p:spPr>
        <p:txBody>
          <a:bodyPr/>
          <a:lstStyle/>
          <a:p>
            <a:r>
              <a:rPr lang="en-US" sz="1800" dirty="0"/>
              <a:t>Activity </a:t>
            </a:r>
            <a:r>
              <a:rPr lang="en-US" sz="1800" dirty="0">
                <a:sym typeface="Wingdings" panose="05000000000000000000" pitchFamily="2" charset="2"/>
              </a:rPr>
              <a:t> Fragment</a:t>
            </a:r>
          </a:p>
          <a:p>
            <a:pPr lvl="1"/>
            <a:r>
              <a:rPr lang="en-US" sz="1800" dirty="0">
                <a:sym typeface="Wingdings" panose="05000000000000000000" pitchFamily="2" charset="2"/>
              </a:rPr>
              <a:t>Notify Fragment of something interesting in Activity</a:t>
            </a:r>
          </a:p>
          <a:p>
            <a:pPr lvl="2"/>
            <a:r>
              <a:rPr lang="en-US" sz="1800" dirty="0">
                <a:sym typeface="Wingdings" panose="05000000000000000000" pitchFamily="2" charset="2"/>
              </a:rPr>
              <a:t>Could have a Fragment listen to an Activity, but since the Activity has a reference to the fragment, it is not necessary</a:t>
            </a:r>
          </a:p>
          <a:p>
            <a:pPr lvl="1"/>
            <a:r>
              <a:rPr lang="en-US" sz="1800" dirty="0">
                <a:sym typeface="Wingdings" panose="05000000000000000000" pitchFamily="2" charset="2"/>
              </a:rPr>
              <a:t>Activity obtains reference to contained Fragment &amp; calls method on it</a:t>
            </a:r>
          </a:p>
          <a:p>
            <a:pPr lvl="1"/>
            <a:r>
              <a:rPr lang="en-US" sz="1800" dirty="0">
                <a:sym typeface="Wingdings" panose="05000000000000000000" pitchFamily="2" charset="2"/>
              </a:rPr>
              <a:t>Can send through parameters when creating Fragment in a Bundle</a:t>
            </a:r>
            <a:endParaRPr lang="en-US" sz="180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062A644-0668-409D-87FD-D0B6CC7D5C77}"/>
              </a:ext>
            </a:extLst>
          </p:cNvPr>
          <p:cNvSpPr/>
          <p:nvPr/>
        </p:nvSpPr>
        <p:spPr>
          <a:xfrm>
            <a:off x="92361" y="1358028"/>
            <a:ext cx="422886" cy="422886"/>
          </a:xfrm>
          <a:prstGeom prst="ellipse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b="1" dirty="0">
                <a:solidFill>
                  <a:schemeClr val="bg1"/>
                </a:solidFill>
              </a:rPr>
              <a:t>1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3E96627-9634-4E1A-8AAE-B300E1014BC1}"/>
              </a:ext>
            </a:extLst>
          </p:cNvPr>
          <p:cNvGrpSpPr/>
          <p:nvPr/>
        </p:nvGrpSpPr>
        <p:grpSpPr>
          <a:xfrm>
            <a:off x="5026447" y="334921"/>
            <a:ext cx="2872264" cy="3527599"/>
            <a:chOff x="76882" y="1456293"/>
            <a:chExt cx="2872264" cy="3527599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D0BB176-4DD4-496D-AD1B-A8BEA71140B5}"/>
                </a:ext>
              </a:extLst>
            </p:cNvPr>
            <p:cNvGrpSpPr/>
            <p:nvPr/>
          </p:nvGrpSpPr>
          <p:grpSpPr>
            <a:xfrm>
              <a:off x="626076" y="1456293"/>
              <a:ext cx="2323070" cy="3527599"/>
              <a:chOff x="626076" y="1456293"/>
              <a:chExt cx="2323070" cy="3527599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61F3E746-A17C-4C35-82DB-D1D4097C3267}"/>
                  </a:ext>
                </a:extLst>
              </p:cNvPr>
              <p:cNvSpPr/>
              <p:nvPr/>
            </p:nvSpPr>
            <p:spPr>
              <a:xfrm>
                <a:off x="626076" y="1825625"/>
                <a:ext cx="2323070" cy="3158267"/>
              </a:xfrm>
              <a:prstGeom prst="rect">
                <a:avLst/>
              </a:prstGeom>
              <a:solidFill>
                <a:srgbClr val="00206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ZA" dirty="0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F0BCB00-2993-4AB0-9899-914390687CE8}"/>
                  </a:ext>
                </a:extLst>
              </p:cNvPr>
              <p:cNvSpPr txBox="1"/>
              <p:nvPr/>
            </p:nvSpPr>
            <p:spPr>
              <a:xfrm>
                <a:off x="626076" y="1456293"/>
                <a:ext cx="20957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 b="1" dirty="0"/>
                  <a:t>Activity (container)</a:t>
                </a:r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BE7CC89-FAAD-438E-818E-CBBBE16A8231}"/>
                </a:ext>
              </a:extLst>
            </p:cNvPr>
            <p:cNvSpPr txBox="1"/>
            <p:nvPr/>
          </p:nvSpPr>
          <p:spPr>
            <a:xfrm>
              <a:off x="1155867" y="2715823"/>
              <a:ext cx="1263487" cy="369332"/>
            </a:xfrm>
            <a:prstGeom prst="rect">
              <a:avLst/>
            </a:prstGeom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n-ZA" b="1" dirty="0" err="1"/>
                <a:t>Fragment</a:t>
              </a:r>
              <a:r>
                <a:rPr lang="en-ZA" b="1" baseline="-25000" dirty="0" err="1"/>
                <a:t>A</a:t>
              </a:r>
              <a:endParaRPr lang="en-ZA" b="1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7CABC1B-7894-491B-86DC-84E87C8A9232}"/>
                </a:ext>
              </a:extLst>
            </p:cNvPr>
            <p:cNvSpPr txBox="1"/>
            <p:nvPr/>
          </p:nvSpPr>
          <p:spPr>
            <a:xfrm>
              <a:off x="1155866" y="4001294"/>
              <a:ext cx="1263487" cy="369332"/>
            </a:xfrm>
            <a:prstGeom prst="rect">
              <a:avLst/>
            </a:prstGeom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n-ZA" b="1" dirty="0" err="1"/>
                <a:t>Fragment</a:t>
              </a:r>
              <a:r>
                <a:rPr lang="en-ZA" b="1" baseline="-25000" dirty="0" err="1"/>
                <a:t>B</a:t>
              </a:r>
              <a:endParaRPr lang="en-ZA" b="1" dirty="0"/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894836B0-7713-4376-9A0E-30B812E4844F}"/>
                </a:ext>
              </a:extLst>
            </p:cNvPr>
            <p:cNvSpPr/>
            <p:nvPr/>
          </p:nvSpPr>
          <p:spPr>
            <a:xfrm>
              <a:off x="307818" y="2227152"/>
              <a:ext cx="851026" cy="1982709"/>
            </a:xfrm>
            <a:custGeom>
              <a:avLst/>
              <a:gdLst>
                <a:gd name="connsiteX0" fmla="*/ 316871 w 851026"/>
                <a:gd name="connsiteY0" fmla="*/ 0 h 1982709"/>
                <a:gd name="connsiteX1" fmla="*/ 0 w 851026"/>
                <a:gd name="connsiteY1" fmla="*/ 0 h 1982709"/>
                <a:gd name="connsiteX2" fmla="*/ 0 w 851026"/>
                <a:gd name="connsiteY2" fmla="*/ 1982709 h 1982709"/>
                <a:gd name="connsiteX3" fmla="*/ 851026 w 851026"/>
                <a:gd name="connsiteY3" fmla="*/ 1982709 h 1982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1026" h="1982709">
                  <a:moveTo>
                    <a:pt x="316871" y="0"/>
                  </a:moveTo>
                  <a:lnTo>
                    <a:pt x="0" y="0"/>
                  </a:lnTo>
                  <a:lnTo>
                    <a:pt x="0" y="1982709"/>
                  </a:lnTo>
                  <a:lnTo>
                    <a:pt x="851026" y="1982709"/>
                  </a:lnTo>
                </a:path>
              </a:pathLst>
            </a:custGeom>
            <a:ln w="76200">
              <a:solidFill>
                <a:schemeClr val="accent5">
                  <a:lumMod val="50000"/>
                </a:schemeClr>
              </a:solidFill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ZA">
                <a:solidFill>
                  <a:schemeClr val="tx1"/>
                </a:solidFill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EBF6D87A-1132-45C9-9C47-A9E98E02A694}"/>
                </a:ext>
              </a:extLst>
            </p:cNvPr>
            <p:cNvSpPr/>
            <p:nvPr/>
          </p:nvSpPr>
          <p:spPr>
            <a:xfrm>
              <a:off x="76882" y="3007063"/>
              <a:ext cx="422886" cy="422886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50024411"/>
      </p:ext>
    </p:extLst>
  </p:cSld>
  <p:clrMapOvr>
    <a:masterClrMapping/>
  </p:clrMapOvr>
  <p:transition spd="slow">
    <p:pull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AC3CD-91CD-300B-1AED-7A287A6F8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DA623730-44A2-7876-7832-2E4BB653C4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Communication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6CF76C83-9628-82EB-EEC2-12037642C09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1" y="987574"/>
            <a:ext cx="4619956" cy="3481387"/>
          </a:xfrm>
        </p:spPr>
        <p:txBody>
          <a:bodyPr/>
          <a:lstStyle/>
          <a:p>
            <a:r>
              <a:rPr lang="en-US" sz="1800" dirty="0"/>
              <a:t>Fragment </a:t>
            </a:r>
            <a:r>
              <a:rPr lang="en-US" sz="1800" dirty="0">
                <a:sym typeface="Wingdings" panose="05000000000000000000" pitchFamily="2" charset="2"/>
              </a:rPr>
              <a:t> Activity</a:t>
            </a:r>
          </a:p>
          <a:p>
            <a:pPr lvl="1"/>
            <a:r>
              <a:rPr lang="en-US" sz="1800" dirty="0">
                <a:sym typeface="Wingdings" panose="05000000000000000000" pitchFamily="2" charset="2"/>
              </a:rPr>
              <a:t>Notify Activity of something interesting happening in Fragment</a:t>
            </a:r>
          </a:p>
          <a:p>
            <a:pPr lvl="1"/>
            <a:r>
              <a:rPr lang="en-US" sz="1800" dirty="0">
                <a:sym typeface="Wingdings" panose="05000000000000000000" pitchFamily="2" charset="2"/>
              </a:rPr>
              <a:t>Define interface that Activity implements, i.e., listeners (from last semester)</a:t>
            </a:r>
          </a:p>
          <a:p>
            <a:pPr lvl="1"/>
            <a:r>
              <a:rPr lang="en-US" sz="1800" dirty="0">
                <a:sym typeface="Wingdings" panose="05000000000000000000" pitchFamily="2" charset="2"/>
              </a:rPr>
              <a:t>Call interface method(s) when something occurred, i.e., notify listeners when something interesting happens</a:t>
            </a:r>
          </a:p>
          <a:p>
            <a:pPr lvl="1"/>
            <a:r>
              <a:rPr lang="en-US" sz="1800" dirty="0">
                <a:sym typeface="Wingdings" panose="05000000000000000000" pitchFamily="2" charset="2"/>
              </a:rPr>
              <a:t>See </a:t>
            </a:r>
            <a:r>
              <a:rPr lang="en-US" sz="1800" dirty="0">
                <a:solidFill>
                  <a:srgbClr val="FEC000"/>
                </a:solidFill>
                <a:sym typeface="Wingdings" panose="05000000000000000000" pitchFamily="2" charset="2"/>
              </a:rPr>
              <a:t>(3)</a:t>
            </a:r>
            <a:r>
              <a:rPr lang="en-US" sz="1800" dirty="0">
                <a:sym typeface="Wingdings" panose="05000000000000000000" pitchFamily="2" charset="2"/>
              </a:rPr>
              <a:t> in class example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47200E3-BC27-4555-A09E-D18A79010CA8}"/>
              </a:ext>
            </a:extLst>
          </p:cNvPr>
          <p:cNvSpPr/>
          <p:nvPr/>
        </p:nvSpPr>
        <p:spPr>
          <a:xfrm>
            <a:off x="107504" y="1356776"/>
            <a:ext cx="422886" cy="422886"/>
          </a:xfrm>
          <a:prstGeom prst="ellipse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b="1" dirty="0">
                <a:solidFill>
                  <a:schemeClr val="bg1"/>
                </a:solidFill>
              </a:rPr>
              <a:t>2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A5E14CA-269D-44E8-B94E-F4C26C70DEAE}"/>
              </a:ext>
            </a:extLst>
          </p:cNvPr>
          <p:cNvGrpSpPr/>
          <p:nvPr/>
        </p:nvGrpSpPr>
        <p:grpSpPr>
          <a:xfrm>
            <a:off x="5575641" y="334921"/>
            <a:ext cx="2660821" cy="3527599"/>
            <a:chOff x="626076" y="1456293"/>
            <a:chExt cx="2660821" cy="3527599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3735B13-7764-4477-9C23-0851B69B9B4C}"/>
                </a:ext>
              </a:extLst>
            </p:cNvPr>
            <p:cNvGrpSpPr/>
            <p:nvPr/>
          </p:nvGrpSpPr>
          <p:grpSpPr>
            <a:xfrm>
              <a:off x="626076" y="1456293"/>
              <a:ext cx="2323070" cy="3527599"/>
              <a:chOff x="626076" y="1456293"/>
              <a:chExt cx="2323070" cy="3527599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D18BC804-333C-4D91-AF02-9B18E3B7B5CC}"/>
                  </a:ext>
                </a:extLst>
              </p:cNvPr>
              <p:cNvSpPr/>
              <p:nvPr/>
            </p:nvSpPr>
            <p:spPr>
              <a:xfrm>
                <a:off x="626076" y="1825625"/>
                <a:ext cx="2323070" cy="3158267"/>
              </a:xfrm>
              <a:prstGeom prst="rect">
                <a:avLst/>
              </a:prstGeom>
              <a:solidFill>
                <a:srgbClr val="00206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ZA" dirty="0"/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BD5DE0C-B767-4776-A3AC-50A25FCBBC8F}"/>
                  </a:ext>
                </a:extLst>
              </p:cNvPr>
              <p:cNvSpPr txBox="1"/>
              <p:nvPr/>
            </p:nvSpPr>
            <p:spPr>
              <a:xfrm>
                <a:off x="626076" y="1456293"/>
                <a:ext cx="20957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 b="1" dirty="0"/>
                  <a:t>Activity (container)</a:t>
                </a:r>
              </a:p>
            </p:txBody>
          </p: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9FC033A-71B1-4521-8565-CAABDD52DB65}"/>
                </a:ext>
              </a:extLst>
            </p:cNvPr>
            <p:cNvSpPr txBox="1"/>
            <p:nvPr/>
          </p:nvSpPr>
          <p:spPr>
            <a:xfrm>
              <a:off x="1155867" y="2715823"/>
              <a:ext cx="1263487" cy="369332"/>
            </a:xfrm>
            <a:prstGeom prst="rect">
              <a:avLst/>
            </a:prstGeom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n-ZA" b="1" dirty="0" err="1"/>
                <a:t>Fragment</a:t>
              </a:r>
              <a:r>
                <a:rPr lang="en-ZA" b="1" baseline="-25000" dirty="0" err="1"/>
                <a:t>A</a:t>
              </a:r>
              <a:endParaRPr lang="en-ZA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156DF7A-1CB7-4C6E-9B72-6BA7D79176F2}"/>
                </a:ext>
              </a:extLst>
            </p:cNvPr>
            <p:cNvSpPr txBox="1"/>
            <p:nvPr/>
          </p:nvSpPr>
          <p:spPr>
            <a:xfrm>
              <a:off x="1155866" y="4001294"/>
              <a:ext cx="1263487" cy="369332"/>
            </a:xfrm>
            <a:prstGeom prst="rect">
              <a:avLst/>
            </a:prstGeom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n-ZA" b="1" dirty="0" err="1"/>
                <a:t>Fragment</a:t>
              </a:r>
              <a:r>
                <a:rPr lang="en-ZA" b="1" baseline="-25000" dirty="0" err="1"/>
                <a:t>B</a:t>
              </a:r>
              <a:endParaRPr lang="en-ZA" b="1" dirty="0"/>
            </a:p>
          </p:txBody>
        </p:sp>
        <p:sp>
          <p:nvSpPr>
            <p:cNvPr id="28" name="Freeform 9">
              <a:extLst>
                <a:ext uri="{FF2B5EF4-FFF2-40B4-BE49-F238E27FC236}">
                  <a16:creationId xmlns:a16="http://schemas.microsoft.com/office/drawing/2014/main" id="{47C8D675-3059-4101-AB63-AE2D0D3C0D68}"/>
                </a:ext>
              </a:extLst>
            </p:cNvPr>
            <p:cNvSpPr/>
            <p:nvPr/>
          </p:nvSpPr>
          <p:spPr>
            <a:xfrm>
              <a:off x="2430162" y="2199503"/>
              <a:ext cx="856735" cy="700216"/>
            </a:xfrm>
            <a:custGeom>
              <a:avLst/>
              <a:gdLst>
                <a:gd name="connsiteX0" fmla="*/ 0 w 856735"/>
                <a:gd name="connsiteY0" fmla="*/ 700216 h 700216"/>
                <a:gd name="connsiteX1" fmla="*/ 856735 w 856735"/>
                <a:gd name="connsiteY1" fmla="*/ 700216 h 700216"/>
                <a:gd name="connsiteX2" fmla="*/ 856735 w 856735"/>
                <a:gd name="connsiteY2" fmla="*/ 0 h 700216"/>
                <a:gd name="connsiteX3" fmla="*/ 535460 w 856735"/>
                <a:gd name="connsiteY3" fmla="*/ 0 h 7002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6735" h="700216">
                  <a:moveTo>
                    <a:pt x="0" y="700216"/>
                  </a:moveTo>
                  <a:lnTo>
                    <a:pt x="856735" y="700216"/>
                  </a:lnTo>
                  <a:lnTo>
                    <a:pt x="856735" y="0"/>
                  </a:lnTo>
                  <a:lnTo>
                    <a:pt x="535460" y="0"/>
                  </a:lnTo>
                </a:path>
              </a:pathLst>
            </a:custGeom>
            <a:ln w="76200">
              <a:solidFill>
                <a:schemeClr val="accent5">
                  <a:lumMod val="50000"/>
                </a:schemeClr>
              </a:solidFill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17C8F6AE-5D15-4214-8EC5-7E091EBC939C}"/>
                </a:ext>
              </a:extLst>
            </p:cNvPr>
            <p:cNvSpPr/>
            <p:nvPr/>
          </p:nvSpPr>
          <p:spPr>
            <a:xfrm>
              <a:off x="2679150" y="2662269"/>
              <a:ext cx="422886" cy="422886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26197930"/>
      </p:ext>
    </p:extLst>
  </p:cSld>
  <p:clrMapOvr>
    <a:masterClrMapping/>
  </p:clrMapOvr>
  <p:transition spd="slow">
    <p:pull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AC3CD-91CD-300B-1AED-7A287A6F8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76E49635-0495-4E99-B7EB-005657CCA6BF}"/>
              </a:ext>
            </a:extLst>
          </p:cNvPr>
          <p:cNvSpPr/>
          <p:nvPr/>
        </p:nvSpPr>
        <p:spPr>
          <a:xfrm>
            <a:off x="-6910" y="4371950"/>
            <a:ext cx="5456243" cy="771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0482" name="Title 1">
            <a:extLst>
              <a:ext uri="{FF2B5EF4-FFF2-40B4-BE49-F238E27FC236}">
                <a16:creationId xmlns:a16="http://schemas.microsoft.com/office/drawing/2014/main" id="{DA623730-44A2-7876-7832-2E4BB653C4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Communication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6CF76C83-9628-82EB-EEC2-12037642C09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1" y="987574"/>
            <a:ext cx="4619956" cy="3481387"/>
          </a:xfrm>
        </p:spPr>
        <p:txBody>
          <a:bodyPr/>
          <a:lstStyle/>
          <a:p>
            <a:r>
              <a:rPr lang="en-US" sz="1800" dirty="0"/>
              <a:t>Fragment </a:t>
            </a:r>
            <a:r>
              <a:rPr lang="en-US" sz="1800" dirty="0">
                <a:sym typeface="Wingdings" panose="05000000000000000000" pitchFamily="2" charset="2"/>
              </a:rPr>
              <a:t> Activity</a:t>
            </a:r>
          </a:p>
          <a:p>
            <a:pPr lvl="1"/>
            <a:r>
              <a:rPr lang="en-US" sz="1800" dirty="0">
                <a:sym typeface="Wingdings" panose="05000000000000000000" pitchFamily="2" charset="2"/>
              </a:rPr>
              <a:t>Each Fragment has communication interfaces (for callbacks) as needed</a:t>
            </a:r>
          </a:p>
          <a:p>
            <a:pPr lvl="2"/>
            <a:r>
              <a:rPr lang="en-US" sz="1800" dirty="0">
                <a:sym typeface="Wingdings" panose="05000000000000000000" pitchFamily="2" charset="2"/>
              </a:rPr>
              <a:t>i.e., have each fragment listen to the other fragment</a:t>
            </a:r>
          </a:p>
          <a:p>
            <a:pPr lvl="1"/>
            <a:r>
              <a:rPr lang="en-US" sz="1800" dirty="0">
                <a:sym typeface="Wingdings" panose="05000000000000000000" pitchFamily="2" charset="2"/>
              </a:rPr>
              <a:t>Initial linking between fragments done by Activity</a:t>
            </a:r>
          </a:p>
          <a:p>
            <a:pPr lvl="1"/>
            <a:r>
              <a:rPr lang="en-US" sz="1800" dirty="0">
                <a:sym typeface="Wingdings" panose="05000000000000000000" pitchFamily="2" charset="2"/>
              </a:rPr>
              <a:t>Alternatively, Activity acts as intermediary between Fragments</a:t>
            </a:r>
          </a:p>
          <a:p>
            <a:r>
              <a:rPr lang="en-US" sz="1800" dirty="0">
                <a:sym typeface="Wingdings" panose="05000000000000000000" pitchFamily="2" charset="2"/>
              </a:rPr>
              <a:t>Could use publish-subscribe pattern*</a:t>
            </a:r>
          </a:p>
          <a:p>
            <a:pPr lvl="1"/>
            <a:r>
              <a:rPr lang="en-US" sz="1800" dirty="0">
                <a:sym typeface="Wingdings" panose="05000000000000000000" pitchFamily="2" charset="2"/>
              </a:rPr>
              <a:t>No references required between Activity &amp; Fragments (de-coupled)</a:t>
            </a:r>
          </a:p>
          <a:p>
            <a:r>
              <a:rPr lang="en-US" sz="1800" dirty="0">
                <a:sym typeface="Wingdings" panose="05000000000000000000" pitchFamily="2" charset="2"/>
              </a:rPr>
              <a:t>Could use </a:t>
            </a:r>
            <a:r>
              <a:rPr lang="en-US" sz="1800" dirty="0" err="1">
                <a:sym typeface="Wingdings" panose="05000000000000000000" pitchFamily="2" charset="2"/>
              </a:rPr>
              <a:t>ViewModel</a:t>
            </a:r>
            <a:endParaRPr lang="en-US" sz="1800" dirty="0">
              <a:sym typeface="Wingdings" panose="05000000000000000000" pitchFamily="2" charset="2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3E2156A-7857-4AA3-ABE3-606C5C9CAC31}"/>
              </a:ext>
            </a:extLst>
          </p:cNvPr>
          <p:cNvGrpSpPr/>
          <p:nvPr/>
        </p:nvGrpSpPr>
        <p:grpSpPr>
          <a:xfrm>
            <a:off x="5575641" y="334921"/>
            <a:ext cx="2323070" cy="3527599"/>
            <a:chOff x="626076" y="1456293"/>
            <a:chExt cx="2323070" cy="3527599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844E3BB8-7423-41DF-84D7-0F8C7A9848C4}"/>
                </a:ext>
              </a:extLst>
            </p:cNvPr>
            <p:cNvGrpSpPr/>
            <p:nvPr/>
          </p:nvGrpSpPr>
          <p:grpSpPr>
            <a:xfrm>
              <a:off x="626076" y="1456293"/>
              <a:ext cx="2323070" cy="3527599"/>
              <a:chOff x="626076" y="1456293"/>
              <a:chExt cx="2323070" cy="3527599"/>
            </a:xfrm>
          </p:grpSpPr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30ACACEF-F812-4250-8990-5C2BD7BF663D}"/>
                  </a:ext>
                </a:extLst>
              </p:cNvPr>
              <p:cNvSpPr/>
              <p:nvPr/>
            </p:nvSpPr>
            <p:spPr>
              <a:xfrm>
                <a:off x="626076" y="1825625"/>
                <a:ext cx="2323070" cy="3158267"/>
              </a:xfrm>
              <a:prstGeom prst="rect">
                <a:avLst/>
              </a:prstGeom>
              <a:solidFill>
                <a:srgbClr val="00206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ZA" dirty="0"/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CEB9CCC-59FD-4396-A03D-834A63C11502}"/>
                  </a:ext>
                </a:extLst>
              </p:cNvPr>
              <p:cNvSpPr txBox="1"/>
              <p:nvPr/>
            </p:nvSpPr>
            <p:spPr>
              <a:xfrm>
                <a:off x="626076" y="1456293"/>
                <a:ext cx="20957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 b="1" dirty="0"/>
                  <a:t>Activity (container)</a:t>
                </a:r>
              </a:p>
            </p:txBody>
          </p:sp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657F09D-2D37-4611-B946-453F06013688}"/>
                </a:ext>
              </a:extLst>
            </p:cNvPr>
            <p:cNvSpPr txBox="1"/>
            <p:nvPr/>
          </p:nvSpPr>
          <p:spPr>
            <a:xfrm>
              <a:off x="1155867" y="2715823"/>
              <a:ext cx="1263487" cy="369332"/>
            </a:xfrm>
            <a:prstGeom prst="rect">
              <a:avLst/>
            </a:prstGeom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n-ZA" b="1" dirty="0" err="1"/>
                <a:t>Fragment</a:t>
              </a:r>
              <a:r>
                <a:rPr lang="en-ZA" b="1" baseline="-25000" dirty="0" err="1"/>
                <a:t>A</a:t>
              </a:r>
              <a:endParaRPr lang="en-ZA" b="1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D62151D-DA88-4256-8DB5-A3751099563B}"/>
                </a:ext>
              </a:extLst>
            </p:cNvPr>
            <p:cNvSpPr txBox="1"/>
            <p:nvPr/>
          </p:nvSpPr>
          <p:spPr>
            <a:xfrm>
              <a:off x="1155866" y="4001294"/>
              <a:ext cx="1263487" cy="369332"/>
            </a:xfrm>
            <a:prstGeom prst="rect">
              <a:avLst/>
            </a:prstGeom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n-ZA" b="1" dirty="0" err="1"/>
                <a:t>Fragment</a:t>
              </a:r>
              <a:r>
                <a:rPr lang="en-ZA" b="1" baseline="-25000" dirty="0" err="1"/>
                <a:t>B</a:t>
              </a:r>
              <a:endParaRPr lang="en-ZA" b="1" dirty="0"/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70A5F3CC-FE84-48D6-8EED-5800AED668A9}"/>
                </a:ext>
              </a:extLst>
            </p:cNvPr>
            <p:cNvCxnSpPr>
              <a:cxnSpLocks/>
              <a:stCxn id="27" idx="2"/>
              <a:endCxn id="28" idx="0"/>
            </p:cNvCxnSpPr>
            <p:nvPr/>
          </p:nvCxnSpPr>
          <p:spPr>
            <a:xfrm flipH="1">
              <a:off x="1787610" y="3085155"/>
              <a:ext cx="1" cy="916139"/>
            </a:xfrm>
            <a:prstGeom prst="straightConnector1">
              <a:avLst/>
            </a:prstGeom>
            <a:ln w="76200">
              <a:solidFill>
                <a:schemeClr val="accent5">
                  <a:lumMod val="50000"/>
                </a:schemeClr>
              </a:solidFill>
              <a:headEnd type="triangle"/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C2FC47CC-12D4-4F82-B94D-827FF0F88DBE}"/>
                </a:ext>
              </a:extLst>
            </p:cNvPr>
            <p:cNvSpPr/>
            <p:nvPr/>
          </p:nvSpPr>
          <p:spPr>
            <a:xfrm>
              <a:off x="1894426" y="3331781"/>
              <a:ext cx="422886" cy="422886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CB7548A-225F-4A7D-A0A1-73E922EBABE8}"/>
              </a:ext>
            </a:extLst>
          </p:cNvPr>
          <p:cNvGrpSpPr/>
          <p:nvPr/>
        </p:nvGrpSpPr>
        <p:grpSpPr>
          <a:xfrm>
            <a:off x="3059832" y="4594787"/>
            <a:ext cx="1314598" cy="422886"/>
            <a:chOff x="3352899" y="5754856"/>
            <a:chExt cx="1314598" cy="422886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C88DAF42-FBDD-4552-B098-AD4BAD2D2058}"/>
                </a:ext>
              </a:extLst>
            </p:cNvPr>
            <p:cNvSpPr/>
            <p:nvPr/>
          </p:nvSpPr>
          <p:spPr>
            <a:xfrm>
              <a:off x="3352899" y="5754856"/>
              <a:ext cx="422886" cy="422886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b="1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467694A7-6F79-4EE1-8B24-17BA24869971}"/>
                </a:ext>
              </a:extLst>
            </p:cNvPr>
            <p:cNvSpPr/>
            <p:nvPr/>
          </p:nvSpPr>
          <p:spPr>
            <a:xfrm>
              <a:off x="3798755" y="5754856"/>
              <a:ext cx="422886" cy="422886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b="1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31EC8FA9-ADE7-46B7-9FEB-CA49E68F8F2D}"/>
                </a:ext>
              </a:extLst>
            </p:cNvPr>
            <p:cNvSpPr/>
            <p:nvPr/>
          </p:nvSpPr>
          <p:spPr>
            <a:xfrm>
              <a:off x="4244611" y="5754856"/>
              <a:ext cx="422886" cy="422886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sp>
        <p:nvSpPr>
          <p:cNvPr id="42" name="Oval 41">
            <a:extLst>
              <a:ext uri="{FF2B5EF4-FFF2-40B4-BE49-F238E27FC236}">
                <a16:creationId xmlns:a16="http://schemas.microsoft.com/office/drawing/2014/main" id="{2A85FE6A-F7B5-424F-B125-71BCC6FEC05E}"/>
              </a:ext>
            </a:extLst>
          </p:cNvPr>
          <p:cNvSpPr/>
          <p:nvPr/>
        </p:nvSpPr>
        <p:spPr>
          <a:xfrm>
            <a:off x="101600" y="1356776"/>
            <a:ext cx="422886" cy="422886"/>
          </a:xfrm>
          <a:prstGeom prst="ellipse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b="1" dirty="0">
                <a:solidFill>
                  <a:schemeClr val="bg1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78968522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Title 1">
            <a:extLst>
              <a:ext uri="{FF2B5EF4-FFF2-40B4-BE49-F238E27FC236}">
                <a16:creationId xmlns:a16="http://schemas.microsoft.com/office/drawing/2014/main" id="{65BFE1D5-329E-BB29-CE8A-ED38134D0C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Assignments &amp; tasks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562DB8-8D1E-47C9-AAF8-92BA4FC1F5BA}"/>
              </a:ext>
            </a:extLst>
          </p:cNvPr>
          <p:cNvSpPr/>
          <p:nvPr/>
        </p:nvSpPr>
        <p:spPr>
          <a:xfrm>
            <a:off x="755576" y="1491630"/>
            <a:ext cx="3240360" cy="2304256"/>
          </a:xfrm>
          <a:prstGeom prst="rect">
            <a:avLst/>
          </a:prstGeom>
          <a:noFill/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Assignment 2: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Due – 25 August 2026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Peer reviews – that Friday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E37EF9-198E-461B-B235-F32727DB9297}"/>
              </a:ext>
            </a:extLst>
          </p:cNvPr>
          <p:cNvSpPr/>
          <p:nvPr/>
        </p:nvSpPr>
        <p:spPr>
          <a:xfrm>
            <a:off x="5004048" y="1491630"/>
            <a:ext cx="3240360" cy="2304256"/>
          </a:xfrm>
          <a:prstGeom prst="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Module evaluation: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Uploaded to Funda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Due – 27 August 2026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</p:cSld>
  <p:clrMapOvr>
    <a:masterClrMapping/>
  </p:clrMapOvr>
  <p:transition spd="slow">
    <p:pull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FCED2-1A29-5C7B-9125-D2AF7E03E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6843B51-4B40-4BD3-8546-6C233E35CA59}"/>
              </a:ext>
            </a:extLst>
          </p:cNvPr>
          <p:cNvSpPr/>
          <p:nvPr/>
        </p:nvSpPr>
        <p:spPr>
          <a:xfrm>
            <a:off x="2051720" y="1419622"/>
            <a:ext cx="5759450" cy="2016125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600" dirty="0"/>
              <a:t>Questions to the interviewer…</a:t>
            </a:r>
            <a:endParaRPr lang="en-ZA" sz="3600" dirty="0"/>
          </a:p>
        </p:txBody>
      </p:sp>
      <p:pic>
        <p:nvPicPr>
          <p:cNvPr id="8" name="Graphic 3" descr="Lights On with solid fill">
            <a:extLst>
              <a:ext uri="{FF2B5EF4-FFF2-40B4-BE49-F238E27FC236}">
                <a16:creationId xmlns:a16="http://schemas.microsoft.com/office/drawing/2014/main" id="{9F99FAFB-68CE-4004-9303-88D8118DD7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308" y="2010241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8207834"/>
      </p:ext>
    </p:extLst>
  </p:cSld>
  <p:clrMapOvr>
    <a:masterClrMapping/>
  </p:clrMapOvr>
  <p:transition spd="slow">
    <p:pull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19765</TotalTime>
  <Words>2975</Words>
  <Application>Microsoft Office PowerPoint</Application>
  <PresentationFormat>On-screen Show (16:9)</PresentationFormat>
  <Paragraphs>418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2" baseType="lpstr">
      <vt:lpstr>ＭＳ Ｐゴシック</vt:lpstr>
      <vt:lpstr>Aptos</vt:lpstr>
      <vt:lpstr>Arial</vt:lpstr>
      <vt:lpstr>Avenir Black</vt:lpstr>
      <vt:lpstr>Avenir Book</vt:lpstr>
      <vt:lpstr>Avenir LT 45 Book</vt:lpstr>
      <vt:lpstr>Avenir Medium</vt:lpstr>
      <vt:lpstr>Courier New</vt:lpstr>
      <vt:lpstr>Wingdings</vt:lpstr>
      <vt:lpstr>Default Design</vt:lpstr>
      <vt:lpstr>Lecture 5: Fragments</vt:lpstr>
      <vt:lpstr>PowerPoint Presentation</vt:lpstr>
      <vt:lpstr>Class exercise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Why fragments?</vt:lpstr>
      <vt:lpstr>Activity stacks</vt:lpstr>
      <vt:lpstr>Activity states</vt:lpstr>
      <vt:lpstr>Activity states…</vt:lpstr>
      <vt:lpstr>Monitoring Activity state changes</vt:lpstr>
      <vt:lpstr>Fragments</vt:lpstr>
      <vt:lpstr>UI Example</vt:lpstr>
      <vt:lpstr>Fragments</vt:lpstr>
      <vt:lpstr>Fragment states</vt:lpstr>
      <vt:lpstr>Fragment lifecycle</vt:lpstr>
      <vt:lpstr>Monitoring Fragment state changes</vt:lpstr>
      <vt:lpstr>Steps required to include a Fragment</vt:lpstr>
      <vt:lpstr>Steps required to include a Fragment</vt:lpstr>
      <vt:lpstr>PowerPoint Presentation</vt:lpstr>
      <vt:lpstr>PowerPoint Presentation</vt:lpstr>
      <vt:lpstr>Communication</vt:lpstr>
      <vt:lpstr>Communication</vt:lpstr>
      <vt:lpstr>Communication</vt:lpstr>
      <vt:lpstr>Assignments &amp; tasks</vt:lpstr>
      <vt:lpstr>PowerPoint Presentation</vt:lpstr>
      <vt:lpstr>PowerPoint Presentation</vt:lpstr>
    </vt:vector>
  </TitlesOfParts>
  <Company>NMMU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CSchonknecht</dc:creator>
  <cp:lastModifiedBy>Beets, Simone (Dr) (Summerstrand Campus South)</cp:lastModifiedBy>
  <cp:revision>143</cp:revision>
  <dcterms:created xsi:type="dcterms:W3CDTF">2006-12-05T12:30:39Z</dcterms:created>
  <dcterms:modified xsi:type="dcterms:W3CDTF">2026-08-16T21:11:31Z</dcterms:modified>
</cp:coreProperties>
</file>