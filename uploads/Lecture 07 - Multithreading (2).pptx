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notesSlides/notesSlide7.xml" ContentType="application/vnd.openxmlformats-officedocument.presentationml.notesSlide+xml"/>
  <Override PartName="/ppt/tags/tag2.xml" ContentType="application/vnd.openxmlformats-officedocument.presentationml.tags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.xml" ContentType="application/vnd.openxmlformats-officedocument.presentationml.tags+xml"/>
  <Override PartName="/ppt/notesSlides/notesSlide9.xml" ContentType="application/vnd.openxmlformats-officedocument.presentationml.notesSlide+xml"/>
  <Override PartName="/ppt/tags/tag4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5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6.xml" ContentType="application/vnd.openxmlformats-officedocument.presentationml.tags+xml"/>
  <Override PartName="/ppt/notesSlides/notesSlide16.xml" ContentType="application/vnd.openxmlformats-officedocument.presentationml.notesSlide+xml"/>
  <Override PartName="/ppt/tags/tag7.xml" ContentType="application/vnd.openxmlformats-officedocument.presentationml.tags+xml"/>
  <Override PartName="/ppt/notesSlides/notesSlide17.xml" ContentType="application/vnd.openxmlformats-officedocument.presentationml.notesSlide+xml"/>
  <Override PartName="/ppt/tags/tag8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9.xml" ContentType="application/vnd.openxmlformats-officedocument.presentationml.tags+xml"/>
  <Override PartName="/ppt/notesSlides/notesSlide21.xml" ContentType="application/vnd.openxmlformats-officedocument.presentationml.notesSlide+xml"/>
  <Override PartName="/ppt/tags/tag10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11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71" r:id="rId2"/>
    <p:sldId id="453" r:id="rId3"/>
    <p:sldId id="485" r:id="rId4"/>
    <p:sldId id="464" r:id="rId5"/>
    <p:sldId id="434" r:id="rId6"/>
    <p:sldId id="478" r:id="rId7"/>
    <p:sldId id="413" r:id="rId8"/>
    <p:sldId id="461" r:id="rId9"/>
    <p:sldId id="462" r:id="rId10"/>
    <p:sldId id="463" r:id="rId11"/>
    <p:sldId id="411" r:id="rId12"/>
    <p:sldId id="465" r:id="rId13"/>
    <p:sldId id="466" r:id="rId14"/>
    <p:sldId id="467" r:id="rId15"/>
    <p:sldId id="468" r:id="rId16"/>
    <p:sldId id="481" r:id="rId17"/>
    <p:sldId id="482" r:id="rId18"/>
    <p:sldId id="479" r:id="rId19"/>
    <p:sldId id="484" r:id="rId20"/>
    <p:sldId id="471" r:id="rId21"/>
    <p:sldId id="458" r:id="rId22"/>
    <p:sldId id="473" r:id="rId23"/>
    <p:sldId id="474" r:id="rId24"/>
    <p:sldId id="475" r:id="rId25"/>
    <p:sldId id="476" r:id="rId26"/>
    <p:sldId id="483" r:id="rId27"/>
    <p:sldId id="423" r:id="rId28"/>
    <p:sldId id="269" r:id="rId29"/>
  </p:sldIdLst>
  <p:sldSz cx="9144000" cy="5143500" type="screen16x9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C000"/>
    <a:srgbClr val="008000"/>
    <a:srgbClr val="003057"/>
    <a:srgbClr val="FFFFFF"/>
    <a:srgbClr val="001027"/>
    <a:srgbClr val="00CC00"/>
    <a:srgbClr val="9B221F"/>
    <a:srgbClr val="57BCE9"/>
    <a:srgbClr val="F14F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9" autoAdjust="0"/>
    <p:restoredTop sz="70376" autoAdjust="0"/>
  </p:normalViewPr>
  <p:slideViewPr>
    <p:cSldViewPr>
      <p:cViewPr varScale="1">
        <p:scale>
          <a:sx n="103" d="100"/>
          <a:sy n="103" d="100"/>
        </p:scale>
        <p:origin x="1076" y="56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ets, Simone (Dr) (Summerstrand Campus South)" userId="a9ed24f3-f7e1-440a-a32f-a1285e0bd405" providerId="ADAL" clId="{F83932D7-0F9E-47B0-AD9C-92B7CAFD15E6}"/>
    <pc:docChg chg="undo custSel addSld delSld modSld sldOrd">
      <pc:chgData name="Beets, Simone (Dr) (Summerstrand Campus South)" userId="a9ed24f3-f7e1-440a-a32f-a1285e0bd405" providerId="ADAL" clId="{F83932D7-0F9E-47B0-AD9C-92B7CAFD15E6}" dt="2025-09-02T20:27:45.596" v="19003" actId="2696"/>
      <pc:docMkLst>
        <pc:docMk/>
      </pc:docMkLst>
      <pc:sldChg chg="modSp mod modNotesTx">
        <pc:chgData name="Beets, Simone (Dr) (Summerstrand Campus South)" userId="a9ed24f3-f7e1-440a-a32f-a1285e0bd405" providerId="ADAL" clId="{F83932D7-0F9E-47B0-AD9C-92B7CAFD15E6}" dt="2025-09-02T20:23:13.503" v="18769" actId="20577"/>
        <pc:sldMkLst>
          <pc:docMk/>
          <pc:sldMk cId="0" sldId="271"/>
        </pc:sldMkLst>
        <pc:spChg chg="mod">
          <ac:chgData name="Beets, Simone (Dr) (Summerstrand Campus South)" userId="a9ed24f3-f7e1-440a-a32f-a1285e0bd405" providerId="ADAL" clId="{F83932D7-0F9E-47B0-AD9C-92B7CAFD15E6}" dt="2025-08-31T10:47:24.729" v="14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addSp modSp mod ord modAnim modNotes modNotesTx">
        <pc:chgData name="Beets, Simone (Dr) (Summerstrand Campus South)" userId="a9ed24f3-f7e1-440a-a32f-a1285e0bd405" providerId="ADAL" clId="{F83932D7-0F9E-47B0-AD9C-92B7CAFD15E6}" dt="2025-09-02T20:25:17.623" v="18888" actId="20577"/>
        <pc:sldMkLst>
          <pc:docMk/>
          <pc:sldMk cId="76496665" sldId="411"/>
        </pc:sldMkLst>
        <pc:spChg chg="add mod">
          <ac:chgData name="Beets, Simone (Dr) (Summerstrand Campus South)" userId="a9ed24f3-f7e1-440a-a32f-a1285e0bd405" providerId="ADAL" clId="{F83932D7-0F9E-47B0-AD9C-92B7CAFD15E6}" dt="2025-08-31T11:02:56.659" v="1210" actId="1076"/>
          <ac:spMkLst>
            <pc:docMk/>
            <pc:sldMk cId="76496665" sldId="411"/>
            <ac:spMk id="2" creationId="{89CE2D68-A1C5-4DEA-AA11-C42AB12401B7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1:04:09.489" v="1225" actId="1076"/>
          <ac:spMkLst>
            <pc:docMk/>
            <pc:sldMk cId="76496665" sldId="411"/>
            <ac:spMk id="4" creationId="{948B66D7-0497-475A-83D1-B5178AF15C25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1:04:25.039" v="1227" actId="1076"/>
          <ac:spMkLst>
            <pc:docMk/>
            <pc:sldMk cId="76496665" sldId="411"/>
            <ac:spMk id="5" creationId="{A8B7BA6F-3FAF-4322-AA7F-3EF0BC19A6C1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1:03:57.730" v="1224" actId="1076"/>
          <ac:spMkLst>
            <pc:docMk/>
            <pc:sldMk cId="76496665" sldId="411"/>
            <ac:spMk id="6" creationId="{08D25C13-2112-4C11-A40F-6F1BB00EE3AD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1:00:42.775" v="1089" actId="20577"/>
          <ac:spMkLst>
            <pc:docMk/>
            <pc:sldMk cId="76496665" sldId="411"/>
            <ac:spMk id="7" creationId="{26843B51-4B40-4BD3-8546-6C233E35CA59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1:03:51.242" v="1222" actId="1076"/>
          <ac:spMkLst>
            <pc:docMk/>
            <pc:sldMk cId="76496665" sldId="411"/>
            <ac:spMk id="9" creationId="{177C6824-7586-4009-B028-B29E3BC932F8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1:03:19.977" v="1213" actId="1076"/>
          <ac:spMkLst>
            <pc:docMk/>
            <pc:sldMk cId="76496665" sldId="411"/>
            <ac:spMk id="10" creationId="{0E317EC3-BB96-4CD3-AA19-BAFD12AC7064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1:03:32.769" v="1218" actId="1076"/>
          <ac:spMkLst>
            <pc:docMk/>
            <pc:sldMk cId="76496665" sldId="411"/>
            <ac:spMk id="11" creationId="{A2EC0DCB-2BDB-4F45-B1DC-CC1DE7E29F39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1:03:41.929" v="1221" actId="1076"/>
          <ac:spMkLst>
            <pc:docMk/>
            <pc:sldMk cId="76496665" sldId="411"/>
            <ac:spMk id="12" creationId="{7BA91385-1B76-4818-8725-6371A59824D4}"/>
          </ac:spMkLst>
        </pc:spChg>
      </pc:sldChg>
      <pc:sldChg chg="del">
        <pc:chgData name="Beets, Simone (Dr) (Summerstrand Campus South)" userId="a9ed24f3-f7e1-440a-a32f-a1285e0bd405" providerId="ADAL" clId="{F83932D7-0F9E-47B0-AD9C-92B7CAFD15E6}" dt="2025-08-31T12:59:03.521" v="5256" actId="47"/>
        <pc:sldMkLst>
          <pc:docMk/>
          <pc:sldMk cId="1280253110" sldId="412"/>
        </pc:sldMkLst>
      </pc:sldChg>
      <pc:sldChg chg="addSp delSp modSp mod delAnim modAnim modNotesTx">
        <pc:chgData name="Beets, Simone (Dr) (Summerstrand Campus South)" userId="a9ed24f3-f7e1-440a-a32f-a1285e0bd405" providerId="ADAL" clId="{F83932D7-0F9E-47B0-AD9C-92B7CAFD15E6}" dt="2025-09-02T20:24:21.453" v="18827" actId="6549"/>
        <pc:sldMkLst>
          <pc:docMk/>
          <pc:sldMk cId="172338004" sldId="413"/>
        </pc:sldMkLst>
        <pc:spChg chg="add mod">
          <ac:chgData name="Beets, Simone (Dr) (Summerstrand Campus South)" userId="a9ed24f3-f7e1-440a-a32f-a1285e0bd405" providerId="ADAL" clId="{F83932D7-0F9E-47B0-AD9C-92B7CAFD15E6}" dt="2025-08-31T16:36:36.649" v="6346" actId="164"/>
          <ac:spMkLst>
            <pc:docMk/>
            <pc:sldMk cId="172338004" sldId="413"/>
            <ac:spMk id="10" creationId="{79A7E831-C3EF-4F6B-9BC1-F9ED1728CBC2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0:50:14.263" v="348" actId="20577"/>
          <ac:spMkLst>
            <pc:docMk/>
            <pc:sldMk cId="172338004" sldId="413"/>
            <ac:spMk id="20482" creationId="{DA623730-44A2-7876-7832-2E4BB653C41A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6:46:48.917" v="6879" actId="20577"/>
          <ac:spMkLst>
            <pc:docMk/>
            <pc:sldMk cId="172338004" sldId="413"/>
            <ac:spMk id="20483" creationId="{6CF76C83-9628-82EB-EEC2-12037642C096}"/>
          </ac:spMkLst>
        </pc:spChg>
        <pc:grpChg chg="add mod">
          <ac:chgData name="Beets, Simone (Dr) (Summerstrand Campus South)" userId="a9ed24f3-f7e1-440a-a32f-a1285e0bd405" providerId="ADAL" clId="{F83932D7-0F9E-47B0-AD9C-92B7CAFD15E6}" dt="2025-08-31T16:36:36.649" v="6346" actId="164"/>
          <ac:grpSpMkLst>
            <pc:docMk/>
            <pc:sldMk cId="172338004" sldId="413"/>
            <ac:grpSpMk id="12" creationId="{AB40BF9C-2D8B-47D2-BFBD-7D145C54EB86}"/>
          </ac:grpSpMkLst>
        </pc:grpChg>
        <pc:graphicFrameChg chg="del">
          <ac:chgData name="Beets, Simone (Dr) (Summerstrand Campus South)" userId="a9ed24f3-f7e1-440a-a32f-a1285e0bd405" providerId="ADAL" clId="{F83932D7-0F9E-47B0-AD9C-92B7CAFD15E6}" dt="2025-08-31T10:50:20.205" v="350" actId="478"/>
          <ac:graphicFrameMkLst>
            <pc:docMk/>
            <pc:sldMk cId="172338004" sldId="413"/>
            <ac:graphicFrameMk id="4" creationId="{DE0674DF-D430-48FD-BDC6-3A271B739E7D}"/>
          </ac:graphicFrameMkLst>
        </pc:graphicFrameChg>
        <pc:picChg chg="del">
          <ac:chgData name="Beets, Simone (Dr) (Summerstrand Campus South)" userId="a9ed24f3-f7e1-440a-a32f-a1285e0bd405" providerId="ADAL" clId="{F83932D7-0F9E-47B0-AD9C-92B7CAFD15E6}" dt="2025-08-31T10:50:18.222" v="349" actId="478"/>
          <ac:picMkLst>
            <pc:docMk/>
            <pc:sldMk cId="172338004" sldId="413"/>
            <ac:picMk id="7" creationId="{7C491D0F-786C-4499-ADE7-0F7570A1BA57}"/>
          </ac:picMkLst>
        </pc:picChg>
        <pc:picChg chg="del">
          <ac:chgData name="Beets, Simone (Dr) (Summerstrand Campus South)" userId="a9ed24f3-f7e1-440a-a32f-a1285e0bd405" providerId="ADAL" clId="{F83932D7-0F9E-47B0-AD9C-92B7CAFD15E6}" dt="2025-08-31T10:50:18.222" v="349" actId="478"/>
          <ac:picMkLst>
            <pc:docMk/>
            <pc:sldMk cId="172338004" sldId="413"/>
            <ac:picMk id="9" creationId="{8FAE21AB-D4DB-4AE5-8BF5-1F69592BBE13}"/>
          </ac:picMkLst>
        </pc:picChg>
        <pc:picChg chg="del">
          <ac:chgData name="Beets, Simone (Dr) (Summerstrand Campus South)" userId="a9ed24f3-f7e1-440a-a32f-a1285e0bd405" providerId="ADAL" clId="{F83932D7-0F9E-47B0-AD9C-92B7CAFD15E6}" dt="2025-08-31T10:50:18.222" v="349" actId="478"/>
          <ac:picMkLst>
            <pc:docMk/>
            <pc:sldMk cId="172338004" sldId="413"/>
            <ac:picMk id="11" creationId="{279BBEA9-75A1-4A44-9D74-569218DAAEBB}"/>
          </ac:picMkLst>
        </pc:picChg>
        <pc:picChg chg="del">
          <ac:chgData name="Beets, Simone (Dr) (Summerstrand Campus South)" userId="a9ed24f3-f7e1-440a-a32f-a1285e0bd405" providerId="ADAL" clId="{F83932D7-0F9E-47B0-AD9C-92B7CAFD15E6}" dt="2025-08-31T10:50:18.222" v="349" actId="478"/>
          <ac:picMkLst>
            <pc:docMk/>
            <pc:sldMk cId="172338004" sldId="413"/>
            <ac:picMk id="13" creationId="{FBB870F8-F77F-4E83-8E29-F56B8B7794B5}"/>
          </ac:picMkLst>
        </pc:picChg>
        <pc:picChg chg="add del mod">
          <ac:chgData name="Beets, Simone (Dr) (Summerstrand Campus South)" userId="a9ed24f3-f7e1-440a-a32f-a1285e0bd405" providerId="ADAL" clId="{F83932D7-0F9E-47B0-AD9C-92B7CAFD15E6}" dt="2025-08-31T16:40:30.921" v="6432" actId="478"/>
          <ac:picMkLst>
            <pc:docMk/>
            <pc:sldMk cId="172338004" sldId="413"/>
            <ac:picMk id="18" creationId="{B497ECB5-4446-4173-BE1D-BB40BE295F9D}"/>
          </ac:picMkLst>
        </pc:picChg>
        <pc:picChg chg="add mod">
          <ac:chgData name="Beets, Simone (Dr) (Summerstrand Campus South)" userId="a9ed24f3-f7e1-440a-a32f-a1285e0bd405" providerId="ADAL" clId="{F83932D7-0F9E-47B0-AD9C-92B7CAFD15E6}" dt="2025-08-31T16:40:41.710" v="6435" actId="1076"/>
          <ac:picMkLst>
            <pc:docMk/>
            <pc:sldMk cId="172338004" sldId="413"/>
            <ac:picMk id="19" creationId="{A5E0DEB1-8F6C-4A0E-9EC8-95B8226BA786}"/>
          </ac:picMkLst>
        </pc:picChg>
        <pc:picChg chg="add mod">
          <ac:chgData name="Beets, Simone (Dr) (Summerstrand Campus South)" userId="a9ed24f3-f7e1-440a-a32f-a1285e0bd405" providerId="ADAL" clId="{F83932D7-0F9E-47B0-AD9C-92B7CAFD15E6}" dt="2025-08-31T16:40:18.692" v="6429" actId="1076"/>
          <ac:picMkLst>
            <pc:docMk/>
            <pc:sldMk cId="172338004" sldId="413"/>
            <ac:picMk id="21" creationId="{A744D932-0847-4829-BC1C-20858BD321D6}"/>
          </ac:picMkLst>
        </pc:picChg>
        <pc:picChg chg="add del mod">
          <ac:chgData name="Beets, Simone (Dr) (Summerstrand Campus South)" userId="a9ed24f3-f7e1-440a-a32f-a1285e0bd405" providerId="ADAL" clId="{F83932D7-0F9E-47B0-AD9C-92B7CAFD15E6}" dt="2025-08-31T16:40:31.594" v="6433" actId="478"/>
          <ac:picMkLst>
            <pc:docMk/>
            <pc:sldMk cId="172338004" sldId="413"/>
            <ac:picMk id="23" creationId="{C927E572-C8F3-4ACA-8B64-C02F823AF6A8}"/>
          </ac:picMkLst>
        </pc:picChg>
        <pc:cxnChg chg="add del">
          <ac:chgData name="Beets, Simone (Dr) (Summerstrand Campus South)" userId="a9ed24f3-f7e1-440a-a32f-a1285e0bd405" providerId="ADAL" clId="{F83932D7-0F9E-47B0-AD9C-92B7CAFD15E6}" dt="2025-08-31T16:34:06.633" v="6184" actId="478"/>
          <ac:cxnSpMkLst>
            <pc:docMk/>
            <pc:sldMk cId="172338004" sldId="413"/>
            <ac:cxnSpMk id="3" creationId="{A5F7075C-A223-4B8E-8575-1D4B41EB8640}"/>
          </ac:cxnSpMkLst>
        </pc:cxnChg>
        <pc:cxnChg chg="add mod">
          <ac:chgData name="Beets, Simone (Dr) (Summerstrand Campus South)" userId="a9ed24f3-f7e1-440a-a32f-a1285e0bd405" providerId="ADAL" clId="{F83932D7-0F9E-47B0-AD9C-92B7CAFD15E6}" dt="2025-08-31T16:36:36.649" v="6346" actId="164"/>
          <ac:cxnSpMkLst>
            <pc:docMk/>
            <pc:sldMk cId="172338004" sldId="413"/>
            <ac:cxnSpMk id="6" creationId="{B483AF44-BB8B-44D1-89DE-D833B2190C73}"/>
          </ac:cxnSpMkLst>
        </pc:cxnChg>
        <pc:cxnChg chg="add mod">
          <ac:chgData name="Beets, Simone (Dr) (Summerstrand Campus South)" userId="a9ed24f3-f7e1-440a-a32f-a1285e0bd405" providerId="ADAL" clId="{F83932D7-0F9E-47B0-AD9C-92B7CAFD15E6}" dt="2025-08-31T16:36:36.649" v="6346" actId="164"/>
          <ac:cxnSpMkLst>
            <pc:docMk/>
            <pc:sldMk cId="172338004" sldId="413"/>
            <ac:cxnSpMk id="14" creationId="{AFDEF356-1169-4E29-A3D7-BD3C5EA6C342}"/>
          </ac:cxnSpMkLst>
        </pc:cxnChg>
        <pc:cxnChg chg="add mod">
          <ac:chgData name="Beets, Simone (Dr) (Summerstrand Campus South)" userId="a9ed24f3-f7e1-440a-a32f-a1285e0bd405" providerId="ADAL" clId="{F83932D7-0F9E-47B0-AD9C-92B7CAFD15E6}" dt="2025-08-31T16:36:36.649" v="6346" actId="164"/>
          <ac:cxnSpMkLst>
            <pc:docMk/>
            <pc:sldMk cId="172338004" sldId="413"/>
            <ac:cxnSpMk id="15" creationId="{A0C72FC7-5A41-45C0-8C1C-B634EF47BEFF}"/>
          </ac:cxnSpMkLst>
        </pc:cxnChg>
        <pc:cxnChg chg="add mod">
          <ac:chgData name="Beets, Simone (Dr) (Summerstrand Campus South)" userId="a9ed24f3-f7e1-440a-a32f-a1285e0bd405" providerId="ADAL" clId="{F83932D7-0F9E-47B0-AD9C-92B7CAFD15E6}" dt="2025-08-31T16:36:36.649" v="6346" actId="164"/>
          <ac:cxnSpMkLst>
            <pc:docMk/>
            <pc:sldMk cId="172338004" sldId="413"/>
            <ac:cxnSpMk id="16" creationId="{5E3CE2DE-C780-4BF6-A22A-5A496A4E16A0}"/>
          </ac:cxnSpMkLst>
        </pc:cxnChg>
      </pc:sldChg>
      <pc:sldChg chg="addSp delSp modSp mod modAnim modNotesTx">
        <pc:chgData name="Beets, Simone (Dr) (Summerstrand Campus South)" userId="a9ed24f3-f7e1-440a-a32f-a1285e0bd405" providerId="ADAL" clId="{F83932D7-0F9E-47B0-AD9C-92B7CAFD15E6}" dt="2025-09-02T20:23:43.931" v="18786" actId="20577"/>
        <pc:sldMkLst>
          <pc:docMk/>
          <pc:sldMk cId="2659204935" sldId="434"/>
        </pc:sldMkLst>
        <pc:spChg chg="mod">
          <ac:chgData name="Beets, Simone (Dr) (Summerstrand Campus South)" userId="a9ed24f3-f7e1-440a-a32f-a1285e0bd405" providerId="ADAL" clId="{F83932D7-0F9E-47B0-AD9C-92B7CAFD15E6}" dt="2025-08-31T10:47:45.699" v="32" actId="1076"/>
          <ac:spMkLst>
            <pc:docMk/>
            <pc:sldMk cId="2659204935" sldId="434"/>
            <ac:spMk id="6" creationId="{E42391C6-ECE5-EEC5-975A-44F397091D90}"/>
          </ac:spMkLst>
        </pc:spChg>
        <pc:spChg chg="add del mod">
          <ac:chgData name="Beets, Simone (Dr) (Summerstrand Campus South)" userId="a9ed24f3-f7e1-440a-a32f-a1285e0bd405" providerId="ADAL" clId="{F83932D7-0F9E-47B0-AD9C-92B7CAFD15E6}" dt="2025-08-31T10:48:22.296" v="112" actId="478"/>
          <ac:spMkLst>
            <pc:docMk/>
            <pc:sldMk cId="2659204935" sldId="434"/>
            <ac:spMk id="7" creationId="{E20854B3-7FB9-47C9-9AF5-BD33347AF407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0:49:42.192" v="323" actId="114"/>
          <ac:spMkLst>
            <pc:docMk/>
            <pc:sldMk cId="2659204935" sldId="434"/>
            <ac:spMk id="8" creationId="{866ABDAD-B5AD-4A0A-955D-2EA4960DB894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0:49:34.821" v="320" actId="1036"/>
          <ac:spMkLst>
            <pc:docMk/>
            <pc:sldMk cId="2659204935" sldId="434"/>
            <ac:spMk id="9" creationId="{786E3263-0C44-43DC-A19A-EC5FA4A8DAF7}"/>
          </ac:spMkLst>
        </pc:spChg>
      </pc:sldChg>
      <pc:sldChg chg="del">
        <pc:chgData name="Beets, Simone (Dr) (Summerstrand Campus South)" userId="a9ed24f3-f7e1-440a-a32f-a1285e0bd405" providerId="ADAL" clId="{F83932D7-0F9E-47B0-AD9C-92B7CAFD15E6}" dt="2025-08-31T12:59:24.359" v="5276" actId="47"/>
        <pc:sldMkLst>
          <pc:docMk/>
          <pc:sldMk cId="4153995288" sldId="437"/>
        </pc:sldMkLst>
      </pc:sldChg>
      <pc:sldChg chg="del">
        <pc:chgData name="Beets, Simone (Dr) (Summerstrand Campus South)" userId="a9ed24f3-f7e1-440a-a32f-a1285e0bd405" providerId="ADAL" clId="{F83932D7-0F9E-47B0-AD9C-92B7CAFD15E6}" dt="2025-08-31T12:59:23.215" v="5275" actId="47"/>
        <pc:sldMkLst>
          <pc:docMk/>
          <pc:sldMk cId="2202321900" sldId="438"/>
        </pc:sldMkLst>
      </pc:sldChg>
      <pc:sldChg chg="del">
        <pc:chgData name="Beets, Simone (Dr) (Summerstrand Campus South)" userId="a9ed24f3-f7e1-440a-a32f-a1285e0bd405" providerId="ADAL" clId="{F83932D7-0F9E-47B0-AD9C-92B7CAFD15E6}" dt="2025-08-31T12:59:02.119" v="5254" actId="47"/>
        <pc:sldMkLst>
          <pc:docMk/>
          <pc:sldMk cId="1263611826" sldId="439"/>
        </pc:sldMkLst>
      </pc:sldChg>
      <pc:sldChg chg="del">
        <pc:chgData name="Beets, Simone (Dr) (Summerstrand Campus South)" userId="a9ed24f3-f7e1-440a-a32f-a1285e0bd405" providerId="ADAL" clId="{F83932D7-0F9E-47B0-AD9C-92B7CAFD15E6}" dt="2025-08-31T12:59:02.970" v="5255" actId="47"/>
        <pc:sldMkLst>
          <pc:docMk/>
          <pc:sldMk cId="3093089789" sldId="440"/>
        </pc:sldMkLst>
      </pc:sldChg>
      <pc:sldChg chg="del">
        <pc:chgData name="Beets, Simone (Dr) (Summerstrand Campus South)" userId="a9ed24f3-f7e1-440a-a32f-a1285e0bd405" providerId="ADAL" clId="{F83932D7-0F9E-47B0-AD9C-92B7CAFD15E6}" dt="2025-08-31T12:59:04.490" v="5257" actId="47"/>
        <pc:sldMkLst>
          <pc:docMk/>
          <pc:sldMk cId="496205761" sldId="441"/>
        </pc:sldMkLst>
      </pc:sldChg>
      <pc:sldChg chg="del">
        <pc:chgData name="Beets, Simone (Dr) (Summerstrand Campus South)" userId="a9ed24f3-f7e1-440a-a32f-a1285e0bd405" providerId="ADAL" clId="{F83932D7-0F9E-47B0-AD9C-92B7CAFD15E6}" dt="2025-08-31T12:59:04.883" v="5258" actId="47"/>
        <pc:sldMkLst>
          <pc:docMk/>
          <pc:sldMk cId="3419417976" sldId="442"/>
        </pc:sldMkLst>
      </pc:sldChg>
      <pc:sldChg chg="del">
        <pc:chgData name="Beets, Simone (Dr) (Summerstrand Campus South)" userId="a9ed24f3-f7e1-440a-a32f-a1285e0bd405" providerId="ADAL" clId="{F83932D7-0F9E-47B0-AD9C-92B7CAFD15E6}" dt="2025-08-31T12:59:05.619" v="5259" actId="47"/>
        <pc:sldMkLst>
          <pc:docMk/>
          <pc:sldMk cId="2116056907" sldId="443"/>
        </pc:sldMkLst>
      </pc:sldChg>
      <pc:sldChg chg="del">
        <pc:chgData name="Beets, Simone (Dr) (Summerstrand Campus South)" userId="a9ed24f3-f7e1-440a-a32f-a1285e0bd405" providerId="ADAL" clId="{F83932D7-0F9E-47B0-AD9C-92B7CAFD15E6}" dt="2025-08-31T12:59:06.015" v="5260" actId="47"/>
        <pc:sldMkLst>
          <pc:docMk/>
          <pc:sldMk cId="1394833595" sldId="444"/>
        </pc:sldMkLst>
      </pc:sldChg>
      <pc:sldChg chg="del">
        <pc:chgData name="Beets, Simone (Dr) (Summerstrand Campus South)" userId="a9ed24f3-f7e1-440a-a32f-a1285e0bd405" providerId="ADAL" clId="{F83932D7-0F9E-47B0-AD9C-92B7CAFD15E6}" dt="2025-08-31T12:59:06.758" v="5261" actId="47"/>
        <pc:sldMkLst>
          <pc:docMk/>
          <pc:sldMk cId="2823050261" sldId="445"/>
        </pc:sldMkLst>
      </pc:sldChg>
      <pc:sldChg chg="del">
        <pc:chgData name="Beets, Simone (Dr) (Summerstrand Campus South)" userId="a9ed24f3-f7e1-440a-a32f-a1285e0bd405" providerId="ADAL" clId="{F83932D7-0F9E-47B0-AD9C-92B7CAFD15E6}" dt="2025-08-31T12:59:08.720" v="5262" actId="47"/>
        <pc:sldMkLst>
          <pc:docMk/>
          <pc:sldMk cId="3637114205" sldId="446"/>
        </pc:sldMkLst>
      </pc:sldChg>
      <pc:sldChg chg="del">
        <pc:chgData name="Beets, Simone (Dr) (Summerstrand Campus South)" userId="a9ed24f3-f7e1-440a-a32f-a1285e0bd405" providerId="ADAL" clId="{F83932D7-0F9E-47B0-AD9C-92B7CAFD15E6}" dt="2025-08-31T12:59:10.283" v="5263" actId="47"/>
        <pc:sldMkLst>
          <pc:docMk/>
          <pc:sldMk cId="1557185709" sldId="447"/>
        </pc:sldMkLst>
      </pc:sldChg>
      <pc:sldChg chg="del">
        <pc:chgData name="Beets, Simone (Dr) (Summerstrand Campus South)" userId="a9ed24f3-f7e1-440a-a32f-a1285e0bd405" providerId="ADAL" clId="{F83932D7-0F9E-47B0-AD9C-92B7CAFD15E6}" dt="2025-08-31T12:59:11.940" v="5265" actId="47"/>
        <pc:sldMkLst>
          <pc:docMk/>
          <pc:sldMk cId="1523162554" sldId="448"/>
        </pc:sldMkLst>
      </pc:sldChg>
      <pc:sldChg chg="del">
        <pc:chgData name="Beets, Simone (Dr) (Summerstrand Campus South)" userId="a9ed24f3-f7e1-440a-a32f-a1285e0bd405" providerId="ADAL" clId="{F83932D7-0F9E-47B0-AD9C-92B7CAFD15E6}" dt="2025-08-31T12:59:12.456" v="5266" actId="47"/>
        <pc:sldMkLst>
          <pc:docMk/>
          <pc:sldMk cId="1164131278" sldId="449"/>
        </pc:sldMkLst>
      </pc:sldChg>
      <pc:sldChg chg="del">
        <pc:chgData name="Beets, Simone (Dr) (Summerstrand Campus South)" userId="a9ed24f3-f7e1-440a-a32f-a1285e0bd405" providerId="ADAL" clId="{F83932D7-0F9E-47B0-AD9C-92B7CAFD15E6}" dt="2025-08-31T12:59:13.525" v="5267" actId="47"/>
        <pc:sldMkLst>
          <pc:docMk/>
          <pc:sldMk cId="1651573721" sldId="450"/>
        </pc:sldMkLst>
      </pc:sldChg>
      <pc:sldChg chg="del">
        <pc:chgData name="Beets, Simone (Dr) (Summerstrand Campus South)" userId="a9ed24f3-f7e1-440a-a32f-a1285e0bd405" providerId="ADAL" clId="{F83932D7-0F9E-47B0-AD9C-92B7CAFD15E6}" dt="2025-08-31T12:59:13.881" v="5268" actId="47"/>
        <pc:sldMkLst>
          <pc:docMk/>
          <pc:sldMk cId="3696067296" sldId="451"/>
        </pc:sldMkLst>
      </pc:sldChg>
      <pc:sldChg chg="del">
        <pc:chgData name="Beets, Simone (Dr) (Summerstrand Campus South)" userId="a9ed24f3-f7e1-440a-a32f-a1285e0bd405" providerId="ADAL" clId="{F83932D7-0F9E-47B0-AD9C-92B7CAFD15E6}" dt="2025-08-31T12:59:15.040" v="5269" actId="47"/>
        <pc:sldMkLst>
          <pc:docMk/>
          <pc:sldMk cId="2207467844" sldId="452"/>
        </pc:sldMkLst>
      </pc:sldChg>
      <pc:sldChg chg="addSp delSp modSp mod ord modNotes modNotesTx">
        <pc:chgData name="Beets, Simone (Dr) (Summerstrand Campus South)" userId="a9ed24f3-f7e1-440a-a32f-a1285e0bd405" providerId="ADAL" clId="{F83932D7-0F9E-47B0-AD9C-92B7CAFD15E6}" dt="2025-08-31T19:17:16.921" v="18523"/>
        <pc:sldMkLst>
          <pc:docMk/>
          <pc:sldMk cId="1523816438" sldId="453"/>
        </pc:sldMkLst>
        <pc:spChg chg="mod">
          <ac:chgData name="Beets, Simone (Dr) (Summerstrand Campus South)" userId="a9ed24f3-f7e1-440a-a32f-a1285e0bd405" providerId="ADAL" clId="{F83932D7-0F9E-47B0-AD9C-92B7CAFD15E6}" dt="2025-08-31T19:11:14.360" v="18482" actId="207"/>
          <ac:spMkLst>
            <pc:docMk/>
            <pc:sldMk cId="1523816438" sldId="453"/>
            <ac:spMk id="2" creationId="{8E5BD929-AC5E-B0D4-78FE-51F61EEF425B}"/>
          </ac:spMkLst>
        </pc:spChg>
        <pc:spChg chg="add del mod">
          <ac:chgData name="Beets, Simone (Dr) (Summerstrand Campus South)" userId="a9ed24f3-f7e1-440a-a32f-a1285e0bd405" providerId="ADAL" clId="{F83932D7-0F9E-47B0-AD9C-92B7CAFD15E6}" dt="2025-08-31T18:59:41.497" v="17998" actId="478"/>
          <ac:spMkLst>
            <pc:docMk/>
            <pc:sldMk cId="1523816438" sldId="453"/>
            <ac:spMk id="3" creationId="{C1E4F269-57B9-4E47-AF3F-4A2E46E164F6}"/>
          </ac:spMkLst>
        </pc:spChg>
        <pc:spChg chg="del mod">
          <ac:chgData name="Beets, Simone (Dr) (Summerstrand Campus South)" userId="a9ed24f3-f7e1-440a-a32f-a1285e0bd405" providerId="ADAL" clId="{F83932D7-0F9E-47B0-AD9C-92B7CAFD15E6}" dt="2025-08-31T18:59:40.157" v="17997" actId="478"/>
          <ac:spMkLst>
            <pc:docMk/>
            <pc:sldMk cId="1523816438" sldId="453"/>
            <ac:spMk id="5" creationId="{538F6761-4827-40D5-828F-B55C3130A61F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9:17:00.342" v="18521" actId="14100"/>
          <ac:spMkLst>
            <pc:docMk/>
            <pc:sldMk cId="1523816438" sldId="453"/>
            <ac:spMk id="6" creationId="{E42391C6-ECE5-EEC5-975A-44F397091D90}"/>
          </ac:spMkLst>
        </pc:spChg>
        <pc:picChg chg="add mod">
          <ac:chgData name="Beets, Simone (Dr) (Summerstrand Campus South)" userId="a9ed24f3-f7e1-440a-a32f-a1285e0bd405" providerId="ADAL" clId="{F83932D7-0F9E-47B0-AD9C-92B7CAFD15E6}" dt="2025-08-31T19:17:04.662" v="18522" actId="1076"/>
          <ac:picMkLst>
            <pc:docMk/>
            <pc:sldMk cId="1523816438" sldId="453"/>
            <ac:picMk id="7" creationId="{2008B6EB-11E4-4E67-8B41-2BE23B55FB72}"/>
          </ac:picMkLst>
        </pc:picChg>
      </pc:sldChg>
      <pc:sldChg chg="del">
        <pc:chgData name="Beets, Simone (Dr) (Summerstrand Campus South)" userId="a9ed24f3-f7e1-440a-a32f-a1285e0bd405" providerId="ADAL" clId="{F83932D7-0F9E-47B0-AD9C-92B7CAFD15E6}" dt="2025-08-31T12:59:17.355" v="5271" actId="47"/>
        <pc:sldMkLst>
          <pc:docMk/>
          <pc:sldMk cId="3030827167" sldId="454"/>
        </pc:sldMkLst>
      </pc:sldChg>
      <pc:sldChg chg="del">
        <pc:chgData name="Beets, Simone (Dr) (Summerstrand Campus South)" userId="a9ed24f3-f7e1-440a-a32f-a1285e0bd405" providerId="ADAL" clId="{F83932D7-0F9E-47B0-AD9C-92B7CAFD15E6}" dt="2025-08-31T12:59:17.917" v="5272" actId="47"/>
        <pc:sldMkLst>
          <pc:docMk/>
          <pc:sldMk cId="511860994" sldId="455"/>
        </pc:sldMkLst>
      </pc:sldChg>
      <pc:sldChg chg="del">
        <pc:chgData name="Beets, Simone (Dr) (Summerstrand Campus South)" userId="a9ed24f3-f7e1-440a-a32f-a1285e0bd405" providerId="ADAL" clId="{F83932D7-0F9E-47B0-AD9C-92B7CAFD15E6}" dt="2025-08-31T12:59:18.794" v="5273" actId="47"/>
        <pc:sldMkLst>
          <pc:docMk/>
          <pc:sldMk cId="470283771" sldId="456"/>
        </pc:sldMkLst>
      </pc:sldChg>
      <pc:sldChg chg="del">
        <pc:chgData name="Beets, Simone (Dr) (Summerstrand Campus South)" userId="a9ed24f3-f7e1-440a-a32f-a1285e0bd405" providerId="ADAL" clId="{F83932D7-0F9E-47B0-AD9C-92B7CAFD15E6}" dt="2025-08-31T12:59:19.140" v="5274" actId="47"/>
        <pc:sldMkLst>
          <pc:docMk/>
          <pc:sldMk cId="2455139630" sldId="457"/>
        </pc:sldMkLst>
      </pc:sldChg>
      <pc:sldChg chg="addSp delSp modSp mod delAnim modAnim modNotes modNotesTx">
        <pc:chgData name="Beets, Simone (Dr) (Summerstrand Campus South)" userId="a9ed24f3-f7e1-440a-a32f-a1285e0bd405" providerId="ADAL" clId="{F83932D7-0F9E-47B0-AD9C-92B7CAFD15E6}" dt="2025-09-02T20:26:58.551" v="18989" actId="20577"/>
        <pc:sldMkLst>
          <pc:docMk/>
          <pc:sldMk cId="2823660570" sldId="458"/>
        </pc:sldMkLst>
        <pc:spChg chg="add mod">
          <ac:chgData name="Beets, Simone (Dr) (Summerstrand Campus South)" userId="a9ed24f3-f7e1-440a-a32f-a1285e0bd405" providerId="ADAL" clId="{F83932D7-0F9E-47B0-AD9C-92B7CAFD15E6}" dt="2025-09-01T05:34:17.115" v="18579" actId="1076"/>
          <ac:spMkLst>
            <pc:docMk/>
            <pc:sldMk cId="2823660570" sldId="458"/>
            <ac:spMk id="2" creationId="{050B08C3-D7EE-4949-B97A-1FBB67C4481A}"/>
          </ac:spMkLst>
        </pc:spChg>
        <pc:spChg chg="del">
          <ac:chgData name="Beets, Simone (Dr) (Summerstrand Campus South)" userId="a9ed24f3-f7e1-440a-a32f-a1285e0bd405" providerId="ADAL" clId="{F83932D7-0F9E-47B0-AD9C-92B7CAFD15E6}" dt="2025-08-31T12:40:38.271" v="3072" actId="478"/>
          <ac:spMkLst>
            <pc:docMk/>
            <pc:sldMk cId="2823660570" sldId="458"/>
            <ac:spMk id="2" creationId="{8FBC6B55-F4D8-48BB-987C-64D231AC0736}"/>
          </ac:spMkLst>
        </pc:spChg>
        <pc:spChg chg="del">
          <ac:chgData name="Beets, Simone (Dr) (Summerstrand Campus South)" userId="a9ed24f3-f7e1-440a-a32f-a1285e0bd405" providerId="ADAL" clId="{F83932D7-0F9E-47B0-AD9C-92B7CAFD15E6}" dt="2025-08-31T12:40:39.072" v="3073" actId="478"/>
          <ac:spMkLst>
            <pc:docMk/>
            <pc:sldMk cId="2823660570" sldId="458"/>
            <ac:spMk id="6" creationId="{B6C82F01-7BE9-4F1C-A35D-446BB3DA4688}"/>
          </ac:spMkLst>
        </pc:spChg>
        <pc:spChg chg="add mod">
          <ac:chgData name="Beets, Simone (Dr) (Summerstrand Campus South)" userId="a9ed24f3-f7e1-440a-a32f-a1285e0bd405" providerId="ADAL" clId="{F83932D7-0F9E-47B0-AD9C-92B7CAFD15E6}" dt="2025-09-01T05:33:06.327" v="18559" actId="14100"/>
          <ac:spMkLst>
            <pc:docMk/>
            <pc:sldMk cId="2823660570" sldId="458"/>
            <ac:spMk id="7" creationId="{5F55B432-939D-4F3D-BDF5-3642E79A6FFE}"/>
          </ac:spMkLst>
        </pc:spChg>
        <pc:spChg chg="del">
          <ac:chgData name="Beets, Simone (Dr) (Summerstrand Campus South)" userId="a9ed24f3-f7e1-440a-a32f-a1285e0bd405" providerId="ADAL" clId="{F83932D7-0F9E-47B0-AD9C-92B7CAFD15E6}" dt="2025-08-31T12:40:39.973" v="3074" actId="478"/>
          <ac:spMkLst>
            <pc:docMk/>
            <pc:sldMk cId="2823660570" sldId="458"/>
            <ac:spMk id="7" creationId="{69FE1697-205F-49C4-98CD-42965F37F632}"/>
          </ac:spMkLst>
        </pc:spChg>
        <pc:spChg chg="add mod">
          <ac:chgData name="Beets, Simone (Dr) (Summerstrand Campus South)" userId="a9ed24f3-f7e1-440a-a32f-a1285e0bd405" providerId="ADAL" clId="{F83932D7-0F9E-47B0-AD9C-92B7CAFD15E6}" dt="2025-09-01T05:33:20.390" v="18565" actId="14100"/>
          <ac:spMkLst>
            <pc:docMk/>
            <pc:sldMk cId="2823660570" sldId="458"/>
            <ac:spMk id="8" creationId="{5337C37D-42AD-4852-8EF3-0C410B8F131F}"/>
          </ac:spMkLst>
        </pc:spChg>
        <pc:spChg chg="add del mod">
          <ac:chgData name="Beets, Simone (Dr) (Summerstrand Campus South)" userId="a9ed24f3-f7e1-440a-a32f-a1285e0bd405" providerId="ADAL" clId="{F83932D7-0F9E-47B0-AD9C-92B7CAFD15E6}" dt="2025-08-31T11:10:34.767" v="1391" actId="478"/>
          <ac:spMkLst>
            <pc:docMk/>
            <pc:sldMk cId="2823660570" sldId="458"/>
            <ac:spMk id="8" creationId="{AD35B953-6518-4052-8781-39291B7D2A56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2:42:08.152" v="3150" actId="14100"/>
          <ac:spMkLst>
            <pc:docMk/>
            <pc:sldMk cId="2823660570" sldId="458"/>
            <ac:spMk id="10" creationId="{FA6C5728-84E1-491F-BD5D-1F36FDE98B22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2:42:23.561" v="3170" actId="14100"/>
          <ac:spMkLst>
            <pc:docMk/>
            <pc:sldMk cId="2823660570" sldId="458"/>
            <ac:spMk id="11" creationId="{A7A868B4-6415-4773-8A2D-C545ECBA2C4A}"/>
          </ac:spMkLst>
        </pc:spChg>
        <pc:spChg chg="add mod">
          <ac:chgData name="Beets, Simone (Dr) (Summerstrand Campus South)" userId="a9ed24f3-f7e1-440a-a32f-a1285e0bd405" providerId="ADAL" clId="{F83932D7-0F9E-47B0-AD9C-92B7CAFD15E6}" dt="2025-09-01T05:33:27.320" v="18568" actId="14100"/>
          <ac:spMkLst>
            <pc:docMk/>
            <pc:sldMk cId="2823660570" sldId="458"/>
            <ac:spMk id="12" creationId="{9EC9491B-74F8-4658-A74D-40B242006497}"/>
          </ac:spMkLst>
        </pc:spChg>
        <pc:spChg chg="add mod">
          <ac:chgData name="Beets, Simone (Dr) (Summerstrand Campus South)" userId="a9ed24f3-f7e1-440a-a32f-a1285e0bd405" providerId="ADAL" clId="{F83932D7-0F9E-47B0-AD9C-92B7CAFD15E6}" dt="2025-09-01T05:33:42.559" v="18572" actId="1076"/>
          <ac:spMkLst>
            <pc:docMk/>
            <pc:sldMk cId="2823660570" sldId="458"/>
            <ac:spMk id="13" creationId="{C5466618-186A-44FD-9F73-59AB79B05E38}"/>
          </ac:spMkLst>
        </pc:spChg>
        <pc:spChg chg="add mod">
          <ac:chgData name="Beets, Simone (Dr) (Summerstrand Campus South)" userId="a9ed24f3-f7e1-440a-a32f-a1285e0bd405" providerId="ADAL" clId="{F83932D7-0F9E-47B0-AD9C-92B7CAFD15E6}" dt="2025-09-01T05:34:31.919" v="18582" actId="1076"/>
          <ac:spMkLst>
            <pc:docMk/>
            <pc:sldMk cId="2823660570" sldId="458"/>
            <ac:spMk id="14" creationId="{8F63E5B4-7161-413E-B9FF-B8C8692E4058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2:40:28.753" v="3071" actId="20577"/>
          <ac:spMkLst>
            <pc:docMk/>
            <pc:sldMk cId="2823660570" sldId="458"/>
            <ac:spMk id="20482" creationId="{DA623730-44A2-7876-7832-2E4BB653C41A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2:43:00.815" v="3176" actId="14100"/>
          <ac:spMkLst>
            <pc:docMk/>
            <pc:sldMk cId="2823660570" sldId="458"/>
            <ac:spMk id="20483" creationId="{6CF76C83-9628-82EB-EEC2-12037642C096}"/>
          </ac:spMkLst>
        </pc:spChg>
        <pc:picChg chg="add mod">
          <ac:chgData name="Beets, Simone (Dr) (Summerstrand Campus South)" userId="a9ed24f3-f7e1-440a-a32f-a1285e0bd405" providerId="ADAL" clId="{F83932D7-0F9E-47B0-AD9C-92B7CAFD15E6}" dt="2025-09-01T05:33:35.605" v="18571" actId="1076"/>
          <ac:picMkLst>
            <pc:docMk/>
            <pc:sldMk cId="2823660570" sldId="458"/>
            <ac:picMk id="9" creationId="{1EF524C0-3405-4AAA-9910-8F81D7538603}"/>
          </ac:picMkLst>
        </pc:picChg>
      </pc:sldChg>
      <pc:sldChg chg="del">
        <pc:chgData name="Beets, Simone (Dr) (Summerstrand Campus South)" userId="a9ed24f3-f7e1-440a-a32f-a1285e0bd405" providerId="ADAL" clId="{F83932D7-0F9E-47B0-AD9C-92B7CAFD15E6}" dt="2025-08-31T12:59:10.641" v="5264" actId="47"/>
        <pc:sldMkLst>
          <pc:docMk/>
          <pc:sldMk cId="1357145944" sldId="459"/>
        </pc:sldMkLst>
      </pc:sldChg>
      <pc:sldChg chg="modSp add del mod">
        <pc:chgData name="Beets, Simone (Dr) (Summerstrand Campus South)" userId="a9ed24f3-f7e1-440a-a32f-a1285e0bd405" providerId="ADAL" clId="{F83932D7-0F9E-47B0-AD9C-92B7CAFD15E6}" dt="2025-08-31T11:20:56.640" v="2408" actId="47"/>
        <pc:sldMkLst>
          <pc:docMk/>
          <pc:sldMk cId="3663913318" sldId="460"/>
        </pc:sldMkLst>
        <pc:spChg chg="mod">
          <ac:chgData name="Beets, Simone (Dr) (Summerstrand Campus South)" userId="a9ed24f3-f7e1-440a-a32f-a1285e0bd405" providerId="ADAL" clId="{F83932D7-0F9E-47B0-AD9C-92B7CAFD15E6}" dt="2025-08-31T10:52:25.089" v="664" actId="20577"/>
          <ac:spMkLst>
            <pc:docMk/>
            <pc:sldMk cId="3663913318" sldId="460"/>
            <ac:spMk id="20482" creationId="{DA623730-44A2-7876-7832-2E4BB653C41A}"/>
          </ac:spMkLst>
        </pc:spChg>
      </pc:sldChg>
      <pc:sldChg chg="addSp modSp add mod modAnim modNotes modNotesTx">
        <pc:chgData name="Beets, Simone (Dr) (Summerstrand Campus South)" userId="a9ed24f3-f7e1-440a-a32f-a1285e0bd405" providerId="ADAL" clId="{F83932D7-0F9E-47B0-AD9C-92B7CAFD15E6}" dt="2025-09-02T20:24:37.248" v="18848" actId="20577"/>
        <pc:sldMkLst>
          <pc:docMk/>
          <pc:sldMk cId="3230339951" sldId="461"/>
        </pc:sldMkLst>
        <pc:spChg chg="add mod">
          <ac:chgData name="Beets, Simone (Dr) (Summerstrand Campus South)" userId="a9ed24f3-f7e1-440a-a32f-a1285e0bd405" providerId="ADAL" clId="{F83932D7-0F9E-47B0-AD9C-92B7CAFD15E6}" dt="2025-08-31T16:58:47.262" v="7476" actId="14100"/>
          <ac:spMkLst>
            <pc:docMk/>
            <pc:sldMk cId="3230339951" sldId="461"/>
            <ac:spMk id="3" creationId="{62BF6B0E-A1EA-4190-A4B5-79453537B72B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6:56:45.906" v="7344" actId="14100"/>
          <ac:spMkLst>
            <pc:docMk/>
            <pc:sldMk cId="3230339951" sldId="461"/>
            <ac:spMk id="4" creationId="{D1209F9C-6B8D-4D66-A94E-B9C8C968FBD7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0:56:28.022" v="941" actId="20577"/>
          <ac:spMkLst>
            <pc:docMk/>
            <pc:sldMk cId="3230339951" sldId="461"/>
            <ac:spMk id="5" creationId="{1C93DB49-C423-43A9-A27F-CCAFF540644A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6:58:54.639" v="7477" actId="693"/>
          <ac:spMkLst>
            <pc:docMk/>
            <pc:sldMk cId="3230339951" sldId="461"/>
            <ac:spMk id="7" creationId="{EEDBB0C8-08F4-41FB-9C9A-F66A200CFFE5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6:56:30.819" v="7341" actId="207"/>
          <ac:spMkLst>
            <pc:docMk/>
            <pc:sldMk cId="3230339951" sldId="461"/>
            <ac:spMk id="8" creationId="{7705C1D5-FF96-46AD-9B75-EFF8B81DB03B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0:52:51.874" v="666"/>
          <ac:spMkLst>
            <pc:docMk/>
            <pc:sldMk cId="3230339951" sldId="461"/>
            <ac:spMk id="20482" creationId="{DA623730-44A2-7876-7832-2E4BB653C41A}"/>
          </ac:spMkLst>
        </pc:spChg>
        <pc:graphicFrameChg chg="mod modGraphic">
          <ac:chgData name="Beets, Simone (Dr) (Summerstrand Campus South)" userId="a9ed24f3-f7e1-440a-a32f-a1285e0bd405" providerId="ADAL" clId="{F83932D7-0F9E-47B0-AD9C-92B7CAFD15E6}" dt="2025-08-31T16:54:17.905" v="7174" actId="208"/>
          <ac:graphicFrameMkLst>
            <pc:docMk/>
            <pc:sldMk cId="3230339951" sldId="461"/>
            <ac:graphicFrameMk id="2" creationId="{F4256880-C55E-4B42-AF74-731CEDF3135E}"/>
          </ac:graphicFrameMkLst>
        </pc:graphicFrameChg>
      </pc:sldChg>
      <pc:sldChg chg="addSp delSp modSp add mod">
        <pc:chgData name="Beets, Simone (Dr) (Summerstrand Campus South)" userId="a9ed24f3-f7e1-440a-a32f-a1285e0bd405" providerId="ADAL" clId="{F83932D7-0F9E-47B0-AD9C-92B7CAFD15E6}" dt="2025-08-31T13:19:33.301" v="5504" actId="207"/>
        <pc:sldMkLst>
          <pc:docMk/>
          <pc:sldMk cId="2251340281" sldId="462"/>
        </pc:sldMkLst>
        <pc:spChg chg="add del mod">
          <ac:chgData name="Beets, Simone (Dr) (Summerstrand Campus South)" userId="a9ed24f3-f7e1-440a-a32f-a1285e0bd405" providerId="ADAL" clId="{F83932D7-0F9E-47B0-AD9C-92B7CAFD15E6}" dt="2025-08-31T10:58:00.359" v="959" actId="478"/>
          <ac:spMkLst>
            <pc:docMk/>
            <pc:sldMk cId="2251340281" sldId="462"/>
            <ac:spMk id="3" creationId="{FB90DFD5-272A-4F0B-8DCB-344FD520DDD9}"/>
          </ac:spMkLst>
        </pc:spChg>
        <pc:spChg chg="del">
          <ac:chgData name="Beets, Simone (Dr) (Summerstrand Campus South)" userId="a9ed24f3-f7e1-440a-a32f-a1285e0bd405" providerId="ADAL" clId="{F83932D7-0F9E-47B0-AD9C-92B7CAFD15E6}" dt="2025-08-31T10:57:57.953" v="958" actId="478"/>
          <ac:spMkLst>
            <pc:docMk/>
            <pc:sldMk cId="2251340281" sldId="462"/>
            <ac:spMk id="4" creationId="{D1209F9C-6B8D-4D66-A94E-B9C8C968FBD7}"/>
          </ac:spMkLst>
        </pc:spChg>
        <pc:spChg chg="del">
          <ac:chgData name="Beets, Simone (Dr) (Summerstrand Campus South)" userId="a9ed24f3-f7e1-440a-a32f-a1285e0bd405" providerId="ADAL" clId="{F83932D7-0F9E-47B0-AD9C-92B7CAFD15E6}" dt="2025-08-31T10:57:57.953" v="958" actId="478"/>
          <ac:spMkLst>
            <pc:docMk/>
            <pc:sldMk cId="2251340281" sldId="462"/>
            <ac:spMk id="5" creationId="{1C93DB49-C423-43A9-A27F-CCAFF540644A}"/>
          </ac:spMkLst>
        </pc:spChg>
        <pc:spChg chg="add mod ord">
          <ac:chgData name="Beets, Simone (Dr) (Summerstrand Campus South)" userId="a9ed24f3-f7e1-440a-a32f-a1285e0bd405" providerId="ADAL" clId="{F83932D7-0F9E-47B0-AD9C-92B7CAFD15E6}" dt="2025-08-31T13:19:33.301" v="5504" actId="207"/>
          <ac:spMkLst>
            <pc:docMk/>
            <pc:sldMk cId="2251340281" sldId="462"/>
            <ac:spMk id="6" creationId="{45257318-7931-401D-ABA5-9126BC99675F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0:59:19.989" v="1007" actId="207"/>
          <ac:spMkLst>
            <pc:docMk/>
            <pc:sldMk cId="2251340281" sldId="462"/>
            <ac:spMk id="20482" creationId="{DA623730-44A2-7876-7832-2E4BB653C41A}"/>
          </ac:spMkLst>
        </pc:spChg>
        <pc:graphicFrameChg chg="del">
          <ac:chgData name="Beets, Simone (Dr) (Summerstrand Campus South)" userId="a9ed24f3-f7e1-440a-a32f-a1285e0bd405" providerId="ADAL" clId="{F83932D7-0F9E-47B0-AD9C-92B7CAFD15E6}" dt="2025-08-31T10:57:57.953" v="958" actId="478"/>
          <ac:graphicFrameMkLst>
            <pc:docMk/>
            <pc:sldMk cId="2251340281" sldId="462"/>
            <ac:graphicFrameMk id="2" creationId="{F4256880-C55E-4B42-AF74-731CEDF3135E}"/>
          </ac:graphicFrameMkLst>
        </pc:graphicFrameChg>
      </pc:sldChg>
      <pc:sldChg chg="addSp delSp modSp add mod modAnim modNotesTx">
        <pc:chgData name="Beets, Simone (Dr) (Summerstrand Campus South)" userId="a9ed24f3-f7e1-440a-a32f-a1285e0bd405" providerId="ADAL" clId="{F83932D7-0F9E-47B0-AD9C-92B7CAFD15E6}" dt="2025-09-02T20:24:47.351" v="18856" actId="20577"/>
        <pc:sldMkLst>
          <pc:docMk/>
          <pc:sldMk cId="4057006992" sldId="463"/>
        </pc:sldMkLst>
        <pc:spChg chg="add del mod">
          <ac:chgData name="Beets, Simone (Dr) (Summerstrand Campus South)" userId="a9ed24f3-f7e1-440a-a32f-a1285e0bd405" providerId="ADAL" clId="{F83932D7-0F9E-47B0-AD9C-92B7CAFD15E6}" dt="2025-08-31T13:06:51.300" v="5307" actId="478"/>
          <ac:spMkLst>
            <pc:docMk/>
            <pc:sldMk cId="4057006992" sldId="463"/>
            <ac:spMk id="4" creationId="{EC3A9833-D38C-4A4A-A151-8B4079483B91}"/>
          </ac:spMkLst>
        </pc:spChg>
        <pc:spChg chg="del">
          <ac:chgData name="Beets, Simone (Dr) (Summerstrand Campus South)" userId="a9ed24f3-f7e1-440a-a32f-a1285e0bd405" providerId="ADAL" clId="{F83932D7-0F9E-47B0-AD9C-92B7CAFD15E6}" dt="2025-08-31T10:59:29.519" v="1009" actId="478"/>
          <ac:spMkLst>
            <pc:docMk/>
            <pc:sldMk cId="4057006992" sldId="463"/>
            <ac:spMk id="6" creationId="{45257318-7931-401D-ABA5-9126BC99675F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0:59:55.379" v="1037" actId="1035"/>
          <ac:spMkLst>
            <pc:docMk/>
            <pc:sldMk cId="4057006992" sldId="463"/>
            <ac:spMk id="7" creationId="{5A519E41-390B-4D23-892E-B1ED3A88E56F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0:59:55.379" v="1037" actId="1035"/>
          <ac:spMkLst>
            <pc:docMk/>
            <pc:sldMk cId="4057006992" sldId="463"/>
            <ac:spMk id="8" creationId="{89B7F6F0-F7B2-4A5F-98B7-219709D80BD9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0:59:55.379" v="1037" actId="1035"/>
          <ac:spMkLst>
            <pc:docMk/>
            <pc:sldMk cId="4057006992" sldId="463"/>
            <ac:spMk id="10" creationId="{CB8958E2-EAE0-4A8D-884B-818EAADC8DAA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0:59:55.379" v="1037" actId="1035"/>
          <ac:spMkLst>
            <pc:docMk/>
            <pc:sldMk cId="4057006992" sldId="463"/>
            <ac:spMk id="15" creationId="{A0D7924A-25E5-42ED-A3C1-6186F606CD6E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0:59:55.379" v="1037" actId="1035"/>
          <ac:spMkLst>
            <pc:docMk/>
            <pc:sldMk cId="4057006992" sldId="463"/>
            <ac:spMk id="17" creationId="{8636B228-ACD6-4BCA-82AC-B14D9B65A60E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0:59:55.379" v="1037" actId="1035"/>
          <ac:spMkLst>
            <pc:docMk/>
            <pc:sldMk cId="4057006992" sldId="463"/>
            <ac:spMk id="20" creationId="{138329DC-0E09-4713-9E1C-B775293AF85D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0:59:55.379" v="1037" actId="1035"/>
          <ac:spMkLst>
            <pc:docMk/>
            <pc:sldMk cId="4057006992" sldId="463"/>
            <ac:spMk id="23" creationId="{981D238E-CABA-49BC-82B2-62D64B973A76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0:59:55.379" v="1037" actId="1035"/>
          <ac:spMkLst>
            <pc:docMk/>
            <pc:sldMk cId="4057006992" sldId="463"/>
            <ac:spMk id="28" creationId="{D010F6AF-6E27-4286-9E38-C1340BDC071F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3:07:45.051" v="5318" actId="207"/>
          <ac:spMkLst>
            <pc:docMk/>
            <pc:sldMk cId="4057006992" sldId="463"/>
            <ac:spMk id="31" creationId="{AFB9484D-F3F5-491E-BDAD-588677B7FE66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0:59:55.379" v="1037" actId="1035"/>
          <ac:spMkLst>
            <pc:docMk/>
            <pc:sldMk cId="4057006992" sldId="463"/>
            <ac:spMk id="34" creationId="{9AF10881-67C1-48A6-AE7A-906DFE0F8F71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3:07:47.160" v="5319" actId="207"/>
          <ac:spMkLst>
            <pc:docMk/>
            <pc:sldMk cId="4057006992" sldId="463"/>
            <ac:spMk id="36" creationId="{DF3BFC07-FAE4-4E5F-BD78-B5065B99E372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3:07:43.310" v="5317" actId="207"/>
          <ac:spMkLst>
            <pc:docMk/>
            <pc:sldMk cId="4057006992" sldId="463"/>
            <ac:spMk id="37" creationId="{7ACEDD53-629A-4BCF-B3CF-1793A3DCF774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0:59:55.379" v="1037" actId="1035"/>
          <ac:spMkLst>
            <pc:docMk/>
            <pc:sldMk cId="4057006992" sldId="463"/>
            <ac:spMk id="38" creationId="{5E01AC21-013E-4297-AF8F-EE62CFC20171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3:07:54.434" v="5322" actId="208"/>
          <ac:spMkLst>
            <pc:docMk/>
            <pc:sldMk cId="4057006992" sldId="463"/>
            <ac:spMk id="42" creationId="{7EA175A0-69EB-4E63-B1B4-1ECE540D9599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3:07:37.280" v="5316" actId="122"/>
          <ac:spMkLst>
            <pc:docMk/>
            <pc:sldMk cId="4057006992" sldId="463"/>
            <ac:spMk id="43" creationId="{0B8ACCD0-FBA6-4A97-B97B-CCBE56BF81F9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0:59:55.379" v="1037" actId="1035"/>
          <ac:spMkLst>
            <pc:docMk/>
            <pc:sldMk cId="4057006992" sldId="463"/>
            <ac:spMk id="20482" creationId="{DA623730-44A2-7876-7832-2E4BB653C41A}"/>
          </ac:spMkLst>
        </pc:spChg>
        <pc:grpChg chg="add mod">
          <ac:chgData name="Beets, Simone (Dr) (Summerstrand Campus South)" userId="a9ed24f3-f7e1-440a-a32f-a1285e0bd405" providerId="ADAL" clId="{F83932D7-0F9E-47B0-AD9C-92B7CAFD15E6}" dt="2025-08-31T10:59:55.379" v="1037" actId="1035"/>
          <ac:grpSpMkLst>
            <pc:docMk/>
            <pc:sldMk cId="4057006992" sldId="463"/>
            <ac:grpSpMk id="13" creationId="{FF48F285-2A78-4CBB-9621-DBAEBA7D11F1}"/>
          </ac:grpSpMkLst>
        </pc:grpChg>
        <pc:grpChg chg="add mod">
          <ac:chgData name="Beets, Simone (Dr) (Summerstrand Campus South)" userId="a9ed24f3-f7e1-440a-a32f-a1285e0bd405" providerId="ADAL" clId="{F83932D7-0F9E-47B0-AD9C-92B7CAFD15E6}" dt="2025-08-31T10:59:55.379" v="1037" actId="1035"/>
          <ac:grpSpMkLst>
            <pc:docMk/>
            <pc:sldMk cId="4057006992" sldId="463"/>
            <ac:grpSpMk id="21" creationId="{799E6170-F655-4AAF-AA4C-C1936C5503F2}"/>
          </ac:grpSpMkLst>
        </pc:grpChg>
        <pc:grpChg chg="add mod">
          <ac:chgData name="Beets, Simone (Dr) (Summerstrand Campus South)" userId="a9ed24f3-f7e1-440a-a32f-a1285e0bd405" providerId="ADAL" clId="{F83932D7-0F9E-47B0-AD9C-92B7CAFD15E6}" dt="2025-08-31T10:59:55.379" v="1037" actId="1035"/>
          <ac:grpSpMkLst>
            <pc:docMk/>
            <pc:sldMk cId="4057006992" sldId="463"/>
            <ac:grpSpMk id="26" creationId="{F4FDB72D-3753-43B5-B1F1-DF72AC8DA745}"/>
          </ac:grpSpMkLst>
        </pc:grpChg>
        <pc:grpChg chg="add mod">
          <ac:chgData name="Beets, Simone (Dr) (Summerstrand Campus South)" userId="a9ed24f3-f7e1-440a-a32f-a1285e0bd405" providerId="ADAL" clId="{F83932D7-0F9E-47B0-AD9C-92B7CAFD15E6}" dt="2025-08-31T10:59:55.379" v="1037" actId="1035"/>
          <ac:grpSpMkLst>
            <pc:docMk/>
            <pc:sldMk cId="4057006992" sldId="463"/>
            <ac:grpSpMk id="32" creationId="{734F8CC2-68AC-4302-8666-13E6CF8546AF}"/>
          </ac:grpSpMkLst>
        </pc:grpChg>
        <pc:cxnChg chg="add mod">
          <ac:chgData name="Beets, Simone (Dr) (Summerstrand Campus South)" userId="a9ed24f3-f7e1-440a-a32f-a1285e0bd405" providerId="ADAL" clId="{F83932D7-0F9E-47B0-AD9C-92B7CAFD15E6}" dt="2025-08-31T13:07:56.608" v="5323" actId="208"/>
          <ac:cxnSpMkLst>
            <pc:docMk/>
            <pc:sldMk cId="4057006992" sldId="463"/>
            <ac:cxnSpMk id="3" creationId="{09A3E7C6-487A-46F8-8854-BF7BB0EFDB44}"/>
          </ac:cxnSpMkLst>
        </pc:cxnChg>
        <pc:cxnChg chg="add mod">
          <ac:chgData name="Beets, Simone (Dr) (Summerstrand Campus South)" userId="a9ed24f3-f7e1-440a-a32f-a1285e0bd405" providerId="ADAL" clId="{F83932D7-0F9E-47B0-AD9C-92B7CAFD15E6}" dt="2025-08-31T10:59:55.379" v="1037" actId="1035"/>
          <ac:cxnSpMkLst>
            <pc:docMk/>
            <pc:sldMk cId="4057006992" sldId="463"/>
            <ac:cxnSpMk id="5" creationId="{EB7B5F3D-C344-4085-AF14-00CBA1EF0A57}"/>
          </ac:cxnSpMkLst>
        </pc:cxnChg>
        <pc:cxnChg chg="add mod">
          <ac:chgData name="Beets, Simone (Dr) (Summerstrand Campus South)" userId="a9ed24f3-f7e1-440a-a32f-a1285e0bd405" providerId="ADAL" clId="{F83932D7-0F9E-47B0-AD9C-92B7CAFD15E6}" dt="2025-08-31T10:59:55.379" v="1037" actId="1035"/>
          <ac:cxnSpMkLst>
            <pc:docMk/>
            <pc:sldMk cId="4057006992" sldId="463"/>
            <ac:cxnSpMk id="9" creationId="{C7BBF795-46F8-4A29-8692-311105E8A8D8}"/>
          </ac:cxnSpMkLst>
        </pc:cxnChg>
        <pc:cxnChg chg="add mod">
          <ac:chgData name="Beets, Simone (Dr) (Summerstrand Campus South)" userId="a9ed24f3-f7e1-440a-a32f-a1285e0bd405" providerId="ADAL" clId="{F83932D7-0F9E-47B0-AD9C-92B7CAFD15E6}" dt="2025-08-31T10:59:55.379" v="1037" actId="1035"/>
          <ac:cxnSpMkLst>
            <pc:docMk/>
            <pc:sldMk cId="4057006992" sldId="463"/>
            <ac:cxnSpMk id="11" creationId="{A0732E15-4FF4-4B04-85CD-C8E06120FE8D}"/>
          </ac:cxnSpMkLst>
        </pc:cxnChg>
        <pc:cxnChg chg="add mod">
          <ac:chgData name="Beets, Simone (Dr) (Summerstrand Campus South)" userId="a9ed24f3-f7e1-440a-a32f-a1285e0bd405" providerId="ADAL" clId="{F83932D7-0F9E-47B0-AD9C-92B7CAFD15E6}" dt="2025-08-31T10:59:55.379" v="1037" actId="1035"/>
          <ac:cxnSpMkLst>
            <pc:docMk/>
            <pc:sldMk cId="4057006992" sldId="463"/>
            <ac:cxnSpMk id="12" creationId="{65F878B4-E550-491F-9B10-50D092EB41A8}"/>
          </ac:cxnSpMkLst>
        </pc:cxnChg>
        <pc:cxnChg chg="mod">
          <ac:chgData name="Beets, Simone (Dr) (Summerstrand Campus South)" userId="a9ed24f3-f7e1-440a-a32f-a1285e0bd405" providerId="ADAL" clId="{F83932D7-0F9E-47B0-AD9C-92B7CAFD15E6}" dt="2025-08-31T10:59:55.379" v="1037" actId="1035"/>
          <ac:cxnSpMkLst>
            <pc:docMk/>
            <pc:sldMk cId="4057006992" sldId="463"/>
            <ac:cxnSpMk id="14" creationId="{242F87F1-091F-4023-92C8-BB43A41ED2F1}"/>
          </ac:cxnSpMkLst>
        </pc:cxnChg>
        <pc:cxnChg chg="add mod">
          <ac:chgData name="Beets, Simone (Dr) (Summerstrand Campus South)" userId="a9ed24f3-f7e1-440a-a32f-a1285e0bd405" providerId="ADAL" clId="{F83932D7-0F9E-47B0-AD9C-92B7CAFD15E6}" dt="2025-08-31T10:59:55.379" v="1037" actId="1035"/>
          <ac:cxnSpMkLst>
            <pc:docMk/>
            <pc:sldMk cId="4057006992" sldId="463"/>
            <ac:cxnSpMk id="16" creationId="{70BB273C-D86D-4AEC-9108-C76BC044FC15}"/>
          </ac:cxnSpMkLst>
        </pc:cxnChg>
        <pc:cxnChg chg="add mod">
          <ac:chgData name="Beets, Simone (Dr) (Summerstrand Campus South)" userId="a9ed24f3-f7e1-440a-a32f-a1285e0bd405" providerId="ADAL" clId="{F83932D7-0F9E-47B0-AD9C-92B7CAFD15E6}" dt="2025-08-31T10:59:55.379" v="1037" actId="1035"/>
          <ac:cxnSpMkLst>
            <pc:docMk/>
            <pc:sldMk cId="4057006992" sldId="463"/>
            <ac:cxnSpMk id="18" creationId="{BA606381-954A-4A58-BAB3-4F31BCE59C99}"/>
          </ac:cxnSpMkLst>
        </pc:cxnChg>
        <pc:cxnChg chg="add mod">
          <ac:chgData name="Beets, Simone (Dr) (Summerstrand Campus South)" userId="a9ed24f3-f7e1-440a-a32f-a1285e0bd405" providerId="ADAL" clId="{F83932D7-0F9E-47B0-AD9C-92B7CAFD15E6}" dt="2025-08-31T10:59:55.379" v="1037" actId="1035"/>
          <ac:cxnSpMkLst>
            <pc:docMk/>
            <pc:sldMk cId="4057006992" sldId="463"/>
            <ac:cxnSpMk id="19" creationId="{156BF0B7-B670-4DB4-963A-3794A8DE10DF}"/>
          </ac:cxnSpMkLst>
        </pc:cxnChg>
        <pc:cxnChg chg="mod">
          <ac:chgData name="Beets, Simone (Dr) (Summerstrand Campus South)" userId="a9ed24f3-f7e1-440a-a32f-a1285e0bd405" providerId="ADAL" clId="{F83932D7-0F9E-47B0-AD9C-92B7CAFD15E6}" dt="2025-08-31T10:59:55.379" v="1037" actId="1035"/>
          <ac:cxnSpMkLst>
            <pc:docMk/>
            <pc:sldMk cId="4057006992" sldId="463"/>
            <ac:cxnSpMk id="22" creationId="{FFCE4A3D-8E62-4ABC-9776-51CD3FE78C28}"/>
          </ac:cxnSpMkLst>
        </pc:cxnChg>
        <pc:cxnChg chg="add mod">
          <ac:chgData name="Beets, Simone (Dr) (Summerstrand Campus South)" userId="a9ed24f3-f7e1-440a-a32f-a1285e0bd405" providerId="ADAL" clId="{F83932D7-0F9E-47B0-AD9C-92B7CAFD15E6}" dt="2025-08-31T10:59:55.379" v="1037" actId="1035"/>
          <ac:cxnSpMkLst>
            <pc:docMk/>
            <pc:sldMk cId="4057006992" sldId="463"/>
            <ac:cxnSpMk id="24" creationId="{9008BD7C-1524-4539-A4B9-5D3F6F861158}"/>
          </ac:cxnSpMkLst>
        </pc:cxnChg>
        <pc:cxnChg chg="add mod">
          <ac:chgData name="Beets, Simone (Dr) (Summerstrand Campus South)" userId="a9ed24f3-f7e1-440a-a32f-a1285e0bd405" providerId="ADAL" clId="{F83932D7-0F9E-47B0-AD9C-92B7CAFD15E6}" dt="2025-08-31T10:59:55.379" v="1037" actId="1035"/>
          <ac:cxnSpMkLst>
            <pc:docMk/>
            <pc:sldMk cId="4057006992" sldId="463"/>
            <ac:cxnSpMk id="25" creationId="{13FBF9D5-F362-4F9C-9307-B71B8C207115}"/>
          </ac:cxnSpMkLst>
        </pc:cxnChg>
        <pc:cxnChg chg="mod">
          <ac:chgData name="Beets, Simone (Dr) (Summerstrand Campus South)" userId="a9ed24f3-f7e1-440a-a32f-a1285e0bd405" providerId="ADAL" clId="{F83932D7-0F9E-47B0-AD9C-92B7CAFD15E6}" dt="2025-08-31T10:59:55.379" v="1037" actId="1035"/>
          <ac:cxnSpMkLst>
            <pc:docMk/>
            <pc:sldMk cId="4057006992" sldId="463"/>
            <ac:cxnSpMk id="27" creationId="{6EA1DFDF-3737-4C8F-B8DD-3803A647BF71}"/>
          </ac:cxnSpMkLst>
        </pc:cxnChg>
        <pc:cxnChg chg="add mod">
          <ac:chgData name="Beets, Simone (Dr) (Summerstrand Campus South)" userId="a9ed24f3-f7e1-440a-a32f-a1285e0bd405" providerId="ADAL" clId="{F83932D7-0F9E-47B0-AD9C-92B7CAFD15E6}" dt="2025-08-31T10:59:55.379" v="1037" actId="1035"/>
          <ac:cxnSpMkLst>
            <pc:docMk/>
            <pc:sldMk cId="4057006992" sldId="463"/>
            <ac:cxnSpMk id="29" creationId="{2716EE02-7ECF-457C-AA7B-698D14808BE1}"/>
          </ac:cxnSpMkLst>
        </pc:cxnChg>
        <pc:cxnChg chg="add mod">
          <ac:chgData name="Beets, Simone (Dr) (Summerstrand Campus South)" userId="a9ed24f3-f7e1-440a-a32f-a1285e0bd405" providerId="ADAL" clId="{F83932D7-0F9E-47B0-AD9C-92B7CAFD15E6}" dt="2025-08-31T10:59:55.379" v="1037" actId="1035"/>
          <ac:cxnSpMkLst>
            <pc:docMk/>
            <pc:sldMk cId="4057006992" sldId="463"/>
            <ac:cxnSpMk id="30" creationId="{B1E802F6-FEED-4BBA-926F-990E63E5B577}"/>
          </ac:cxnSpMkLst>
        </pc:cxnChg>
        <pc:cxnChg chg="mod">
          <ac:chgData name="Beets, Simone (Dr) (Summerstrand Campus South)" userId="a9ed24f3-f7e1-440a-a32f-a1285e0bd405" providerId="ADAL" clId="{F83932D7-0F9E-47B0-AD9C-92B7CAFD15E6}" dt="2025-08-31T10:59:55.379" v="1037" actId="1035"/>
          <ac:cxnSpMkLst>
            <pc:docMk/>
            <pc:sldMk cId="4057006992" sldId="463"/>
            <ac:cxnSpMk id="33" creationId="{853A889B-695C-4EDF-8C4D-26A10F795CC9}"/>
          </ac:cxnSpMkLst>
        </pc:cxnChg>
        <pc:cxnChg chg="add mod">
          <ac:chgData name="Beets, Simone (Dr) (Summerstrand Campus South)" userId="a9ed24f3-f7e1-440a-a32f-a1285e0bd405" providerId="ADAL" clId="{F83932D7-0F9E-47B0-AD9C-92B7CAFD15E6}" dt="2025-08-31T10:59:55.379" v="1037" actId="1035"/>
          <ac:cxnSpMkLst>
            <pc:docMk/>
            <pc:sldMk cId="4057006992" sldId="463"/>
            <ac:cxnSpMk id="35" creationId="{9513F490-AE11-4053-AB1C-600761F1E33C}"/>
          </ac:cxnSpMkLst>
        </pc:cxnChg>
        <pc:cxnChg chg="add mod">
          <ac:chgData name="Beets, Simone (Dr) (Summerstrand Campus South)" userId="a9ed24f3-f7e1-440a-a32f-a1285e0bd405" providerId="ADAL" clId="{F83932D7-0F9E-47B0-AD9C-92B7CAFD15E6}" dt="2025-08-31T10:59:55.379" v="1037" actId="1035"/>
          <ac:cxnSpMkLst>
            <pc:docMk/>
            <pc:sldMk cId="4057006992" sldId="463"/>
            <ac:cxnSpMk id="39" creationId="{097AB257-6D6C-486E-B20A-1CC625378A68}"/>
          </ac:cxnSpMkLst>
        </pc:cxnChg>
        <pc:cxnChg chg="add mod">
          <ac:chgData name="Beets, Simone (Dr) (Summerstrand Campus South)" userId="a9ed24f3-f7e1-440a-a32f-a1285e0bd405" providerId="ADAL" clId="{F83932D7-0F9E-47B0-AD9C-92B7CAFD15E6}" dt="2025-08-31T10:59:55.379" v="1037" actId="1035"/>
          <ac:cxnSpMkLst>
            <pc:docMk/>
            <pc:sldMk cId="4057006992" sldId="463"/>
            <ac:cxnSpMk id="40" creationId="{9579E8F9-18A9-4D82-92F9-3B336BE099AF}"/>
          </ac:cxnSpMkLst>
        </pc:cxnChg>
        <pc:cxnChg chg="add mod">
          <ac:chgData name="Beets, Simone (Dr) (Summerstrand Campus South)" userId="a9ed24f3-f7e1-440a-a32f-a1285e0bd405" providerId="ADAL" clId="{F83932D7-0F9E-47B0-AD9C-92B7CAFD15E6}" dt="2025-08-31T10:59:55.379" v="1037" actId="1035"/>
          <ac:cxnSpMkLst>
            <pc:docMk/>
            <pc:sldMk cId="4057006992" sldId="463"/>
            <ac:cxnSpMk id="41" creationId="{C2EC71B5-1741-43BC-809B-4C526C3704B0}"/>
          </ac:cxnSpMkLst>
        </pc:cxnChg>
      </pc:sldChg>
      <pc:sldChg chg="addSp modSp add mod ord modNotes modNotesTx">
        <pc:chgData name="Beets, Simone (Dr) (Summerstrand Campus South)" userId="a9ed24f3-f7e1-440a-a32f-a1285e0bd405" providerId="ADAL" clId="{F83932D7-0F9E-47B0-AD9C-92B7CAFD15E6}" dt="2025-09-02T20:23:24.823" v="18779" actId="20577"/>
        <pc:sldMkLst>
          <pc:docMk/>
          <pc:sldMk cId="1960940478" sldId="464"/>
        </pc:sldMkLst>
        <pc:spChg chg="mod">
          <ac:chgData name="Beets, Simone (Dr) (Summerstrand Campus South)" userId="a9ed24f3-f7e1-440a-a32f-a1285e0bd405" providerId="ADAL" clId="{F83932D7-0F9E-47B0-AD9C-92B7CAFD15E6}" dt="2025-08-31T18:13:34.962" v="14826" actId="20577"/>
          <ac:spMkLst>
            <pc:docMk/>
            <pc:sldMk cId="1960940478" sldId="464"/>
            <ac:spMk id="7" creationId="{26843B51-4B40-4BD3-8546-6C233E35CA59}"/>
          </ac:spMkLst>
        </pc:spChg>
        <pc:picChg chg="add mod">
          <ac:chgData name="Beets, Simone (Dr) (Summerstrand Campus South)" userId="a9ed24f3-f7e1-440a-a32f-a1285e0bd405" providerId="ADAL" clId="{F83932D7-0F9E-47B0-AD9C-92B7CAFD15E6}" dt="2025-08-31T19:12:59.024" v="18483"/>
          <ac:picMkLst>
            <pc:docMk/>
            <pc:sldMk cId="1960940478" sldId="464"/>
            <ac:picMk id="4" creationId="{3CC6B2A6-F6D7-4B51-BD1C-A9F4B1DE5D84}"/>
          </ac:picMkLst>
        </pc:picChg>
      </pc:sldChg>
      <pc:sldChg chg="addSp delSp modSp add mod ord delAnim modAnim modNotes modNotesTx">
        <pc:chgData name="Beets, Simone (Dr) (Summerstrand Campus South)" userId="a9ed24f3-f7e1-440a-a32f-a1285e0bd405" providerId="ADAL" clId="{F83932D7-0F9E-47B0-AD9C-92B7CAFD15E6}" dt="2025-08-31T17:13:43.599" v="10203" actId="208"/>
        <pc:sldMkLst>
          <pc:docMk/>
          <pc:sldMk cId="458113487" sldId="465"/>
        </pc:sldMkLst>
        <pc:spChg chg="del">
          <ac:chgData name="Beets, Simone (Dr) (Summerstrand Campus South)" userId="a9ed24f3-f7e1-440a-a32f-a1285e0bd405" providerId="ADAL" clId="{F83932D7-0F9E-47B0-AD9C-92B7CAFD15E6}" dt="2025-08-31T11:06:11.409" v="1299" actId="478"/>
          <ac:spMkLst>
            <pc:docMk/>
            <pc:sldMk cId="458113487" sldId="465"/>
            <ac:spMk id="2" creationId="{8FBC6B55-F4D8-48BB-987C-64D231AC0736}"/>
          </ac:spMkLst>
        </pc:spChg>
        <pc:spChg chg="add del mod">
          <ac:chgData name="Beets, Simone (Dr) (Summerstrand Campus South)" userId="a9ed24f3-f7e1-440a-a32f-a1285e0bd405" providerId="ADAL" clId="{F83932D7-0F9E-47B0-AD9C-92B7CAFD15E6}" dt="2025-08-31T11:06:10.581" v="1298" actId="478"/>
          <ac:spMkLst>
            <pc:docMk/>
            <pc:sldMk cId="458113487" sldId="465"/>
            <ac:spMk id="3" creationId="{24A4ED01-62B0-4FB2-9C14-1A2888197404}"/>
          </ac:spMkLst>
        </pc:spChg>
        <pc:spChg chg="add mod ord">
          <ac:chgData name="Beets, Simone (Dr) (Summerstrand Campus South)" userId="a9ed24f3-f7e1-440a-a32f-a1285e0bd405" providerId="ADAL" clId="{F83932D7-0F9E-47B0-AD9C-92B7CAFD15E6}" dt="2025-08-31T17:13:43.599" v="10203" actId="208"/>
          <ac:spMkLst>
            <pc:docMk/>
            <pc:sldMk cId="458113487" sldId="465"/>
            <ac:spMk id="4" creationId="{C8D536A6-E695-42CB-8700-DE6965CB685D}"/>
          </ac:spMkLst>
        </pc:spChg>
        <pc:spChg chg="del">
          <ac:chgData name="Beets, Simone (Dr) (Summerstrand Campus South)" userId="a9ed24f3-f7e1-440a-a32f-a1285e0bd405" providerId="ADAL" clId="{F83932D7-0F9E-47B0-AD9C-92B7CAFD15E6}" dt="2025-08-31T11:06:12.051" v="1300" actId="478"/>
          <ac:spMkLst>
            <pc:docMk/>
            <pc:sldMk cId="458113487" sldId="465"/>
            <ac:spMk id="6" creationId="{B6C82F01-7BE9-4F1C-A35D-446BB3DA4688}"/>
          </ac:spMkLst>
        </pc:spChg>
        <pc:spChg chg="del mod">
          <ac:chgData name="Beets, Simone (Dr) (Summerstrand Campus South)" userId="a9ed24f3-f7e1-440a-a32f-a1285e0bd405" providerId="ADAL" clId="{F83932D7-0F9E-47B0-AD9C-92B7CAFD15E6}" dt="2025-08-31T11:06:13.699" v="1302" actId="478"/>
          <ac:spMkLst>
            <pc:docMk/>
            <pc:sldMk cId="458113487" sldId="465"/>
            <ac:spMk id="7" creationId="{69FE1697-205F-49C4-98CD-42965F37F632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1:10:12.929" v="1388" actId="1037"/>
          <ac:spMkLst>
            <pc:docMk/>
            <pc:sldMk cId="458113487" sldId="465"/>
            <ac:spMk id="8" creationId="{21A5ECD4-DA7A-455C-8CDC-4F8608B2C4C1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1:10:12.929" v="1388" actId="1037"/>
          <ac:spMkLst>
            <pc:docMk/>
            <pc:sldMk cId="458113487" sldId="465"/>
            <ac:spMk id="9" creationId="{0E333307-E9C6-4E70-BB86-3B9697EFDBEB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1:10:12.929" v="1388" actId="1037"/>
          <ac:spMkLst>
            <pc:docMk/>
            <pc:sldMk cId="458113487" sldId="465"/>
            <ac:spMk id="10" creationId="{FFE59213-E339-4ACE-BFD0-C63D61FE2E2F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1:10:26.259" v="1389" actId="207"/>
          <ac:spMkLst>
            <pc:docMk/>
            <pc:sldMk cId="458113487" sldId="465"/>
            <ac:spMk id="11" creationId="{86B95CA9-ECF3-442A-A53E-A94542A75ECB}"/>
          </ac:spMkLst>
        </pc:spChg>
        <pc:spChg chg="add del mod">
          <ac:chgData name="Beets, Simone (Dr) (Summerstrand Campus South)" userId="a9ed24f3-f7e1-440a-a32f-a1285e0bd405" providerId="ADAL" clId="{F83932D7-0F9E-47B0-AD9C-92B7CAFD15E6}" dt="2025-08-31T11:10:03.873" v="1378" actId="478"/>
          <ac:spMkLst>
            <pc:docMk/>
            <pc:sldMk cId="458113487" sldId="465"/>
            <ac:spMk id="12" creationId="{9D677707-5C6D-4F9D-A658-FEAB76776650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1:10:59.423" v="1432" actId="113"/>
          <ac:spMkLst>
            <pc:docMk/>
            <pc:sldMk cId="458113487" sldId="465"/>
            <ac:spMk id="13" creationId="{995156CD-F124-4658-8C6A-66913C9D7CD3}"/>
          </ac:spMkLst>
        </pc:spChg>
        <pc:spChg chg="add del mod">
          <ac:chgData name="Beets, Simone (Dr) (Summerstrand Campus South)" userId="a9ed24f3-f7e1-440a-a32f-a1285e0bd405" providerId="ADAL" clId="{F83932D7-0F9E-47B0-AD9C-92B7CAFD15E6}" dt="2025-08-31T11:11:03.359" v="1435" actId="478"/>
          <ac:spMkLst>
            <pc:docMk/>
            <pc:sldMk cId="458113487" sldId="465"/>
            <ac:spMk id="14" creationId="{6B795A42-31D1-43E7-B21C-B6F8D8472DB7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1:11:18.287" v="1460" actId="20577"/>
          <ac:spMkLst>
            <pc:docMk/>
            <pc:sldMk cId="458113487" sldId="465"/>
            <ac:spMk id="15" creationId="{3BA2F353-0507-4417-A35B-459E9D7EDFCB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1:11:36.699" v="1513" actId="20577"/>
          <ac:spMkLst>
            <pc:docMk/>
            <pc:sldMk cId="458113487" sldId="465"/>
            <ac:spMk id="16" creationId="{D5F5ABD1-4121-4368-B0EB-1B3190C8A6D4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1:11:56.989" v="1557" actId="20577"/>
          <ac:spMkLst>
            <pc:docMk/>
            <pc:sldMk cId="458113487" sldId="465"/>
            <ac:spMk id="17" creationId="{CF4490E4-AD54-4478-B97F-7401C948F2AE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1:06:22.529" v="1304" actId="14100"/>
          <ac:spMkLst>
            <pc:docMk/>
            <pc:sldMk cId="458113487" sldId="465"/>
            <ac:spMk id="20482" creationId="{DA623730-44A2-7876-7832-2E4BB653C41A}"/>
          </ac:spMkLst>
        </pc:spChg>
        <pc:spChg chg="del">
          <ac:chgData name="Beets, Simone (Dr) (Summerstrand Campus South)" userId="a9ed24f3-f7e1-440a-a32f-a1285e0bd405" providerId="ADAL" clId="{F83932D7-0F9E-47B0-AD9C-92B7CAFD15E6}" dt="2025-08-31T11:06:07.334" v="1297" actId="478"/>
          <ac:spMkLst>
            <pc:docMk/>
            <pc:sldMk cId="458113487" sldId="465"/>
            <ac:spMk id="20483" creationId="{6CF76C83-9628-82EB-EEC2-12037642C096}"/>
          </ac:spMkLst>
        </pc:spChg>
      </pc:sldChg>
      <pc:sldChg chg="addSp delSp modSp add mod ord modAnim modNotes modNotesTx">
        <pc:chgData name="Beets, Simone (Dr) (Summerstrand Campus South)" userId="a9ed24f3-f7e1-440a-a32f-a1285e0bd405" providerId="ADAL" clId="{F83932D7-0F9E-47B0-AD9C-92B7CAFD15E6}" dt="2025-09-02T20:25:38.615" v="18902" actId="20577"/>
        <pc:sldMkLst>
          <pc:docMk/>
          <pc:sldMk cId="3690649883" sldId="466"/>
        </pc:sldMkLst>
        <pc:spChg chg="add del mod">
          <ac:chgData name="Beets, Simone (Dr) (Summerstrand Campus South)" userId="a9ed24f3-f7e1-440a-a32f-a1285e0bd405" providerId="ADAL" clId="{F83932D7-0F9E-47B0-AD9C-92B7CAFD15E6}" dt="2025-08-31T11:15:18.249" v="1639" actId="478"/>
          <ac:spMkLst>
            <pc:docMk/>
            <pc:sldMk cId="3690649883" sldId="466"/>
            <ac:spMk id="3" creationId="{1FE47B73-35FB-48F2-8ECA-4CAD33F4B4B9}"/>
          </ac:spMkLst>
        </pc:spChg>
        <pc:spChg chg="del">
          <ac:chgData name="Beets, Simone (Dr) (Summerstrand Campus South)" userId="a9ed24f3-f7e1-440a-a32f-a1285e0bd405" providerId="ADAL" clId="{F83932D7-0F9E-47B0-AD9C-92B7CAFD15E6}" dt="2025-08-31T11:15:05.019" v="1636" actId="478"/>
          <ac:spMkLst>
            <pc:docMk/>
            <pc:sldMk cId="3690649883" sldId="466"/>
            <ac:spMk id="5" creationId="{538F6761-4827-40D5-828F-B55C3130A61F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1:14:48.771" v="1634" actId="1076"/>
          <ac:spMkLst>
            <pc:docMk/>
            <pc:sldMk cId="3690649883" sldId="466"/>
            <ac:spMk id="6" creationId="{E42391C6-ECE5-EEC5-975A-44F397091D90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7:15:47.438" v="10446" actId="20577"/>
          <ac:spMkLst>
            <pc:docMk/>
            <pc:sldMk cId="3690649883" sldId="466"/>
            <ac:spMk id="7" creationId="{C12DA4F7-CAC0-4970-A046-2B9070B43BC1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6:06:26.988" v="5597" actId="1076"/>
          <ac:spMkLst>
            <pc:docMk/>
            <pc:sldMk cId="3690649883" sldId="466"/>
            <ac:spMk id="8" creationId="{AE301EB6-95DE-4998-8841-2843415CA00F}"/>
          </ac:spMkLst>
        </pc:spChg>
      </pc:sldChg>
      <pc:sldChg chg="addSp delSp modSp add mod ord modAnim modNotesTx">
        <pc:chgData name="Beets, Simone (Dr) (Summerstrand Campus South)" userId="a9ed24f3-f7e1-440a-a32f-a1285e0bd405" providerId="ADAL" clId="{F83932D7-0F9E-47B0-AD9C-92B7CAFD15E6}" dt="2025-09-02T20:26:04.574" v="18935" actId="15"/>
        <pc:sldMkLst>
          <pc:docMk/>
          <pc:sldMk cId="3311103727" sldId="467"/>
        </pc:sldMkLst>
        <pc:spChg chg="add del mod">
          <ac:chgData name="Beets, Simone (Dr) (Summerstrand Campus South)" userId="a9ed24f3-f7e1-440a-a32f-a1285e0bd405" providerId="ADAL" clId="{F83932D7-0F9E-47B0-AD9C-92B7CAFD15E6}" dt="2025-08-31T11:18:07.223" v="2011" actId="478"/>
          <ac:spMkLst>
            <pc:docMk/>
            <pc:sldMk cId="3311103727" sldId="467"/>
            <ac:spMk id="3" creationId="{D57ACEF0-1E0A-4BB1-AB03-A0674D1BF4F3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1:17:57.169" v="2009" actId="20577"/>
          <ac:spMkLst>
            <pc:docMk/>
            <pc:sldMk cId="3311103727" sldId="467"/>
            <ac:spMk id="6" creationId="{E42391C6-ECE5-EEC5-975A-44F397091D90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3:01:59.324" v="5278" actId="20577"/>
          <ac:spMkLst>
            <pc:docMk/>
            <pc:sldMk cId="3311103727" sldId="467"/>
            <ac:spMk id="7" creationId="{44379347-3B83-45A7-8E9B-94A467CF225B}"/>
          </ac:spMkLst>
        </pc:spChg>
        <pc:spChg chg="del">
          <ac:chgData name="Beets, Simone (Dr) (Summerstrand Campus South)" userId="a9ed24f3-f7e1-440a-a32f-a1285e0bd405" providerId="ADAL" clId="{F83932D7-0F9E-47B0-AD9C-92B7CAFD15E6}" dt="2025-08-31T11:18:05.370" v="2010" actId="478"/>
          <ac:spMkLst>
            <pc:docMk/>
            <pc:sldMk cId="3311103727" sldId="467"/>
            <ac:spMk id="8" creationId="{866ABDAD-B5AD-4A0A-955D-2EA4960DB894}"/>
          </ac:spMkLst>
        </pc:spChg>
        <pc:spChg chg="del">
          <ac:chgData name="Beets, Simone (Dr) (Summerstrand Campus South)" userId="a9ed24f3-f7e1-440a-a32f-a1285e0bd405" providerId="ADAL" clId="{F83932D7-0F9E-47B0-AD9C-92B7CAFD15E6}" dt="2025-08-31T11:18:08.189" v="2012" actId="478"/>
          <ac:spMkLst>
            <pc:docMk/>
            <pc:sldMk cId="3311103727" sldId="467"/>
            <ac:spMk id="9" creationId="{786E3263-0C44-43DC-A19A-EC5FA4A8DAF7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8:35:48.668" v="17160" actId="115"/>
          <ac:spMkLst>
            <pc:docMk/>
            <pc:sldMk cId="3311103727" sldId="467"/>
            <ac:spMk id="10" creationId="{E8ED272C-C8E5-4C84-B484-1BF2B7FFFA40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1:20:25.450" v="2407" actId="20577"/>
          <ac:spMkLst>
            <pc:docMk/>
            <pc:sldMk cId="3311103727" sldId="467"/>
            <ac:spMk id="11" creationId="{EB4EB013-A19B-4243-94DF-9B2CA240CA0F}"/>
          </ac:spMkLst>
        </pc:spChg>
      </pc:sldChg>
      <pc:sldChg chg="addSp modSp add mod ord modAnim modNotes modNotesTx">
        <pc:chgData name="Beets, Simone (Dr) (Summerstrand Campus South)" userId="a9ed24f3-f7e1-440a-a32f-a1285e0bd405" providerId="ADAL" clId="{F83932D7-0F9E-47B0-AD9C-92B7CAFD15E6}" dt="2025-09-02T20:26:17.290" v="18951" actId="20577"/>
        <pc:sldMkLst>
          <pc:docMk/>
          <pc:sldMk cId="1832555524" sldId="468"/>
        </pc:sldMkLst>
        <pc:spChg chg="add mod">
          <ac:chgData name="Beets, Simone (Dr) (Summerstrand Campus South)" userId="a9ed24f3-f7e1-440a-a32f-a1285e0bd405" providerId="ADAL" clId="{F83932D7-0F9E-47B0-AD9C-92B7CAFD15E6}" dt="2025-08-31T11:24:23.559" v="2712" actId="1076"/>
          <ac:spMkLst>
            <pc:docMk/>
            <pc:sldMk cId="1832555524" sldId="468"/>
            <ac:spMk id="5" creationId="{77782900-A2EF-4CAB-B738-9681A41874B2}"/>
          </ac:spMkLst>
        </pc:spChg>
        <pc:spChg chg="mod">
          <ac:chgData name="Beets, Simone (Dr) (Summerstrand Campus South)" userId="a9ed24f3-f7e1-440a-a32f-a1285e0bd405" providerId="ADAL" clId="{F83932D7-0F9E-47B0-AD9C-92B7CAFD15E6}" dt="2025-09-01T05:21:55.842" v="18542" actId="20577"/>
          <ac:spMkLst>
            <pc:docMk/>
            <pc:sldMk cId="1832555524" sldId="468"/>
            <ac:spMk id="6" creationId="{E42391C6-ECE5-EEC5-975A-44F397091D90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3:02:35.520" v="5283" actId="404"/>
          <ac:spMkLst>
            <pc:docMk/>
            <pc:sldMk cId="1832555524" sldId="468"/>
            <ac:spMk id="7" creationId="{C12DA4F7-CAC0-4970-A046-2B9070B43BC1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3:02:52.340" v="5285" actId="20577"/>
          <ac:spMkLst>
            <pc:docMk/>
            <pc:sldMk cId="1832555524" sldId="468"/>
            <ac:spMk id="8" creationId="{4C1CCC7B-D295-4A9A-9866-9045DA822B06}"/>
          </ac:spMkLst>
        </pc:spChg>
      </pc:sldChg>
      <pc:sldChg chg="addSp delSp modSp add del mod ord modAnim modNotesTx">
        <pc:chgData name="Beets, Simone (Dr) (Summerstrand Campus South)" userId="a9ed24f3-f7e1-440a-a32f-a1285e0bd405" providerId="ADAL" clId="{F83932D7-0F9E-47B0-AD9C-92B7CAFD15E6}" dt="2025-08-31T18:54:02.307" v="17936" actId="47"/>
        <pc:sldMkLst>
          <pc:docMk/>
          <pc:sldMk cId="3550077802" sldId="469"/>
        </pc:sldMkLst>
        <pc:spChg chg="add del mod">
          <ac:chgData name="Beets, Simone (Dr) (Summerstrand Campus South)" userId="a9ed24f3-f7e1-440a-a32f-a1285e0bd405" providerId="ADAL" clId="{F83932D7-0F9E-47B0-AD9C-92B7CAFD15E6}" dt="2025-08-31T11:25:05.752" v="2722" actId="478"/>
          <ac:spMkLst>
            <pc:docMk/>
            <pc:sldMk cId="3550077802" sldId="469"/>
            <ac:spMk id="2" creationId="{47637B40-2D4E-40DD-93B5-38BCD587887F}"/>
          </ac:spMkLst>
        </pc:spChg>
        <pc:spChg chg="del">
          <ac:chgData name="Beets, Simone (Dr) (Summerstrand Campus South)" userId="a9ed24f3-f7e1-440a-a32f-a1285e0bd405" providerId="ADAL" clId="{F83932D7-0F9E-47B0-AD9C-92B7CAFD15E6}" dt="2025-08-31T11:25:03.824" v="2721" actId="478"/>
          <ac:spMkLst>
            <pc:docMk/>
            <pc:sldMk cId="3550077802" sldId="469"/>
            <ac:spMk id="4" creationId="{EC3A9833-D38C-4A4A-A151-8B4079483B91}"/>
          </ac:spMkLst>
        </pc:spChg>
        <pc:spChg chg="del">
          <ac:chgData name="Beets, Simone (Dr) (Summerstrand Campus South)" userId="a9ed24f3-f7e1-440a-a32f-a1285e0bd405" providerId="ADAL" clId="{F83932D7-0F9E-47B0-AD9C-92B7CAFD15E6}" dt="2025-08-31T11:25:03.824" v="2721" actId="478"/>
          <ac:spMkLst>
            <pc:docMk/>
            <pc:sldMk cId="3550077802" sldId="469"/>
            <ac:spMk id="7" creationId="{5A519E41-390B-4D23-892E-B1ED3A88E56F}"/>
          </ac:spMkLst>
        </pc:spChg>
        <pc:spChg chg="del">
          <ac:chgData name="Beets, Simone (Dr) (Summerstrand Campus South)" userId="a9ed24f3-f7e1-440a-a32f-a1285e0bd405" providerId="ADAL" clId="{F83932D7-0F9E-47B0-AD9C-92B7CAFD15E6}" dt="2025-08-31T11:25:03.824" v="2721" actId="478"/>
          <ac:spMkLst>
            <pc:docMk/>
            <pc:sldMk cId="3550077802" sldId="469"/>
            <ac:spMk id="8" creationId="{89B7F6F0-F7B2-4A5F-98B7-219709D80BD9}"/>
          </ac:spMkLst>
        </pc:spChg>
        <pc:spChg chg="del">
          <ac:chgData name="Beets, Simone (Dr) (Summerstrand Campus South)" userId="a9ed24f3-f7e1-440a-a32f-a1285e0bd405" providerId="ADAL" clId="{F83932D7-0F9E-47B0-AD9C-92B7CAFD15E6}" dt="2025-08-31T11:25:03.824" v="2721" actId="478"/>
          <ac:spMkLst>
            <pc:docMk/>
            <pc:sldMk cId="3550077802" sldId="469"/>
            <ac:spMk id="10" creationId="{CB8958E2-EAE0-4A8D-884B-818EAADC8DAA}"/>
          </ac:spMkLst>
        </pc:spChg>
        <pc:spChg chg="del">
          <ac:chgData name="Beets, Simone (Dr) (Summerstrand Campus South)" userId="a9ed24f3-f7e1-440a-a32f-a1285e0bd405" providerId="ADAL" clId="{F83932D7-0F9E-47B0-AD9C-92B7CAFD15E6}" dt="2025-08-31T11:25:03.824" v="2721" actId="478"/>
          <ac:spMkLst>
            <pc:docMk/>
            <pc:sldMk cId="3550077802" sldId="469"/>
            <ac:spMk id="17" creationId="{8636B228-ACD6-4BCA-82AC-B14D9B65A60E}"/>
          </ac:spMkLst>
        </pc:spChg>
        <pc:spChg chg="del">
          <ac:chgData name="Beets, Simone (Dr) (Summerstrand Campus South)" userId="a9ed24f3-f7e1-440a-a32f-a1285e0bd405" providerId="ADAL" clId="{F83932D7-0F9E-47B0-AD9C-92B7CAFD15E6}" dt="2025-08-31T11:25:03.824" v="2721" actId="478"/>
          <ac:spMkLst>
            <pc:docMk/>
            <pc:sldMk cId="3550077802" sldId="469"/>
            <ac:spMk id="20" creationId="{138329DC-0E09-4713-9E1C-B775293AF85D}"/>
          </ac:spMkLst>
        </pc:spChg>
        <pc:spChg chg="del">
          <ac:chgData name="Beets, Simone (Dr) (Summerstrand Campus South)" userId="a9ed24f3-f7e1-440a-a32f-a1285e0bd405" providerId="ADAL" clId="{F83932D7-0F9E-47B0-AD9C-92B7CAFD15E6}" dt="2025-08-31T11:25:03.824" v="2721" actId="478"/>
          <ac:spMkLst>
            <pc:docMk/>
            <pc:sldMk cId="3550077802" sldId="469"/>
            <ac:spMk id="31" creationId="{AFB9484D-F3F5-491E-BDAD-588677B7FE66}"/>
          </ac:spMkLst>
        </pc:spChg>
        <pc:spChg chg="del">
          <ac:chgData name="Beets, Simone (Dr) (Summerstrand Campus South)" userId="a9ed24f3-f7e1-440a-a32f-a1285e0bd405" providerId="ADAL" clId="{F83932D7-0F9E-47B0-AD9C-92B7CAFD15E6}" dt="2025-08-31T11:25:03.824" v="2721" actId="478"/>
          <ac:spMkLst>
            <pc:docMk/>
            <pc:sldMk cId="3550077802" sldId="469"/>
            <ac:spMk id="36" creationId="{DF3BFC07-FAE4-4E5F-BD78-B5065B99E372}"/>
          </ac:spMkLst>
        </pc:spChg>
        <pc:spChg chg="del">
          <ac:chgData name="Beets, Simone (Dr) (Summerstrand Campus South)" userId="a9ed24f3-f7e1-440a-a32f-a1285e0bd405" providerId="ADAL" clId="{F83932D7-0F9E-47B0-AD9C-92B7CAFD15E6}" dt="2025-08-31T11:25:03.824" v="2721" actId="478"/>
          <ac:spMkLst>
            <pc:docMk/>
            <pc:sldMk cId="3550077802" sldId="469"/>
            <ac:spMk id="37" creationId="{7ACEDD53-629A-4BCF-B3CF-1793A3DCF774}"/>
          </ac:spMkLst>
        </pc:spChg>
        <pc:spChg chg="del">
          <ac:chgData name="Beets, Simone (Dr) (Summerstrand Campus South)" userId="a9ed24f3-f7e1-440a-a32f-a1285e0bd405" providerId="ADAL" clId="{F83932D7-0F9E-47B0-AD9C-92B7CAFD15E6}" dt="2025-08-31T11:25:03.824" v="2721" actId="478"/>
          <ac:spMkLst>
            <pc:docMk/>
            <pc:sldMk cId="3550077802" sldId="469"/>
            <ac:spMk id="38" creationId="{5E01AC21-013E-4297-AF8F-EE62CFC20171}"/>
          </ac:spMkLst>
        </pc:spChg>
        <pc:spChg chg="del">
          <ac:chgData name="Beets, Simone (Dr) (Summerstrand Campus South)" userId="a9ed24f3-f7e1-440a-a32f-a1285e0bd405" providerId="ADAL" clId="{F83932D7-0F9E-47B0-AD9C-92B7CAFD15E6}" dt="2025-08-31T11:25:03.824" v="2721" actId="478"/>
          <ac:spMkLst>
            <pc:docMk/>
            <pc:sldMk cId="3550077802" sldId="469"/>
            <ac:spMk id="42" creationId="{7EA175A0-69EB-4E63-B1B4-1ECE540D9599}"/>
          </ac:spMkLst>
        </pc:spChg>
        <pc:spChg chg="del">
          <ac:chgData name="Beets, Simone (Dr) (Summerstrand Campus South)" userId="a9ed24f3-f7e1-440a-a32f-a1285e0bd405" providerId="ADAL" clId="{F83932D7-0F9E-47B0-AD9C-92B7CAFD15E6}" dt="2025-08-31T11:25:03.824" v="2721" actId="478"/>
          <ac:spMkLst>
            <pc:docMk/>
            <pc:sldMk cId="3550077802" sldId="469"/>
            <ac:spMk id="43" creationId="{0B8ACCD0-FBA6-4A97-B97B-CCBE56BF81F9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3:08:33.981" v="5341" actId="1037"/>
          <ac:spMkLst>
            <pc:docMk/>
            <pc:sldMk cId="3550077802" sldId="469"/>
            <ac:spMk id="45" creationId="{76128041-39AC-4D43-A435-517832E7F134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3:08:33.981" v="5341" actId="1037"/>
          <ac:spMkLst>
            <pc:docMk/>
            <pc:sldMk cId="3550077802" sldId="469"/>
            <ac:spMk id="46" creationId="{B193CEDF-87C0-4B1B-BD6B-5E563108D4FD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3:12:03.810" v="5408" actId="1076"/>
          <ac:spMkLst>
            <pc:docMk/>
            <pc:sldMk cId="3550077802" sldId="469"/>
            <ac:spMk id="49" creationId="{E16DC654-0FA8-408B-BADB-1B466FDBEA32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3:12:55.900" v="5418" actId="14100"/>
          <ac:spMkLst>
            <pc:docMk/>
            <pc:sldMk cId="3550077802" sldId="469"/>
            <ac:spMk id="52" creationId="{9B5CDB19-D1DD-4E51-A18C-C7A6F94FEB8A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3:13:07.800" v="5420" actId="1076"/>
          <ac:spMkLst>
            <pc:docMk/>
            <pc:sldMk cId="3550077802" sldId="469"/>
            <ac:spMk id="55" creationId="{CDBDCE7E-5C48-463C-9861-C38D6E1CF44F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3:17:35.301" v="5488" actId="1076"/>
          <ac:spMkLst>
            <pc:docMk/>
            <pc:sldMk cId="3550077802" sldId="469"/>
            <ac:spMk id="59" creationId="{4316C1D5-7B16-41CB-9811-F8B67807C680}"/>
          </ac:spMkLst>
        </pc:spChg>
        <pc:spChg chg="add del mod">
          <ac:chgData name="Beets, Simone (Dr) (Summerstrand Campus South)" userId="a9ed24f3-f7e1-440a-a32f-a1285e0bd405" providerId="ADAL" clId="{F83932D7-0F9E-47B0-AD9C-92B7CAFD15E6}" dt="2025-08-31T18:38:30.587" v="17162" actId="478"/>
          <ac:spMkLst>
            <pc:docMk/>
            <pc:sldMk cId="3550077802" sldId="469"/>
            <ac:spMk id="60" creationId="{AF261D08-DC83-4953-8C1B-3CBC9AE6F605}"/>
          </ac:spMkLst>
        </pc:spChg>
        <pc:spChg chg="add del mod">
          <ac:chgData name="Beets, Simone (Dr) (Summerstrand Campus South)" userId="a9ed24f3-f7e1-440a-a32f-a1285e0bd405" providerId="ADAL" clId="{F83932D7-0F9E-47B0-AD9C-92B7CAFD15E6}" dt="2025-08-31T13:10:17.006" v="5383" actId="478"/>
          <ac:spMkLst>
            <pc:docMk/>
            <pc:sldMk cId="3550077802" sldId="469"/>
            <ac:spMk id="61" creationId="{704CBCE1-2F31-4A20-9C9C-E3AB54DC1B16}"/>
          </ac:spMkLst>
        </pc:spChg>
        <pc:spChg chg="add del mod">
          <ac:chgData name="Beets, Simone (Dr) (Summerstrand Campus South)" userId="a9ed24f3-f7e1-440a-a32f-a1285e0bd405" providerId="ADAL" clId="{F83932D7-0F9E-47B0-AD9C-92B7CAFD15E6}" dt="2025-08-31T18:38:30.587" v="17162" actId="478"/>
          <ac:spMkLst>
            <pc:docMk/>
            <pc:sldMk cId="3550077802" sldId="469"/>
            <ac:spMk id="62" creationId="{099DBD83-CAA2-48CD-BED5-A091C4EE9A06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3:08:33.981" v="5341" actId="1037"/>
          <ac:spMkLst>
            <pc:docMk/>
            <pc:sldMk cId="3550077802" sldId="469"/>
            <ac:spMk id="64" creationId="{EB5E459F-1531-4A32-9413-D78BA10AAE1F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3:08:33.981" v="5341" actId="1037"/>
          <ac:spMkLst>
            <pc:docMk/>
            <pc:sldMk cId="3550077802" sldId="469"/>
            <ac:spMk id="65" creationId="{B7C29B89-264D-40F2-9500-0C8BBBADC279}"/>
          </ac:spMkLst>
        </pc:spChg>
        <pc:spChg chg="add del mod">
          <ac:chgData name="Beets, Simone (Dr) (Summerstrand Campus South)" userId="a9ed24f3-f7e1-440a-a32f-a1285e0bd405" providerId="ADAL" clId="{F83932D7-0F9E-47B0-AD9C-92B7CAFD15E6}" dt="2025-08-31T18:38:30.587" v="17162" actId="478"/>
          <ac:spMkLst>
            <pc:docMk/>
            <pc:sldMk cId="3550077802" sldId="469"/>
            <ac:spMk id="66" creationId="{BD089692-68EB-452E-9744-9ADA36A98505}"/>
          </ac:spMkLst>
        </pc:spChg>
        <pc:spChg chg="add del mod">
          <ac:chgData name="Beets, Simone (Dr) (Summerstrand Campus South)" userId="a9ed24f3-f7e1-440a-a32f-a1285e0bd405" providerId="ADAL" clId="{F83932D7-0F9E-47B0-AD9C-92B7CAFD15E6}" dt="2025-08-31T18:38:30.587" v="17162" actId="478"/>
          <ac:spMkLst>
            <pc:docMk/>
            <pc:sldMk cId="3550077802" sldId="469"/>
            <ac:spMk id="67" creationId="{94127313-E416-4085-9CDE-1C0C06F7EDB0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3:17:45.320" v="5489" actId="208"/>
          <ac:spMkLst>
            <pc:docMk/>
            <pc:sldMk cId="3550077802" sldId="469"/>
            <ac:spMk id="69" creationId="{E47D4A91-8C0F-4F2A-9C4F-88BBE845A6BD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3:10:08.100" v="5380" actId="1035"/>
          <ac:spMkLst>
            <pc:docMk/>
            <pc:sldMk cId="3550077802" sldId="469"/>
            <ac:spMk id="70" creationId="{1A441E37-5FD1-4CA1-A798-860F04109341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3:21:50.310" v="5509" actId="1076"/>
          <ac:spMkLst>
            <pc:docMk/>
            <pc:sldMk cId="3550077802" sldId="469"/>
            <ac:spMk id="73" creationId="{5F6395B7-3286-41B8-B4CC-4A249B569420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3:15:46.583" v="5451" actId="1076"/>
          <ac:spMkLst>
            <pc:docMk/>
            <pc:sldMk cId="3550077802" sldId="469"/>
            <ac:spMk id="76" creationId="{69CF5888-EE37-4AD2-A9D3-F6D67BC439E1}"/>
          </ac:spMkLst>
        </pc:spChg>
        <pc:spChg chg="add del mod">
          <ac:chgData name="Beets, Simone (Dr) (Summerstrand Campus South)" userId="a9ed24f3-f7e1-440a-a32f-a1285e0bd405" providerId="ADAL" clId="{F83932D7-0F9E-47B0-AD9C-92B7CAFD15E6}" dt="2025-08-31T18:38:33.431" v="17163" actId="478"/>
          <ac:spMkLst>
            <pc:docMk/>
            <pc:sldMk cId="3550077802" sldId="469"/>
            <ac:spMk id="77" creationId="{98814870-6DCA-4FD8-9744-68BE021F625B}"/>
          </ac:spMkLst>
        </pc:spChg>
        <pc:spChg chg="add del mod">
          <ac:chgData name="Beets, Simone (Dr) (Summerstrand Campus South)" userId="a9ed24f3-f7e1-440a-a32f-a1285e0bd405" providerId="ADAL" clId="{F83932D7-0F9E-47B0-AD9C-92B7CAFD15E6}" dt="2025-08-31T18:38:30.587" v="17162" actId="478"/>
          <ac:spMkLst>
            <pc:docMk/>
            <pc:sldMk cId="3550077802" sldId="469"/>
            <ac:spMk id="78" creationId="{1B2A6A98-5462-40D7-99D7-5E08109B54FD}"/>
          </ac:spMkLst>
        </pc:spChg>
        <pc:spChg chg="add del mod">
          <ac:chgData name="Beets, Simone (Dr) (Summerstrand Campus South)" userId="a9ed24f3-f7e1-440a-a32f-a1285e0bd405" providerId="ADAL" clId="{F83932D7-0F9E-47B0-AD9C-92B7CAFD15E6}" dt="2025-08-31T18:38:30.587" v="17162" actId="478"/>
          <ac:spMkLst>
            <pc:docMk/>
            <pc:sldMk cId="3550077802" sldId="469"/>
            <ac:spMk id="79" creationId="{EDAE14D4-E3A1-4F1B-964C-10BF8D2FE8EC}"/>
          </ac:spMkLst>
        </pc:spChg>
        <pc:spChg chg="add del mod">
          <ac:chgData name="Beets, Simone (Dr) (Summerstrand Campus South)" userId="a9ed24f3-f7e1-440a-a32f-a1285e0bd405" providerId="ADAL" clId="{F83932D7-0F9E-47B0-AD9C-92B7CAFD15E6}" dt="2025-08-31T18:38:30.587" v="17162" actId="478"/>
          <ac:spMkLst>
            <pc:docMk/>
            <pc:sldMk cId="3550077802" sldId="469"/>
            <ac:spMk id="80" creationId="{45DE11F1-2B0A-40CB-A8B9-53CF8E98D4AB}"/>
          </ac:spMkLst>
        </pc:spChg>
        <pc:spChg chg="add del mod">
          <ac:chgData name="Beets, Simone (Dr) (Summerstrand Campus South)" userId="a9ed24f3-f7e1-440a-a32f-a1285e0bd405" providerId="ADAL" clId="{F83932D7-0F9E-47B0-AD9C-92B7CAFD15E6}" dt="2025-08-31T18:38:30.587" v="17162" actId="478"/>
          <ac:spMkLst>
            <pc:docMk/>
            <pc:sldMk cId="3550077802" sldId="469"/>
            <ac:spMk id="81" creationId="{E7DF19C8-A2C1-42CF-99AA-3F518879D545}"/>
          </ac:spMkLst>
        </pc:spChg>
        <pc:spChg chg="add del mod">
          <ac:chgData name="Beets, Simone (Dr) (Summerstrand Campus South)" userId="a9ed24f3-f7e1-440a-a32f-a1285e0bd405" providerId="ADAL" clId="{F83932D7-0F9E-47B0-AD9C-92B7CAFD15E6}" dt="2025-08-31T18:38:30.587" v="17162" actId="478"/>
          <ac:spMkLst>
            <pc:docMk/>
            <pc:sldMk cId="3550077802" sldId="469"/>
            <ac:spMk id="82" creationId="{F3AF186D-DFCD-4A29-9651-43C821E2790F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3:08:33.981" v="5341" actId="1037"/>
          <ac:spMkLst>
            <pc:docMk/>
            <pc:sldMk cId="3550077802" sldId="469"/>
            <ac:spMk id="84" creationId="{0EA1C764-9CEF-4B0F-BFE8-A9CCD7F4F100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3:08:33.981" v="5341" actId="1037"/>
          <ac:spMkLst>
            <pc:docMk/>
            <pc:sldMk cId="3550077802" sldId="469"/>
            <ac:spMk id="85" creationId="{BC0E8FD2-006D-46E5-AA44-56EFFA57E78E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3:08:33.981" v="5341" actId="1037"/>
          <ac:spMkLst>
            <pc:docMk/>
            <pc:sldMk cId="3550077802" sldId="469"/>
            <ac:spMk id="87" creationId="{15B6BCEE-7290-42DF-8D6C-668354FE9BA2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3:08:33.981" v="5341" actId="1037"/>
          <ac:spMkLst>
            <pc:docMk/>
            <pc:sldMk cId="3550077802" sldId="469"/>
            <ac:spMk id="88" creationId="{DD85DAD1-EE55-4B23-A10E-11768563B818}"/>
          </ac:spMkLst>
        </pc:spChg>
        <pc:spChg chg="add del mod ord">
          <ac:chgData name="Beets, Simone (Dr) (Summerstrand Campus South)" userId="a9ed24f3-f7e1-440a-a32f-a1285e0bd405" providerId="ADAL" clId="{F83932D7-0F9E-47B0-AD9C-92B7CAFD15E6}" dt="2025-08-31T18:38:30.587" v="17162" actId="478"/>
          <ac:spMkLst>
            <pc:docMk/>
            <pc:sldMk cId="3550077802" sldId="469"/>
            <ac:spMk id="114" creationId="{937756C3-0CA9-43B5-AE9A-E36B6495E5F5}"/>
          </ac:spMkLst>
        </pc:spChg>
        <pc:spChg chg="del mod">
          <ac:chgData name="Beets, Simone (Dr) (Summerstrand Campus South)" userId="a9ed24f3-f7e1-440a-a32f-a1285e0bd405" providerId="ADAL" clId="{F83932D7-0F9E-47B0-AD9C-92B7CAFD15E6}" dt="2025-08-31T13:17:04.750" v="5465" actId="478"/>
          <ac:spMkLst>
            <pc:docMk/>
            <pc:sldMk cId="3550077802" sldId="469"/>
            <ac:spMk id="118" creationId="{D6873110-75DD-491C-B5BD-4373303AB55D}"/>
          </ac:spMkLst>
        </pc:spChg>
        <pc:spChg chg="add del mod">
          <ac:chgData name="Beets, Simone (Dr) (Summerstrand Campus South)" userId="a9ed24f3-f7e1-440a-a32f-a1285e0bd405" providerId="ADAL" clId="{F83932D7-0F9E-47B0-AD9C-92B7CAFD15E6}" dt="2025-08-31T13:21:38.775" v="5506" actId="478"/>
          <ac:spMkLst>
            <pc:docMk/>
            <pc:sldMk cId="3550077802" sldId="469"/>
            <ac:spMk id="119" creationId="{A00366AE-C025-461D-88F7-BD623D61B6B1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8:42:55.007" v="17202" actId="6549"/>
          <ac:spMkLst>
            <pc:docMk/>
            <pc:sldMk cId="3550077802" sldId="469"/>
            <ac:spMk id="121" creationId="{2CD51022-09D2-4F0C-88F2-3D999023AE0E}"/>
          </ac:spMkLst>
        </pc:spChg>
        <pc:spChg chg="del">
          <ac:chgData name="Beets, Simone (Dr) (Summerstrand Campus South)" userId="a9ed24f3-f7e1-440a-a32f-a1285e0bd405" providerId="ADAL" clId="{F83932D7-0F9E-47B0-AD9C-92B7CAFD15E6}" dt="2025-08-31T11:25:03.824" v="2721" actId="478"/>
          <ac:spMkLst>
            <pc:docMk/>
            <pc:sldMk cId="3550077802" sldId="469"/>
            <ac:spMk id="20482" creationId="{DA623730-44A2-7876-7832-2E4BB653C41A}"/>
          </ac:spMkLst>
        </pc:spChg>
        <pc:grpChg chg="del">
          <ac:chgData name="Beets, Simone (Dr) (Summerstrand Campus South)" userId="a9ed24f3-f7e1-440a-a32f-a1285e0bd405" providerId="ADAL" clId="{F83932D7-0F9E-47B0-AD9C-92B7CAFD15E6}" dt="2025-08-31T11:25:03.824" v="2721" actId="478"/>
          <ac:grpSpMkLst>
            <pc:docMk/>
            <pc:sldMk cId="3550077802" sldId="469"/>
            <ac:grpSpMk id="13" creationId="{FF48F285-2A78-4CBB-9621-DBAEBA7D11F1}"/>
          </ac:grpSpMkLst>
        </pc:grpChg>
        <pc:grpChg chg="del">
          <ac:chgData name="Beets, Simone (Dr) (Summerstrand Campus South)" userId="a9ed24f3-f7e1-440a-a32f-a1285e0bd405" providerId="ADAL" clId="{F83932D7-0F9E-47B0-AD9C-92B7CAFD15E6}" dt="2025-08-31T11:25:03.824" v="2721" actId="478"/>
          <ac:grpSpMkLst>
            <pc:docMk/>
            <pc:sldMk cId="3550077802" sldId="469"/>
            <ac:grpSpMk id="21" creationId="{799E6170-F655-4AAF-AA4C-C1936C5503F2}"/>
          </ac:grpSpMkLst>
        </pc:grpChg>
        <pc:grpChg chg="del">
          <ac:chgData name="Beets, Simone (Dr) (Summerstrand Campus South)" userId="a9ed24f3-f7e1-440a-a32f-a1285e0bd405" providerId="ADAL" clId="{F83932D7-0F9E-47B0-AD9C-92B7CAFD15E6}" dt="2025-08-31T11:25:03.824" v="2721" actId="478"/>
          <ac:grpSpMkLst>
            <pc:docMk/>
            <pc:sldMk cId="3550077802" sldId="469"/>
            <ac:grpSpMk id="26" creationId="{F4FDB72D-3753-43B5-B1F1-DF72AC8DA745}"/>
          </ac:grpSpMkLst>
        </pc:grpChg>
        <pc:grpChg chg="del">
          <ac:chgData name="Beets, Simone (Dr) (Summerstrand Campus South)" userId="a9ed24f3-f7e1-440a-a32f-a1285e0bd405" providerId="ADAL" clId="{F83932D7-0F9E-47B0-AD9C-92B7CAFD15E6}" dt="2025-08-31T11:25:03.824" v="2721" actId="478"/>
          <ac:grpSpMkLst>
            <pc:docMk/>
            <pc:sldMk cId="3550077802" sldId="469"/>
            <ac:grpSpMk id="32" creationId="{734F8CC2-68AC-4302-8666-13E6CF8546AF}"/>
          </ac:grpSpMkLst>
        </pc:grpChg>
        <pc:grpChg chg="add del mod">
          <ac:chgData name="Beets, Simone (Dr) (Summerstrand Campus South)" userId="a9ed24f3-f7e1-440a-a32f-a1285e0bd405" providerId="ADAL" clId="{F83932D7-0F9E-47B0-AD9C-92B7CAFD15E6}" dt="2025-08-31T18:38:30.587" v="17162" actId="478"/>
          <ac:grpSpMkLst>
            <pc:docMk/>
            <pc:sldMk cId="3550077802" sldId="469"/>
            <ac:grpSpMk id="44" creationId="{2FEA3D62-A007-4B0E-902D-FC334A2EE5F1}"/>
          </ac:grpSpMkLst>
        </pc:grpChg>
        <pc:grpChg chg="add del mod">
          <ac:chgData name="Beets, Simone (Dr) (Summerstrand Campus South)" userId="a9ed24f3-f7e1-440a-a32f-a1285e0bd405" providerId="ADAL" clId="{F83932D7-0F9E-47B0-AD9C-92B7CAFD15E6}" dt="2025-08-31T18:38:30.587" v="17162" actId="478"/>
          <ac:grpSpMkLst>
            <pc:docMk/>
            <pc:sldMk cId="3550077802" sldId="469"/>
            <ac:grpSpMk id="47" creationId="{FF951789-0F59-475F-8111-5F328859ACF0}"/>
          </ac:grpSpMkLst>
        </pc:grpChg>
        <pc:grpChg chg="add del mod">
          <ac:chgData name="Beets, Simone (Dr) (Summerstrand Campus South)" userId="a9ed24f3-f7e1-440a-a32f-a1285e0bd405" providerId="ADAL" clId="{F83932D7-0F9E-47B0-AD9C-92B7CAFD15E6}" dt="2025-08-31T18:38:30.587" v="17162" actId="478"/>
          <ac:grpSpMkLst>
            <pc:docMk/>
            <pc:sldMk cId="3550077802" sldId="469"/>
            <ac:grpSpMk id="50" creationId="{932D8A23-5DE7-4061-B924-7615DE25F3CA}"/>
          </ac:grpSpMkLst>
        </pc:grpChg>
        <pc:grpChg chg="add del mod">
          <ac:chgData name="Beets, Simone (Dr) (Summerstrand Campus South)" userId="a9ed24f3-f7e1-440a-a32f-a1285e0bd405" providerId="ADAL" clId="{F83932D7-0F9E-47B0-AD9C-92B7CAFD15E6}" dt="2025-08-31T18:38:30.587" v="17162" actId="478"/>
          <ac:grpSpMkLst>
            <pc:docMk/>
            <pc:sldMk cId="3550077802" sldId="469"/>
            <ac:grpSpMk id="53" creationId="{514B3A17-02EF-4C8C-AC36-C1DE71670152}"/>
          </ac:grpSpMkLst>
        </pc:grpChg>
        <pc:grpChg chg="add del mod">
          <ac:chgData name="Beets, Simone (Dr) (Summerstrand Campus South)" userId="a9ed24f3-f7e1-440a-a32f-a1285e0bd405" providerId="ADAL" clId="{F83932D7-0F9E-47B0-AD9C-92B7CAFD15E6}" dt="2025-08-31T18:38:30.587" v="17162" actId="478"/>
          <ac:grpSpMkLst>
            <pc:docMk/>
            <pc:sldMk cId="3550077802" sldId="469"/>
            <ac:grpSpMk id="56" creationId="{3C7D9131-3B59-411F-BC76-46D4C8925747}"/>
          </ac:grpSpMkLst>
        </pc:grpChg>
        <pc:grpChg chg="add del mod">
          <ac:chgData name="Beets, Simone (Dr) (Summerstrand Campus South)" userId="a9ed24f3-f7e1-440a-a32f-a1285e0bd405" providerId="ADAL" clId="{F83932D7-0F9E-47B0-AD9C-92B7CAFD15E6}" dt="2025-08-31T18:38:30.587" v="17162" actId="478"/>
          <ac:grpSpMkLst>
            <pc:docMk/>
            <pc:sldMk cId="3550077802" sldId="469"/>
            <ac:grpSpMk id="63" creationId="{6FEAB549-05BE-4868-8984-59510BDA1AB8}"/>
          </ac:grpSpMkLst>
        </pc:grpChg>
        <pc:grpChg chg="add del mod">
          <ac:chgData name="Beets, Simone (Dr) (Summerstrand Campus South)" userId="a9ed24f3-f7e1-440a-a32f-a1285e0bd405" providerId="ADAL" clId="{F83932D7-0F9E-47B0-AD9C-92B7CAFD15E6}" dt="2025-08-31T18:38:30.587" v="17162" actId="478"/>
          <ac:grpSpMkLst>
            <pc:docMk/>
            <pc:sldMk cId="3550077802" sldId="469"/>
            <ac:grpSpMk id="68" creationId="{6284E02D-C9E2-4E6A-859E-AA07EE182B0C}"/>
          </ac:grpSpMkLst>
        </pc:grpChg>
        <pc:grpChg chg="add del mod">
          <ac:chgData name="Beets, Simone (Dr) (Summerstrand Campus South)" userId="a9ed24f3-f7e1-440a-a32f-a1285e0bd405" providerId="ADAL" clId="{F83932D7-0F9E-47B0-AD9C-92B7CAFD15E6}" dt="2025-08-31T18:38:30.587" v="17162" actId="478"/>
          <ac:grpSpMkLst>
            <pc:docMk/>
            <pc:sldMk cId="3550077802" sldId="469"/>
            <ac:grpSpMk id="71" creationId="{C3357334-C6FD-43B7-B6DB-45FAC5820645}"/>
          </ac:grpSpMkLst>
        </pc:grpChg>
        <pc:grpChg chg="add del mod">
          <ac:chgData name="Beets, Simone (Dr) (Summerstrand Campus South)" userId="a9ed24f3-f7e1-440a-a32f-a1285e0bd405" providerId="ADAL" clId="{F83932D7-0F9E-47B0-AD9C-92B7CAFD15E6}" dt="2025-08-31T18:38:30.587" v="17162" actId="478"/>
          <ac:grpSpMkLst>
            <pc:docMk/>
            <pc:sldMk cId="3550077802" sldId="469"/>
            <ac:grpSpMk id="74" creationId="{C71E4EA7-46BE-49B8-87CA-BACE4EA3DFBC}"/>
          </ac:grpSpMkLst>
        </pc:grpChg>
        <pc:grpChg chg="add del mod">
          <ac:chgData name="Beets, Simone (Dr) (Summerstrand Campus South)" userId="a9ed24f3-f7e1-440a-a32f-a1285e0bd405" providerId="ADAL" clId="{F83932D7-0F9E-47B0-AD9C-92B7CAFD15E6}" dt="2025-08-31T18:38:30.587" v="17162" actId="478"/>
          <ac:grpSpMkLst>
            <pc:docMk/>
            <pc:sldMk cId="3550077802" sldId="469"/>
            <ac:grpSpMk id="83" creationId="{94450926-77CC-4575-9550-DFBA63EE16E0}"/>
          </ac:grpSpMkLst>
        </pc:grpChg>
        <pc:grpChg chg="add del mod">
          <ac:chgData name="Beets, Simone (Dr) (Summerstrand Campus South)" userId="a9ed24f3-f7e1-440a-a32f-a1285e0bd405" providerId="ADAL" clId="{F83932D7-0F9E-47B0-AD9C-92B7CAFD15E6}" dt="2025-08-31T18:38:30.587" v="17162" actId="478"/>
          <ac:grpSpMkLst>
            <pc:docMk/>
            <pc:sldMk cId="3550077802" sldId="469"/>
            <ac:grpSpMk id="86" creationId="{A10A3E48-2101-455E-A7B3-EAF8553C5545}"/>
          </ac:grpSpMkLst>
        </pc:grpChg>
        <pc:grpChg chg="add del mod">
          <ac:chgData name="Beets, Simone (Dr) (Summerstrand Campus South)" userId="a9ed24f3-f7e1-440a-a32f-a1285e0bd405" providerId="ADAL" clId="{F83932D7-0F9E-47B0-AD9C-92B7CAFD15E6}" dt="2025-08-31T13:17:04.750" v="5465" actId="478"/>
          <ac:grpSpMkLst>
            <pc:docMk/>
            <pc:sldMk cId="3550077802" sldId="469"/>
            <ac:grpSpMk id="116" creationId="{082267D6-7DF0-4788-AC1D-D1918A509F2A}"/>
          </ac:grpSpMkLst>
        </pc:grpChg>
        <pc:cxnChg chg="del">
          <ac:chgData name="Beets, Simone (Dr) (Summerstrand Campus South)" userId="a9ed24f3-f7e1-440a-a32f-a1285e0bd405" providerId="ADAL" clId="{F83932D7-0F9E-47B0-AD9C-92B7CAFD15E6}" dt="2025-08-31T11:25:03.824" v="2721" actId="478"/>
          <ac:cxnSpMkLst>
            <pc:docMk/>
            <pc:sldMk cId="3550077802" sldId="469"/>
            <ac:cxnSpMk id="5" creationId="{EB7B5F3D-C344-4085-AF14-00CBA1EF0A57}"/>
          </ac:cxnSpMkLst>
        </pc:cxnChg>
        <pc:cxnChg chg="del">
          <ac:chgData name="Beets, Simone (Dr) (Summerstrand Campus South)" userId="a9ed24f3-f7e1-440a-a32f-a1285e0bd405" providerId="ADAL" clId="{F83932D7-0F9E-47B0-AD9C-92B7CAFD15E6}" dt="2025-08-31T11:25:03.824" v="2721" actId="478"/>
          <ac:cxnSpMkLst>
            <pc:docMk/>
            <pc:sldMk cId="3550077802" sldId="469"/>
            <ac:cxnSpMk id="9" creationId="{C7BBF795-46F8-4A29-8692-311105E8A8D8}"/>
          </ac:cxnSpMkLst>
        </pc:cxnChg>
        <pc:cxnChg chg="del">
          <ac:chgData name="Beets, Simone (Dr) (Summerstrand Campus South)" userId="a9ed24f3-f7e1-440a-a32f-a1285e0bd405" providerId="ADAL" clId="{F83932D7-0F9E-47B0-AD9C-92B7CAFD15E6}" dt="2025-08-31T11:25:03.824" v="2721" actId="478"/>
          <ac:cxnSpMkLst>
            <pc:docMk/>
            <pc:sldMk cId="3550077802" sldId="469"/>
            <ac:cxnSpMk id="11" creationId="{A0732E15-4FF4-4B04-85CD-C8E06120FE8D}"/>
          </ac:cxnSpMkLst>
        </pc:cxnChg>
        <pc:cxnChg chg="del">
          <ac:chgData name="Beets, Simone (Dr) (Summerstrand Campus South)" userId="a9ed24f3-f7e1-440a-a32f-a1285e0bd405" providerId="ADAL" clId="{F83932D7-0F9E-47B0-AD9C-92B7CAFD15E6}" dt="2025-08-31T11:25:03.824" v="2721" actId="478"/>
          <ac:cxnSpMkLst>
            <pc:docMk/>
            <pc:sldMk cId="3550077802" sldId="469"/>
            <ac:cxnSpMk id="12" creationId="{65F878B4-E550-491F-9B10-50D092EB41A8}"/>
          </ac:cxnSpMkLst>
        </pc:cxnChg>
        <pc:cxnChg chg="del">
          <ac:chgData name="Beets, Simone (Dr) (Summerstrand Campus South)" userId="a9ed24f3-f7e1-440a-a32f-a1285e0bd405" providerId="ADAL" clId="{F83932D7-0F9E-47B0-AD9C-92B7CAFD15E6}" dt="2025-08-31T11:25:03.824" v="2721" actId="478"/>
          <ac:cxnSpMkLst>
            <pc:docMk/>
            <pc:sldMk cId="3550077802" sldId="469"/>
            <ac:cxnSpMk id="16" creationId="{70BB273C-D86D-4AEC-9108-C76BC044FC15}"/>
          </ac:cxnSpMkLst>
        </pc:cxnChg>
        <pc:cxnChg chg="del">
          <ac:chgData name="Beets, Simone (Dr) (Summerstrand Campus South)" userId="a9ed24f3-f7e1-440a-a32f-a1285e0bd405" providerId="ADAL" clId="{F83932D7-0F9E-47B0-AD9C-92B7CAFD15E6}" dt="2025-08-31T11:25:03.824" v="2721" actId="478"/>
          <ac:cxnSpMkLst>
            <pc:docMk/>
            <pc:sldMk cId="3550077802" sldId="469"/>
            <ac:cxnSpMk id="18" creationId="{BA606381-954A-4A58-BAB3-4F31BCE59C99}"/>
          </ac:cxnSpMkLst>
        </pc:cxnChg>
        <pc:cxnChg chg="del">
          <ac:chgData name="Beets, Simone (Dr) (Summerstrand Campus South)" userId="a9ed24f3-f7e1-440a-a32f-a1285e0bd405" providerId="ADAL" clId="{F83932D7-0F9E-47B0-AD9C-92B7CAFD15E6}" dt="2025-08-31T11:25:03.824" v="2721" actId="478"/>
          <ac:cxnSpMkLst>
            <pc:docMk/>
            <pc:sldMk cId="3550077802" sldId="469"/>
            <ac:cxnSpMk id="19" creationId="{156BF0B7-B670-4DB4-963A-3794A8DE10DF}"/>
          </ac:cxnSpMkLst>
        </pc:cxnChg>
        <pc:cxnChg chg="del">
          <ac:chgData name="Beets, Simone (Dr) (Summerstrand Campus South)" userId="a9ed24f3-f7e1-440a-a32f-a1285e0bd405" providerId="ADAL" clId="{F83932D7-0F9E-47B0-AD9C-92B7CAFD15E6}" dt="2025-08-31T11:25:03.824" v="2721" actId="478"/>
          <ac:cxnSpMkLst>
            <pc:docMk/>
            <pc:sldMk cId="3550077802" sldId="469"/>
            <ac:cxnSpMk id="24" creationId="{9008BD7C-1524-4539-A4B9-5D3F6F861158}"/>
          </ac:cxnSpMkLst>
        </pc:cxnChg>
        <pc:cxnChg chg="del">
          <ac:chgData name="Beets, Simone (Dr) (Summerstrand Campus South)" userId="a9ed24f3-f7e1-440a-a32f-a1285e0bd405" providerId="ADAL" clId="{F83932D7-0F9E-47B0-AD9C-92B7CAFD15E6}" dt="2025-08-31T11:25:03.824" v="2721" actId="478"/>
          <ac:cxnSpMkLst>
            <pc:docMk/>
            <pc:sldMk cId="3550077802" sldId="469"/>
            <ac:cxnSpMk id="25" creationId="{13FBF9D5-F362-4F9C-9307-B71B8C207115}"/>
          </ac:cxnSpMkLst>
        </pc:cxnChg>
        <pc:cxnChg chg="del">
          <ac:chgData name="Beets, Simone (Dr) (Summerstrand Campus South)" userId="a9ed24f3-f7e1-440a-a32f-a1285e0bd405" providerId="ADAL" clId="{F83932D7-0F9E-47B0-AD9C-92B7CAFD15E6}" dt="2025-08-31T11:25:03.824" v="2721" actId="478"/>
          <ac:cxnSpMkLst>
            <pc:docMk/>
            <pc:sldMk cId="3550077802" sldId="469"/>
            <ac:cxnSpMk id="29" creationId="{2716EE02-7ECF-457C-AA7B-698D14808BE1}"/>
          </ac:cxnSpMkLst>
        </pc:cxnChg>
        <pc:cxnChg chg="del">
          <ac:chgData name="Beets, Simone (Dr) (Summerstrand Campus South)" userId="a9ed24f3-f7e1-440a-a32f-a1285e0bd405" providerId="ADAL" clId="{F83932D7-0F9E-47B0-AD9C-92B7CAFD15E6}" dt="2025-08-31T11:25:03.824" v="2721" actId="478"/>
          <ac:cxnSpMkLst>
            <pc:docMk/>
            <pc:sldMk cId="3550077802" sldId="469"/>
            <ac:cxnSpMk id="30" creationId="{B1E802F6-FEED-4BBA-926F-990E63E5B577}"/>
          </ac:cxnSpMkLst>
        </pc:cxnChg>
        <pc:cxnChg chg="del">
          <ac:chgData name="Beets, Simone (Dr) (Summerstrand Campus South)" userId="a9ed24f3-f7e1-440a-a32f-a1285e0bd405" providerId="ADAL" clId="{F83932D7-0F9E-47B0-AD9C-92B7CAFD15E6}" dt="2025-08-31T11:25:03.824" v="2721" actId="478"/>
          <ac:cxnSpMkLst>
            <pc:docMk/>
            <pc:sldMk cId="3550077802" sldId="469"/>
            <ac:cxnSpMk id="35" creationId="{9513F490-AE11-4053-AB1C-600761F1E33C}"/>
          </ac:cxnSpMkLst>
        </pc:cxnChg>
        <pc:cxnChg chg="del">
          <ac:chgData name="Beets, Simone (Dr) (Summerstrand Campus South)" userId="a9ed24f3-f7e1-440a-a32f-a1285e0bd405" providerId="ADAL" clId="{F83932D7-0F9E-47B0-AD9C-92B7CAFD15E6}" dt="2025-08-31T11:25:03.824" v="2721" actId="478"/>
          <ac:cxnSpMkLst>
            <pc:docMk/>
            <pc:sldMk cId="3550077802" sldId="469"/>
            <ac:cxnSpMk id="39" creationId="{097AB257-6D6C-486E-B20A-1CC625378A68}"/>
          </ac:cxnSpMkLst>
        </pc:cxnChg>
        <pc:cxnChg chg="del">
          <ac:chgData name="Beets, Simone (Dr) (Summerstrand Campus South)" userId="a9ed24f3-f7e1-440a-a32f-a1285e0bd405" providerId="ADAL" clId="{F83932D7-0F9E-47B0-AD9C-92B7CAFD15E6}" dt="2025-08-31T11:25:03.824" v="2721" actId="478"/>
          <ac:cxnSpMkLst>
            <pc:docMk/>
            <pc:sldMk cId="3550077802" sldId="469"/>
            <ac:cxnSpMk id="40" creationId="{9579E8F9-18A9-4D82-92F9-3B336BE099AF}"/>
          </ac:cxnSpMkLst>
        </pc:cxnChg>
        <pc:cxnChg chg="del">
          <ac:chgData name="Beets, Simone (Dr) (Summerstrand Campus South)" userId="a9ed24f3-f7e1-440a-a32f-a1285e0bd405" providerId="ADAL" clId="{F83932D7-0F9E-47B0-AD9C-92B7CAFD15E6}" dt="2025-08-31T11:25:03.824" v="2721" actId="478"/>
          <ac:cxnSpMkLst>
            <pc:docMk/>
            <pc:sldMk cId="3550077802" sldId="469"/>
            <ac:cxnSpMk id="41" creationId="{C2EC71B5-1741-43BC-809B-4C526C3704B0}"/>
          </ac:cxnSpMkLst>
        </pc:cxnChg>
        <pc:cxnChg chg="mod">
          <ac:chgData name="Beets, Simone (Dr) (Summerstrand Campus South)" userId="a9ed24f3-f7e1-440a-a32f-a1285e0bd405" providerId="ADAL" clId="{F83932D7-0F9E-47B0-AD9C-92B7CAFD15E6}" dt="2025-08-31T13:12:35.420" v="5413" actId="14100"/>
          <ac:cxnSpMkLst>
            <pc:docMk/>
            <pc:sldMk cId="3550077802" sldId="469"/>
            <ac:cxnSpMk id="48" creationId="{190CAD87-CF81-4869-A676-506CFECF33A8}"/>
          </ac:cxnSpMkLst>
        </pc:cxnChg>
        <pc:cxnChg chg="mod">
          <ac:chgData name="Beets, Simone (Dr) (Summerstrand Campus South)" userId="a9ed24f3-f7e1-440a-a32f-a1285e0bd405" providerId="ADAL" clId="{F83932D7-0F9E-47B0-AD9C-92B7CAFD15E6}" dt="2025-08-31T13:12:55.900" v="5418" actId="14100"/>
          <ac:cxnSpMkLst>
            <pc:docMk/>
            <pc:sldMk cId="3550077802" sldId="469"/>
            <ac:cxnSpMk id="51" creationId="{65CA2F9D-374D-465C-B135-497932E214BB}"/>
          </ac:cxnSpMkLst>
        </pc:cxnChg>
        <pc:cxnChg chg="mod">
          <ac:chgData name="Beets, Simone (Dr) (Summerstrand Campus South)" userId="a9ed24f3-f7e1-440a-a32f-a1285e0bd405" providerId="ADAL" clId="{F83932D7-0F9E-47B0-AD9C-92B7CAFD15E6}" dt="2025-08-31T13:13:07.800" v="5420" actId="1076"/>
          <ac:cxnSpMkLst>
            <pc:docMk/>
            <pc:sldMk cId="3550077802" sldId="469"/>
            <ac:cxnSpMk id="54" creationId="{D0AF68CF-0AEC-4240-876A-90A64FE8E183}"/>
          </ac:cxnSpMkLst>
        </pc:cxnChg>
        <pc:cxnChg chg="mod">
          <ac:chgData name="Beets, Simone (Dr) (Summerstrand Campus South)" userId="a9ed24f3-f7e1-440a-a32f-a1285e0bd405" providerId="ADAL" clId="{F83932D7-0F9E-47B0-AD9C-92B7CAFD15E6}" dt="2025-08-31T13:17:35.301" v="5488" actId="1076"/>
          <ac:cxnSpMkLst>
            <pc:docMk/>
            <pc:sldMk cId="3550077802" sldId="469"/>
            <ac:cxnSpMk id="57" creationId="{184FC4F5-F733-4FE8-AB50-84C5C2BF9886}"/>
          </ac:cxnSpMkLst>
        </pc:cxnChg>
        <pc:cxnChg chg="mod">
          <ac:chgData name="Beets, Simone (Dr) (Summerstrand Campus South)" userId="a9ed24f3-f7e1-440a-a32f-a1285e0bd405" providerId="ADAL" clId="{F83932D7-0F9E-47B0-AD9C-92B7CAFD15E6}" dt="2025-08-31T13:17:35.301" v="5488" actId="1076"/>
          <ac:cxnSpMkLst>
            <pc:docMk/>
            <pc:sldMk cId="3550077802" sldId="469"/>
            <ac:cxnSpMk id="58" creationId="{C85DD387-2FCD-4E2C-A544-B5FF7F79D28A}"/>
          </ac:cxnSpMkLst>
        </pc:cxnChg>
        <pc:cxnChg chg="mod">
          <ac:chgData name="Beets, Simone (Dr) (Summerstrand Campus South)" userId="a9ed24f3-f7e1-440a-a32f-a1285e0bd405" providerId="ADAL" clId="{F83932D7-0F9E-47B0-AD9C-92B7CAFD15E6}" dt="2025-08-31T13:21:50.310" v="5509" actId="1076"/>
          <ac:cxnSpMkLst>
            <pc:docMk/>
            <pc:sldMk cId="3550077802" sldId="469"/>
            <ac:cxnSpMk id="72" creationId="{CD3376BC-5092-43A9-BA3C-CF4CB92D5B16}"/>
          </ac:cxnSpMkLst>
        </pc:cxnChg>
        <pc:cxnChg chg="mod">
          <ac:chgData name="Beets, Simone (Dr) (Summerstrand Campus South)" userId="a9ed24f3-f7e1-440a-a32f-a1285e0bd405" providerId="ADAL" clId="{F83932D7-0F9E-47B0-AD9C-92B7CAFD15E6}" dt="2025-08-31T13:16:31.304" v="5458" actId="14100"/>
          <ac:cxnSpMkLst>
            <pc:docMk/>
            <pc:sldMk cId="3550077802" sldId="469"/>
            <ac:cxnSpMk id="75" creationId="{AE527D8C-B150-421C-BA91-D20D6D16FCD4}"/>
          </ac:cxnSpMkLst>
        </pc:cxnChg>
        <pc:cxnChg chg="del mod">
          <ac:chgData name="Beets, Simone (Dr) (Summerstrand Campus South)" userId="a9ed24f3-f7e1-440a-a32f-a1285e0bd405" providerId="ADAL" clId="{F83932D7-0F9E-47B0-AD9C-92B7CAFD15E6}" dt="2025-08-31T13:17:06.310" v="5466" actId="478"/>
          <ac:cxnSpMkLst>
            <pc:docMk/>
            <pc:sldMk cId="3550077802" sldId="469"/>
            <ac:cxnSpMk id="117" creationId="{3473DB8E-3597-4A12-A4F8-B0F9AED12587}"/>
          </ac:cxnSpMkLst>
        </pc:cxnChg>
      </pc:sldChg>
      <pc:sldChg chg="add del">
        <pc:chgData name="Beets, Simone (Dr) (Summerstrand Campus South)" userId="a9ed24f3-f7e1-440a-a32f-a1285e0bd405" providerId="ADAL" clId="{F83932D7-0F9E-47B0-AD9C-92B7CAFD15E6}" dt="2025-08-31T12:59:16.080" v="5270" actId="47"/>
        <pc:sldMkLst>
          <pc:docMk/>
          <pc:sldMk cId="3366633972" sldId="470"/>
        </pc:sldMkLst>
      </pc:sldChg>
      <pc:sldChg chg="add del ord">
        <pc:chgData name="Beets, Simone (Dr) (Summerstrand Campus South)" userId="a9ed24f3-f7e1-440a-a32f-a1285e0bd405" providerId="ADAL" clId="{F83932D7-0F9E-47B0-AD9C-92B7CAFD15E6}" dt="2025-08-31T11:26:16.319" v="2727" actId="47"/>
        <pc:sldMkLst>
          <pc:docMk/>
          <pc:sldMk cId="3817613486" sldId="470"/>
        </pc:sldMkLst>
      </pc:sldChg>
      <pc:sldChg chg="delSp modSp add mod ord modAnim modNotesTx">
        <pc:chgData name="Beets, Simone (Dr) (Summerstrand Campus South)" userId="a9ed24f3-f7e1-440a-a32f-a1285e0bd405" providerId="ADAL" clId="{F83932D7-0F9E-47B0-AD9C-92B7CAFD15E6}" dt="2025-08-31T17:44:13.004" v="13084" actId="20577"/>
        <pc:sldMkLst>
          <pc:docMk/>
          <pc:sldMk cId="1555859338" sldId="471"/>
        </pc:sldMkLst>
        <pc:spChg chg="mod">
          <ac:chgData name="Beets, Simone (Dr) (Summerstrand Campus South)" userId="a9ed24f3-f7e1-440a-a32f-a1285e0bd405" providerId="ADAL" clId="{F83932D7-0F9E-47B0-AD9C-92B7CAFD15E6}" dt="2025-08-31T11:27:18.179" v="2799" actId="1076"/>
          <ac:spMkLst>
            <pc:docMk/>
            <pc:sldMk cId="1555859338" sldId="471"/>
            <ac:spMk id="6" creationId="{E42391C6-ECE5-EEC5-975A-44F397091D90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1:28:11.207" v="3060" actId="20577"/>
          <ac:spMkLst>
            <pc:docMk/>
            <pc:sldMk cId="1555859338" sldId="471"/>
            <ac:spMk id="7" creationId="{44379347-3B83-45A7-8E9B-94A467CF225B}"/>
          </ac:spMkLst>
        </pc:spChg>
        <pc:spChg chg="del">
          <ac:chgData name="Beets, Simone (Dr) (Summerstrand Campus South)" userId="a9ed24f3-f7e1-440a-a32f-a1285e0bd405" providerId="ADAL" clId="{F83932D7-0F9E-47B0-AD9C-92B7CAFD15E6}" dt="2025-08-31T11:28:14.855" v="3061" actId="478"/>
          <ac:spMkLst>
            <pc:docMk/>
            <pc:sldMk cId="1555859338" sldId="471"/>
            <ac:spMk id="10" creationId="{E8ED272C-C8E5-4C84-B484-1BF2B7FFFA40}"/>
          </ac:spMkLst>
        </pc:spChg>
        <pc:spChg chg="del">
          <ac:chgData name="Beets, Simone (Dr) (Summerstrand Campus South)" userId="a9ed24f3-f7e1-440a-a32f-a1285e0bd405" providerId="ADAL" clId="{F83932D7-0F9E-47B0-AD9C-92B7CAFD15E6}" dt="2025-08-31T11:28:16.069" v="3062" actId="478"/>
          <ac:spMkLst>
            <pc:docMk/>
            <pc:sldMk cId="1555859338" sldId="471"/>
            <ac:spMk id="11" creationId="{EB4EB013-A19B-4243-94DF-9B2CA240CA0F}"/>
          </ac:spMkLst>
        </pc:spChg>
      </pc:sldChg>
      <pc:sldChg chg="add del">
        <pc:chgData name="Beets, Simone (Dr) (Summerstrand Campus South)" userId="a9ed24f3-f7e1-440a-a32f-a1285e0bd405" providerId="ADAL" clId="{F83932D7-0F9E-47B0-AD9C-92B7CAFD15E6}" dt="2025-08-31T13:06:36.715" v="5306" actId="47"/>
        <pc:sldMkLst>
          <pc:docMk/>
          <pc:sldMk cId="1530031059" sldId="472"/>
        </pc:sldMkLst>
      </pc:sldChg>
      <pc:sldChg chg="addSp delSp modSp add mod ord delAnim modAnim modNotes modNotesTx">
        <pc:chgData name="Beets, Simone (Dr) (Summerstrand Campus South)" userId="a9ed24f3-f7e1-440a-a32f-a1285e0bd405" providerId="ADAL" clId="{F83932D7-0F9E-47B0-AD9C-92B7CAFD15E6}" dt="2025-09-02T20:27:04.199" v="18991" actId="20577"/>
        <pc:sldMkLst>
          <pc:docMk/>
          <pc:sldMk cId="2898494012" sldId="473"/>
        </pc:sldMkLst>
        <pc:spChg chg="del">
          <ac:chgData name="Beets, Simone (Dr) (Summerstrand Campus South)" userId="a9ed24f3-f7e1-440a-a32f-a1285e0bd405" providerId="ADAL" clId="{F83932D7-0F9E-47B0-AD9C-92B7CAFD15E6}" dt="2025-08-31T12:43:56.046" v="3309" actId="478"/>
          <ac:spMkLst>
            <pc:docMk/>
            <pc:sldMk cId="2898494012" sldId="473"/>
            <ac:spMk id="2" creationId="{8FBC6B55-F4D8-48BB-987C-64D231AC0736}"/>
          </ac:spMkLst>
        </pc:spChg>
        <pc:spChg chg="del">
          <ac:chgData name="Beets, Simone (Dr) (Summerstrand Campus South)" userId="a9ed24f3-f7e1-440a-a32f-a1285e0bd405" providerId="ADAL" clId="{F83932D7-0F9E-47B0-AD9C-92B7CAFD15E6}" dt="2025-08-31T12:43:56.810" v="3310" actId="478"/>
          <ac:spMkLst>
            <pc:docMk/>
            <pc:sldMk cId="2898494012" sldId="473"/>
            <ac:spMk id="6" creationId="{B6C82F01-7BE9-4F1C-A35D-446BB3DA4688}"/>
          </ac:spMkLst>
        </pc:spChg>
        <pc:spChg chg="del">
          <ac:chgData name="Beets, Simone (Dr) (Summerstrand Campus South)" userId="a9ed24f3-f7e1-440a-a32f-a1285e0bd405" providerId="ADAL" clId="{F83932D7-0F9E-47B0-AD9C-92B7CAFD15E6}" dt="2025-08-31T12:43:57.435" v="3311" actId="478"/>
          <ac:spMkLst>
            <pc:docMk/>
            <pc:sldMk cId="2898494012" sldId="473"/>
            <ac:spMk id="7" creationId="{69FE1697-205F-49C4-98CD-42965F37F632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2:45:53.081" v="3639" actId="6549"/>
          <ac:spMkLst>
            <pc:docMk/>
            <pc:sldMk cId="2898494012" sldId="473"/>
            <ac:spMk id="8" creationId="{6E9A96CB-361E-4D33-B0FD-80F2BEA5F140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2:43:24.412" v="3204" actId="20577"/>
          <ac:spMkLst>
            <pc:docMk/>
            <pc:sldMk cId="2898494012" sldId="473"/>
            <ac:spMk id="20482" creationId="{DA623730-44A2-7876-7832-2E4BB653C41A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7:46:48.208" v="13522" actId="20577"/>
          <ac:spMkLst>
            <pc:docMk/>
            <pc:sldMk cId="2898494012" sldId="473"/>
            <ac:spMk id="20483" creationId="{6CF76C83-9628-82EB-EEC2-12037642C096}"/>
          </ac:spMkLst>
        </pc:spChg>
      </pc:sldChg>
      <pc:sldChg chg="addSp delSp modSp add mod ord modAnim modNotes modNotesTx">
        <pc:chgData name="Beets, Simone (Dr) (Summerstrand Campus South)" userId="a9ed24f3-f7e1-440a-a32f-a1285e0bd405" providerId="ADAL" clId="{F83932D7-0F9E-47B0-AD9C-92B7CAFD15E6}" dt="2025-09-02T20:27:09.902" v="19000" actId="20577"/>
        <pc:sldMkLst>
          <pc:docMk/>
          <pc:sldMk cId="1809593180" sldId="474"/>
        </pc:sldMkLst>
        <pc:spChg chg="add del mod">
          <ac:chgData name="Beets, Simone (Dr) (Summerstrand Campus South)" userId="a9ed24f3-f7e1-440a-a32f-a1285e0bd405" providerId="ADAL" clId="{F83932D7-0F9E-47B0-AD9C-92B7CAFD15E6}" dt="2025-08-31T12:46:43.934" v="3698" actId="478"/>
          <ac:spMkLst>
            <pc:docMk/>
            <pc:sldMk cId="1809593180" sldId="474"/>
            <ac:spMk id="3" creationId="{90848775-4707-4A27-82BA-65E783E7F9DF}"/>
          </ac:spMkLst>
        </pc:spChg>
        <pc:spChg chg="del">
          <ac:chgData name="Beets, Simone (Dr) (Summerstrand Campus South)" userId="a9ed24f3-f7e1-440a-a32f-a1285e0bd405" providerId="ADAL" clId="{F83932D7-0F9E-47B0-AD9C-92B7CAFD15E6}" dt="2025-08-31T12:46:42.540" v="3697" actId="478"/>
          <ac:spMkLst>
            <pc:docMk/>
            <pc:sldMk cId="1809593180" sldId="474"/>
            <ac:spMk id="5" creationId="{538F6761-4827-40D5-828F-B55C3130A61F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2:46:38.100" v="3696" actId="1076"/>
          <ac:spMkLst>
            <pc:docMk/>
            <pc:sldMk cId="1809593180" sldId="474"/>
            <ac:spMk id="6" creationId="{E42391C6-ECE5-EEC5-975A-44F397091D90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3:04:41.815" v="5291" actId="12"/>
          <ac:spMkLst>
            <pc:docMk/>
            <pc:sldMk cId="1809593180" sldId="474"/>
            <ac:spMk id="7" creationId="{2610309F-C817-4134-826B-1067C93A9F00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2:48:03.686" v="3873" actId="14100"/>
          <ac:spMkLst>
            <pc:docMk/>
            <pc:sldMk cId="1809593180" sldId="474"/>
            <ac:spMk id="8" creationId="{9912DE31-705F-4EB7-BB6A-333B5A3DE16E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2:51:13.365" v="4241" actId="5793"/>
          <ac:spMkLst>
            <pc:docMk/>
            <pc:sldMk cId="1809593180" sldId="474"/>
            <ac:spMk id="9" creationId="{EF13C0D4-6BEA-4D61-A8E1-D521E3351FBC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3:24:08.584" v="5526" actId="1076"/>
          <ac:spMkLst>
            <pc:docMk/>
            <pc:sldMk cId="1809593180" sldId="474"/>
            <ac:spMk id="10" creationId="{5DF4616A-EE5D-43DB-8DA8-F83029F7AAE3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3:24:26.590" v="5530" actId="1076"/>
          <ac:spMkLst>
            <pc:docMk/>
            <pc:sldMk cId="1809593180" sldId="474"/>
            <ac:spMk id="11" creationId="{EDB8AA2A-BFAD-46BE-99C8-5A61F5DB4978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2:52:44.548" v="4259" actId="20577"/>
          <ac:spMkLst>
            <pc:docMk/>
            <pc:sldMk cId="1809593180" sldId="474"/>
            <ac:spMk id="12" creationId="{6BCE239D-7401-4424-995B-A85FBBD459AE}"/>
          </ac:spMkLst>
        </pc:spChg>
        <pc:picChg chg="add mod">
          <ac:chgData name="Beets, Simone (Dr) (Summerstrand Campus South)" userId="a9ed24f3-f7e1-440a-a32f-a1285e0bd405" providerId="ADAL" clId="{F83932D7-0F9E-47B0-AD9C-92B7CAFD15E6}" dt="2025-08-31T13:24:39.990" v="5532" actId="1076"/>
          <ac:picMkLst>
            <pc:docMk/>
            <pc:sldMk cId="1809593180" sldId="474"/>
            <ac:picMk id="13" creationId="{AA874CD7-DD2B-48C7-AA8C-88DBEAB1719D}"/>
          </ac:picMkLst>
        </pc:picChg>
        <pc:picChg chg="add mod">
          <ac:chgData name="Beets, Simone (Dr) (Summerstrand Campus South)" userId="a9ed24f3-f7e1-440a-a32f-a1285e0bd405" providerId="ADAL" clId="{F83932D7-0F9E-47B0-AD9C-92B7CAFD15E6}" dt="2025-08-31T13:24:29.430" v="5531" actId="1076"/>
          <ac:picMkLst>
            <pc:docMk/>
            <pc:sldMk cId="1809593180" sldId="474"/>
            <ac:picMk id="14" creationId="{BC23E19B-BD89-41B8-A746-AE7913659EF8}"/>
          </ac:picMkLst>
        </pc:picChg>
      </pc:sldChg>
      <pc:sldChg chg="addSp modSp add mod modAnim modNotes modNotesTx">
        <pc:chgData name="Beets, Simone (Dr) (Summerstrand Campus South)" userId="a9ed24f3-f7e1-440a-a32f-a1285e0bd405" providerId="ADAL" clId="{F83932D7-0F9E-47B0-AD9C-92B7CAFD15E6}" dt="2025-08-31T17:52:39.379" v="14435" actId="20577"/>
        <pc:sldMkLst>
          <pc:docMk/>
          <pc:sldMk cId="2046021899" sldId="475"/>
        </pc:sldMkLst>
        <pc:spChg chg="mod">
          <ac:chgData name="Beets, Simone (Dr) (Summerstrand Campus South)" userId="a9ed24f3-f7e1-440a-a32f-a1285e0bd405" providerId="ADAL" clId="{F83932D7-0F9E-47B0-AD9C-92B7CAFD15E6}" dt="2025-08-31T13:04:50.732" v="5292" actId="108"/>
          <ac:spMkLst>
            <pc:docMk/>
            <pc:sldMk cId="2046021899" sldId="475"/>
            <ac:spMk id="7" creationId="{2610309F-C817-4134-826B-1067C93A9F00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2:51:06.156" v="4234" actId="20577"/>
          <ac:spMkLst>
            <pc:docMk/>
            <pc:sldMk cId="2046021899" sldId="475"/>
            <ac:spMk id="9" creationId="{EF13C0D4-6BEA-4D61-A8E1-D521E3351FBC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3:25:51.430" v="5544" actId="120"/>
          <ac:spMkLst>
            <pc:docMk/>
            <pc:sldMk cId="2046021899" sldId="475"/>
            <ac:spMk id="10" creationId="{5DF4616A-EE5D-43DB-8DA8-F83029F7AAE3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3:26:24.870" v="5554" actId="14100"/>
          <ac:spMkLst>
            <pc:docMk/>
            <pc:sldMk cId="2046021899" sldId="475"/>
            <ac:spMk id="11" creationId="{EDB8AA2A-BFAD-46BE-99C8-5A61F5DB4978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3:26:20.310" v="5553" actId="14100"/>
          <ac:spMkLst>
            <pc:docMk/>
            <pc:sldMk cId="2046021899" sldId="475"/>
            <ac:spMk id="12" creationId="{FE13B438-F7B8-4FB3-8680-58F2FA566A98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2:52:40.096" v="4257"/>
          <ac:spMkLst>
            <pc:docMk/>
            <pc:sldMk cId="2046021899" sldId="475"/>
            <ac:spMk id="13" creationId="{5D80D239-8173-467F-B462-135A1BD9E1AE}"/>
          </ac:spMkLst>
        </pc:spChg>
        <pc:picChg chg="add mod">
          <ac:chgData name="Beets, Simone (Dr) (Summerstrand Campus South)" userId="a9ed24f3-f7e1-440a-a32f-a1285e0bd405" providerId="ADAL" clId="{F83932D7-0F9E-47B0-AD9C-92B7CAFD15E6}" dt="2025-08-31T13:25:33.050" v="5538" actId="1037"/>
          <ac:picMkLst>
            <pc:docMk/>
            <pc:sldMk cId="2046021899" sldId="475"/>
            <ac:picMk id="4" creationId="{064F5DA6-155A-4283-888C-BF452BFB67B0}"/>
          </ac:picMkLst>
        </pc:picChg>
        <pc:picChg chg="add mod">
          <ac:chgData name="Beets, Simone (Dr) (Summerstrand Campus South)" userId="a9ed24f3-f7e1-440a-a32f-a1285e0bd405" providerId="ADAL" clId="{F83932D7-0F9E-47B0-AD9C-92B7CAFD15E6}" dt="2025-08-31T13:26:03.720" v="5548" actId="1035"/>
          <ac:picMkLst>
            <pc:docMk/>
            <pc:sldMk cId="2046021899" sldId="475"/>
            <ac:picMk id="14" creationId="{1090558A-B2E0-4209-BEA0-66CE4571A72F}"/>
          </ac:picMkLst>
        </pc:picChg>
        <pc:picChg chg="add mod">
          <ac:chgData name="Beets, Simone (Dr) (Summerstrand Campus South)" userId="a9ed24f3-f7e1-440a-a32f-a1285e0bd405" providerId="ADAL" clId="{F83932D7-0F9E-47B0-AD9C-92B7CAFD15E6}" dt="2025-08-31T13:26:15.070" v="5551" actId="1076"/>
          <ac:picMkLst>
            <pc:docMk/>
            <pc:sldMk cId="2046021899" sldId="475"/>
            <ac:picMk id="15" creationId="{CC0E4A85-BA05-453C-BD94-FBAA694074AC}"/>
          </ac:picMkLst>
        </pc:picChg>
      </pc:sldChg>
      <pc:sldChg chg="addSp delSp modSp add mod ord delAnim modAnim modNotes modNotesTx">
        <pc:chgData name="Beets, Simone (Dr) (Summerstrand Campus South)" userId="a9ed24f3-f7e1-440a-a32f-a1285e0bd405" providerId="ADAL" clId="{F83932D7-0F9E-47B0-AD9C-92B7CAFD15E6}" dt="2025-09-01T05:04:39.849" v="18534" actId="14100"/>
        <pc:sldMkLst>
          <pc:docMk/>
          <pc:sldMk cId="833180510" sldId="476"/>
        </pc:sldMkLst>
        <pc:spChg chg="del">
          <ac:chgData name="Beets, Simone (Dr) (Summerstrand Campus South)" userId="a9ed24f3-f7e1-440a-a32f-a1285e0bd405" providerId="ADAL" clId="{F83932D7-0F9E-47B0-AD9C-92B7CAFD15E6}" dt="2025-08-31T12:53:05.300" v="4273" actId="478"/>
          <ac:spMkLst>
            <pc:docMk/>
            <pc:sldMk cId="833180510" sldId="476"/>
            <ac:spMk id="2" creationId="{8FBC6B55-F4D8-48BB-987C-64D231AC0736}"/>
          </ac:spMkLst>
        </pc:spChg>
        <pc:spChg chg="del">
          <ac:chgData name="Beets, Simone (Dr) (Summerstrand Campus South)" userId="a9ed24f3-f7e1-440a-a32f-a1285e0bd405" providerId="ADAL" clId="{F83932D7-0F9E-47B0-AD9C-92B7CAFD15E6}" dt="2025-08-31T12:53:06.211" v="4274" actId="478"/>
          <ac:spMkLst>
            <pc:docMk/>
            <pc:sldMk cId="833180510" sldId="476"/>
            <ac:spMk id="6" creationId="{B6C82F01-7BE9-4F1C-A35D-446BB3DA4688}"/>
          </ac:spMkLst>
        </pc:spChg>
        <pc:spChg chg="del">
          <ac:chgData name="Beets, Simone (Dr) (Summerstrand Campus South)" userId="a9ed24f3-f7e1-440a-a32f-a1285e0bd405" providerId="ADAL" clId="{F83932D7-0F9E-47B0-AD9C-92B7CAFD15E6}" dt="2025-08-31T12:53:07.030" v="4275" actId="478"/>
          <ac:spMkLst>
            <pc:docMk/>
            <pc:sldMk cId="833180510" sldId="476"/>
            <ac:spMk id="7" creationId="{69FE1697-205F-49C4-98CD-42965F37F632}"/>
          </ac:spMkLst>
        </pc:spChg>
        <pc:spChg chg="add del mod">
          <ac:chgData name="Beets, Simone (Dr) (Summerstrand Campus South)" userId="a9ed24f3-f7e1-440a-a32f-a1285e0bd405" providerId="ADAL" clId="{F83932D7-0F9E-47B0-AD9C-92B7CAFD15E6}" dt="2025-08-31T12:55:09.757" v="4559" actId="478"/>
          <ac:spMkLst>
            <pc:docMk/>
            <pc:sldMk cId="833180510" sldId="476"/>
            <ac:spMk id="8" creationId="{5D790801-59C6-489C-9DCA-FEDAC384D086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2:55:24.170" v="4574" actId="20577"/>
          <ac:spMkLst>
            <pc:docMk/>
            <pc:sldMk cId="833180510" sldId="476"/>
            <ac:spMk id="9" creationId="{B21EC79E-2DF2-4125-8520-93128863689B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2:53:02.210" v="4272" actId="20577"/>
          <ac:spMkLst>
            <pc:docMk/>
            <pc:sldMk cId="833180510" sldId="476"/>
            <ac:spMk id="20482" creationId="{DA623730-44A2-7876-7832-2E4BB653C41A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7:57:58.417" v="14716" actId="20577"/>
          <ac:spMkLst>
            <pc:docMk/>
            <pc:sldMk cId="833180510" sldId="476"/>
            <ac:spMk id="20483" creationId="{6CF76C83-9628-82EB-EEC2-12037642C096}"/>
          </ac:spMkLst>
        </pc:spChg>
        <pc:picChg chg="add mod">
          <ac:chgData name="Beets, Simone (Dr) (Summerstrand Campus South)" userId="a9ed24f3-f7e1-440a-a32f-a1285e0bd405" providerId="ADAL" clId="{F83932D7-0F9E-47B0-AD9C-92B7CAFD15E6}" dt="2025-09-01T05:04:39.849" v="18534" actId="14100"/>
          <ac:picMkLst>
            <pc:docMk/>
            <pc:sldMk cId="833180510" sldId="476"/>
            <ac:picMk id="5" creationId="{79CF2D1A-A2FC-4EEE-A3F3-34B1F77A7898}"/>
          </ac:picMkLst>
        </pc:picChg>
      </pc:sldChg>
      <pc:sldChg chg="add">
        <pc:chgData name="Beets, Simone (Dr) (Summerstrand Campus South)" userId="a9ed24f3-f7e1-440a-a32f-a1285e0bd405" providerId="ADAL" clId="{F83932D7-0F9E-47B0-AD9C-92B7CAFD15E6}" dt="2025-08-31T18:12:53.681" v="14758" actId="2890"/>
        <pc:sldMkLst>
          <pc:docMk/>
          <pc:sldMk cId="218555903" sldId="477"/>
        </pc:sldMkLst>
      </pc:sldChg>
      <pc:sldChg chg="modSp add del mod ord modAnim">
        <pc:chgData name="Beets, Simone (Dr) (Summerstrand Campus South)" userId="a9ed24f3-f7e1-440a-a32f-a1285e0bd405" providerId="ADAL" clId="{F83932D7-0F9E-47B0-AD9C-92B7CAFD15E6}" dt="2025-08-31T18:07:52.930" v="14746" actId="47"/>
        <pc:sldMkLst>
          <pc:docMk/>
          <pc:sldMk cId="2277622017" sldId="477"/>
        </pc:sldMkLst>
        <pc:spChg chg="mod">
          <ac:chgData name="Beets, Simone (Dr) (Summerstrand Campus South)" userId="a9ed24f3-f7e1-440a-a32f-a1285e0bd405" providerId="ADAL" clId="{F83932D7-0F9E-47B0-AD9C-92B7CAFD15E6}" dt="2025-08-31T12:57:29.437" v="5043" actId="6549"/>
          <ac:spMkLst>
            <pc:docMk/>
            <pc:sldMk cId="2277622017" sldId="477"/>
            <ac:spMk id="9" creationId="{B21EC79E-2DF2-4125-8520-93128863689B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2:55:38.420" v="4596" actId="20577"/>
          <ac:spMkLst>
            <pc:docMk/>
            <pc:sldMk cId="2277622017" sldId="477"/>
            <ac:spMk id="20482" creationId="{DA623730-44A2-7876-7832-2E4BB653C41A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3:05:54.373" v="5298" actId="404"/>
          <ac:spMkLst>
            <pc:docMk/>
            <pc:sldMk cId="2277622017" sldId="477"/>
            <ac:spMk id="20483" creationId="{6CF76C83-9628-82EB-EEC2-12037642C096}"/>
          </ac:spMkLst>
        </pc:spChg>
      </pc:sldChg>
      <pc:sldChg chg="modSp add mod ord modNotesTx">
        <pc:chgData name="Beets, Simone (Dr) (Summerstrand Campus South)" userId="a9ed24f3-f7e1-440a-a32f-a1285e0bd405" providerId="ADAL" clId="{F83932D7-0F9E-47B0-AD9C-92B7CAFD15E6}" dt="2025-08-31T18:25:55.012" v="15923" actId="14"/>
        <pc:sldMkLst>
          <pc:docMk/>
          <pc:sldMk cId="693252628" sldId="478"/>
        </pc:sldMkLst>
        <pc:spChg chg="mod">
          <ac:chgData name="Beets, Simone (Dr) (Summerstrand Campus South)" userId="a9ed24f3-f7e1-440a-a32f-a1285e0bd405" providerId="ADAL" clId="{F83932D7-0F9E-47B0-AD9C-92B7CAFD15E6}" dt="2025-08-31T18:21:59.776" v="15433" actId="20577"/>
          <ac:spMkLst>
            <pc:docMk/>
            <pc:sldMk cId="693252628" sldId="478"/>
            <ac:spMk id="7" creationId="{26843B51-4B40-4BD3-8546-6C233E35CA59}"/>
          </ac:spMkLst>
        </pc:spChg>
      </pc:sldChg>
      <pc:sldChg chg="addSp delSp modSp add del mod modAnim">
        <pc:chgData name="Beets, Simone (Dr) (Summerstrand Campus South)" userId="a9ed24f3-f7e1-440a-a32f-a1285e0bd405" providerId="ADAL" clId="{F83932D7-0F9E-47B0-AD9C-92B7CAFD15E6}" dt="2025-08-31T18:07:55.757" v="14747" actId="47"/>
        <pc:sldMkLst>
          <pc:docMk/>
          <pc:sldMk cId="2551293540" sldId="478"/>
        </pc:sldMkLst>
        <pc:spChg chg="del">
          <ac:chgData name="Beets, Simone (Dr) (Summerstrand Campus South)" userId="a9ed24f3-f7e1-440a-a32f-a1285e0bd405" providerId="ADAL" clId="{F83932D7-0F9E-47B0-AD9C-92B7CAFD15E6}" dt="2025-08-31T12:58:52.278" v="5253" actId="478"/>
          <ac:spMkLst>
            <pc:docMk/>
            <pc:sldMk cId="2551293540" sldId="478"/>
            <ac:spMk id="9" creationId="{B21EC79E-2DF2-4125-8520-93128863689B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2:57:44.220" v="5072" actId="20577"/>
          <ac:spMkLst>
            <pc:docMk/>
            <pc:sldMk cId="2551293540" sldId="478"/>
            <ac:spMk id="20482" creationId="{DA623730-44A2-7876-7832-2E4BB653C41A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6:12:57.188" v="5666" actId="6549"/>
          <ac:spMkLst>
            <pc:docMk/>
            <pc:sldMk cId="2551293540" sldId="478"/>
            <ac:spMk id="20483" creationId="{6CF76C83-9628-82EB-EEC2-12037642C096}"/>
          </ac:spMkLst>
        </pc:spChg>
        <pc:graphicFrameChg chg="add mod modGraphic">
          <ac:chgData name="Beets, Simone (Dr) (Summerstrand Campus South)" userId="a9ed24f3-f7e1-440a-a32f-a1285e0bd405" providerId="ADAL" clId="{F83932D7-0F9E-47B0-AD9C-92B7CAFD15E6}" dt="2025-08-31T16:13:37.140" v="5679" actId="1076"/>
          <ac:graphicFrameMkLst>
            <pc:docMk/>
            <pc:sldMk cId="2551293540" sldId="478"/>
            <ac:graphicFrameMk id="5" creationId="{979D547B-4B77-4E6B-87E3-30C33F0AD3FC}"/>
          </ac:graphicFrameMkLst>
        </pc:graphicFrameChg>
      </pc:sldChg>
      <pc:sldChg chg="add modNotesTx">
        <pc:chgData name="Beets, Simone (Dr) (Summerstrand Campus South)" userId="a9ed24f3-f7e1-440a-a32f-a1285e0bd405" providerId="ADAL" clId="{F83932D7-0F9E-47B0-AD9C-92B7CAFD15E6}" dt="2025-09-02T20:26:44.326" v="18979" actId="20577"/>
        <pc:sldMkLst>
          <pc:docMk/>
          <pc:sldMk cId="3212230857" sldId="479"/>
        </pc:sldMkLst>
      </pc:sldChg>
      <pc:sldChg chg="addSp modSp add del mod modNotesTx">
        <pc:chgData name="Beets, Simone (Dr) (Summerstrand Campus South)" userId="a9ed24f3-f7e1-440a-a32f-a1285e0bd405" providerId="ADAL" clId="{F83932D7-0F9E-47B0-AD9C-92B7CAFD15E6}" dt="2025-08-31T18:53:40.875" v="17935" actId="47"/>
        <pc:sldMkLst>
          <pc:docMk/>
          <pc:sldMk cId="164223592" sldId="480"/>
        </pc:sldMkLst>
        <pc:spChg chg="add mod">
          <ac:chgData name="Beets, Simone (Dr) (Summerstrand Campus South)" userId="a9ed24f3-f7e1-440a-a32f-a1285e0bd405" providerId="ADAL" clId="{F83932D7-0F9E-47B0-AD9C-92B7CAFD15E6}" dt="2025-08-31T18:45:41.665" v="17309" actId="20577"/>
          <ac:spMkLst>
            <pc:docMk/>
            <pc:sldMk cId="164223592" sldId="480"/>
            <ac:spMk id="3" creationId="{7B12CA33-CDF7-416D-9382-9A9344A014E3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8:46:18.452" v="17322" actId="1076"/>
          <ac:spMkLst>
            <pc:docMk/>
            <pc:sldMk cId="164223592" sldId="480"/>
            <ac:spMk id="5" creationId="{13BC7F9A-77E1-4AE9-A182-5413D74B07FF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8:46:33.411" v="17326"/>
          <ac:spMkLst>
            <pc:docMk/>
            <pc:sldMk cId="164223592" sldId="480"/>
            <ac:spMk id="7" creationId="{129D3A7E-0D4F-4EBD-891C-FE66ACED1F2F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8:44:13.278" v="17239" actId="20577"/>
          <ac:spMkLst>
            <pc:docMk/>
            <pc:sldMk cId="164223592" sldId="480"/>
            <ac:spMk id="121" creationId="{2CD51022-09D2-4F0C-88F2-3D999023AE0E}"/>
          </ac:spMkLst>
        </pc:spChg>
      </pc:sldChg>
      <pc:sldChg chg="addSp delSp modSp add mod modNotesTx">
        <pc:chgData name="Beets, Simone (Dr) (Summerstrand Campus South)" userId="a9ed24f3-f7e1-440a-a32f-a1285e0bd405" providerId="ADAL" clId="{F83932D7-0F9E-47B0-AD9C-92B7CAFD15E6}" dt="2025-08-31T19:13:27.610" v="18484" actId="114"/>
        <pc:sldMkLst>
          <pc:docMk/>
          <pc:sldMk cId="1200642220" sldId="481"/>
        </pc:sldMkLst>
        <pc:spChg chg="mod">
          <ac:chgData name="Beets, Simone (Dr) (Summerstrand Campus South)" userId="a9ed24f3-f7e1-440a-a32f-a1285e0bd405" providerId="ADAL" clId="{F83932D7-0F9E-47B0-AD9C-92B7CAFD15E6}" dt="2025-08-31T19:13:27.610" v="18484" actId="114"/>
          <ac:spMkLst>
            <pc:docMk/>
            <pc:sldMk cId="1200642220" sldId="481"/>
            <ac:spMk id="3" creationId="{7B12CA33-CDF7-416D-9382-9A9344A014E3}"/>
          </ac:spMkLst>
        </pc:spChg>
        <pc:spChg chg="del mod">
          <ac:chgData name="Beets, Simone (Dr) (Summerstrand Campus South)" userId="a9ed24f3-f7e1-440a-a32f-a1285e0bd405" providerId="ADAL" clId="{F83932D7-0F9E-47B0-AD9C-92B7CAFD15E6}" dt="2025-08-31T18:50:37.927" v="17799" actId="478"/>
          <ac:spMkLst>
            <pc:docMk/>
            <pc:sldMk cId="1200642220" sldId="481"/>
            <ac:spMk id="5" creationId="{13BC7F9A-77E1-4AE9-A182-5413D74B07FF}"/>
          </ac:spMkLst>
        </pc:spChg>
        <pc:spChg chg="del">
          <ac:chgData name="Beets, Simone (Dr) (Summerstrand Campus South)" userId="a9ed24f3-f7e1-440a-a32f-a1285e0bd405" providerId="ADAL" clId="{F83932D7-0F9E-47B0-AD9C-92B7CAFD15E6}" dt="2025-08-31T18:50:36.397" v="17797" actId="478"/>
          <ac:spMkLst>
            <pc:docMk/>
            <pc:sldMk cId="1200642220" sldId="481"/>
            <ac:spMk id="7" creationId="{129D3A7E-0D4F-4EBD-891C-FE66ACED1F2F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8:50:33.896" v="17796" actId="20577"/>
          <ac:spMkLst>
            <pc:docMk/>
            <pc:sldMk cId="1200642220" sldId="481"/>
            <ac:spMk id="121" creationId="{2CD51022-09D2-4F0C-88F2-3D999023AE0E}"/>
          </ac:spMkLst>
        </pc:spChg>
        <pc:picChg chg="add mod">
          <ac:chgData name="Beets, Simone (Dr) (Summerstrand Campus South)" userId="a9ed24f3-f7e1-440a-a32f-a1285e0bd405" providerId="ADAL" clId="{F83932D7-0F9E-47B0-AD9C-92B7CAFD15E6}" dt="2025-08-31T18:51:37.044" v="17829" actId="1076"/>
          <ac:picMkLst>
            <pc:docMk/>
            <pc:sldMk cId="1200642220" sldId="481"/>
            <ac:picMk id="6" creationId="{8EFF8D66-9454-46B5-BDD4-BED27B8FAE03}"/>
          </ac:picMkLst>
        </pc:picChg>
      </pc:sldChg>
      <pc:sldChg chg="addSp modSp add mod modAnim modNotesTx">
        <pc:chgData name="Beets, Simone (Dr) (Summerstrand Campus South)" userId="a9ed24f3-f7e1-440a-a32f-a1285e0bd405" providerId="ADAL" clId="{F83932D7-0F9E-47B0-AD9C-92B7CAFD15E6}" dt="2025-09-02T20:26:30.110" v="18975" actId="20577"/>
        <pc:sldMkLst>
          <pc:docMk/>
          <pc:sldMk cId="529893802" sldId="482"/>
        </pc:sldMkLst>
        <pc:spChg chg="add mod">
          <ac:chgData name="Beets, Simone (Dr) (Summerstrand Campus South)" userId="a9ed24f3-f7e1-440a-a32f-a1285e0bd405" providerId="ADAL" clId="{F83932D7-0F9E-47B0-AD9C-92B7CAFD15E6}" dt="2025-09-01T05:24:40.930" v="18554" actId="208"/>
          <ac:spMkLst>
            <pc:docMk/>
            <pc:sldMk cId="529893802" sldId="482"/>
            <ac:spMk id="2" creationId="{0612A008-145A-4C6B-A7AE-E15723746E67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8:59:01.801" v="17996" actId="114"/>
          <ac:spMkLst>
            <pc:docMk/>
            <pc:sldMk cId="529893802" sldId="482"/>
            <ac:spMk id="3" creationId="{7B12CA33-CDF7-416D-9382-9A9344A014E3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8:53:32.391" v="17933" actId="1076"/>
          <ac:spMkLst>
            <pc:docMk/>
            <pc:sldMk cId="529893802" sldId="482"/>
            <ac:spMk id="5" creationId="{3700A7BE-36AD-432F-B8CD-C2AD377A05D5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8:53:34.971" v="17934" actId="1076"/>
          <ac:spMkLst>
            <pc:docMk/>
            <pc:sldMk cId="529893802" sldId="482"/>
            <ac:spMk id="7" creationId="{5540685D-4F0B-4032-A7E8-FB3E4AC5A02E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8:56:13.873" v="17976" actId="20577"/>
          <ac:spMkLst>
            <pc:docMk/>
            <pc:sldMk cId="529893802" sldId="482"/>
            <ac:spMk id="8" creationId="{2138EC8D-244E-4CF6-824F-523E5450D1D2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8:56:26.191" v="17982" actId="14100"/>
          <ac:spMkLst>
            <pc:docMk/>
            <pc:sldMk cId="529893802" sldId="482"/>
            <ac:spMk id="9" creationId="{55975FEA-5CE3-4136-BE28-5809B6E43E5F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8:57:32.339" v="17986"/>
          <ac:spMkLst>
            <pc:docMk/>
            <pc:sldMk cId="529893802" sldId="482"/>
            <ac:spMk id="10" creationId="{D478C65E-5D02-4197-8A5C-836076B86C29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8:57:51.704" v="17993" actId="1076"/>
          <ac:spMkLst>
            <pc:docMk/>
            <pc:sldMk cId="529893802" sldId="482"/>
            <ac:spMk id="11" creationId="{4CA5B029-6223-47EF-8AEB-E8A3C026FED5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8:52:04.251" v="17839" actId="6549"/>
          <ac:spMkLst>
            <pc:docMk/>
            <pc:sldMk cId="529893802" sldId="482"/>
            <ac:spMk id="121" creationId="{2CD51022-09D2-4F0C-88F2-3D999023AE0E}"/>
          </ac:spMkLst>
        </pc:spChg>
      </pc:sldChg>
      <pc:sldChg chg="addSp modSp add mod ord modAnim modNotesTx">
        <pc:chgData name="Beets, Simone (Dr) (Summerstrand Campus South)" userId="a9ed24f3-f7e1-440a-a32f-a1285e0bd405" providerId="ADAL" clId="{F83932D7-0F9E-47B0-AD9C-92B7CAFD15E6}" dt="2025-08-31T19:09:01.514" v="18475" actId="6549"/>
        <pc:sldMkLst>
          <pc:docMk/>
          <pc:sldMk cId="807447944" sldId="483"/>
        </pc:sldMkLst>
        <pc:spChg chg="add mod">
          <ac:chgData name="Beets, Simone (Dr) (Summerstrand Campus South)" userId="a9ed24f3-f7e1-440a-a32f-a1285e0bd405" providerId="ADAL" clId="{F83932D7-0F9E-47B0-AD9C-92B7CAFD15E6}" dt="2025-08-31T19:07:47.282" v="18430" actId="207"/>
          <ac:spMkLst>
            <pc:docMk/>
            <pc:sldMk cId="807447944" sldId="483"/>
            <ac:spMk id="5" creationId="{8CCA9A81-C97A-49BE-B1EC-0A47D73E4044}"/>
          </ac:spMkLst>
        </pc:spChg>
        <pc:spChg chg="mod">
          <ac:chgData name="Beets, Simone (Dr) (Summerstrand Campus South)" userId="a9ed24f3-f7e1-440a-a32f-a1285e0bd405" providerId="ADAL" clId="{F83932D7-0F9E-47B0-AD9C-92B7CAFD15E6}" dt="2025-08-31T19:02:07.421" v="18070" actId="20577"/>
          <ac:spMkLst>
            <pc:docMk/>
            <pc:sldMk cId="807447944" sldId="483"/>
            <ac:spMk id="7" creationId="{26843B51-4B40-4BD3-8546-6C233E35CA59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9:07:06.871" v="18348" actId="207"/>
          <ac:spMkLst>
            <pc:docMk/>
            <pc:sldMk cId="807447944" sldId="483"/>
            <ac:spMk id="9" creationId="{FDA0F9AE-A3A6-473C-9C92-C3BE9B392184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9:06:38.001" v="18309" actId="1076"/>
          <ac:spMkLst>
            <pc:docMk/>
            <pc:sldMk cId="807447944" sldId="483"/>
            <ac:spMk id="10" creationId="{F6E15690-B907-496D-A34B-5F8495664ACC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9:05:51.659" v="18271" actId="207"/>
          <ac:spMkLst>
            <pc:docMk/>
            <pc:sldMk cId="807447944" sldId="483"/>
            <ac:spMk id="11" creationId="{4A6AF662-D2B1-45BC-AF06-6E4C966D349E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9:05:55.106" v="18272" actId="207"/>
          <ac:spMkLst>
            <pc:docMk/>
            <pc:sldMk cId="807447944" sldId="483"/>
            <ac:spMk id="13" creationId="{667D7423-4066-4CAB-BC19-B35ACD751EB1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9:05:47.801" v="18270" actId="207"/>
          <ac:spMkLst>
            <pc:docMk/>
            <pc:sldMk cId="807447944" sldId="483"/>
            <ac:spMk id="15" creationId="{9625AF76-D519-4190-AC20-211F8FA4F80F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9:05:58.701" v="18273" actId="207"/>
          <ac:spMkLst>
            <pc:docMk/>
            <pc:sldMk cId="807447944" sldId="483"/>
            <ac:spMk id="17" creationId="{7A073DB2-9B94-4328-A1FD-DAF465950541}"/>
          </ac:spMkLst>
        </pc:spChg>
        <pc:spChg chg="add mod">
          <ac:chgData name="Beets, Simone (Dr) (Summerstrand Campus South)" userId="a9ed24f3-f7e1-440a-a32f-a1285e0bd405" providerId="ADAL" clId="{F83932D7-0F9E-47B0-AD9C-92B7CAFD15E6}" dt="2025-08-31T19:08:26.725" v="18464" actId="1076"/>
          <ac:spMkLst>
            <pc:docMk/>
            <pc:sldMk cId="807447944" sldId="483"/>
            <ac:spMk id="19" creationId="{A0D06ABE-7296-4351-BDC5-743534CE1672}"/>
          </ac:spMkLst>
        </pc:spChg>
      </pc:sldChg>
      <pc:sldChg chg="addSp modSp add mod modNotes modNotesTx">
        <pc:chgData name="Beets, Simone (Dr) (Summerstrand Campus South)" userId="a9ed24f3-f7e1-440a-a32f-a1285e0bd405" providerId="ADAL" clId="{F83932D7-0F9E-47B0-AD9C-92B7CAFD15E6}" dt="2025-08-31T19:17:31.679" v="18530" actId="6549"/>
        <pc:sldMkLst>
          <pc:docMk/>
          <pc:sldMk cId="1442972281" sldId="484"/>
        </pc:sldMkLst>
        <pc:spChg chg="mod">
          <ac:chgData name="Beets, Simone (Dr) (Summerstrand Campus South)" userId="a9ed24f3-f7e1-440a-a32f-a1285e0bd405" providerId="ADAL" clId="{F83932D7-0F9E-47B0-AD9C-92B7CAFD15E6}" dt="2025-08-31T19:16:50.534" v="18519" actId="1076"/>
          <ac:spMkLst>
            <pc:docMk/>
            <pc:sldMk cId="1442972281" sldId="484"/>
            <ac:spMk id="6" creationId="{E42391C6-ECE5-EEC5-975A-44F397091D90}"/>
          </ac:spMkLst>
        </pc:spChg>
        <pc:picChg chg="add mod">
          <ac:chgData name="Beets, Simone (Dr) (Summerstrand Campus South)" userId="a9ed24f3-f7e1-440a-a32f-a1285e0bd405" providerId="ADAL" clId="{F83932D7-0F9E-47B0-AD9C-92B7CAFD15E6}" dt="2025-08-31T19:15:35.883" v="18502" actId="1076"/>
          <ac:picMkLst>
            <pc:docMk/>
            <pc:sldMk cId="1442972281" sldId="484"/>
            <ac:picMk id="4" creationId="{532B0402-EAC3-42C0-A1E4-2A157D4BC826}"/>
          </ac:picMkLst>
        </pc:picChg>
        <pc:picChg chg="add mod">
          <ac:chgData name="Beets, Simone (Dr) (Summerstrand Campus South)" userId="a9ed24f3-f7e1-440a-a32f-a1285e0bd405" providerId="ADAL" clId="{F83932D7-0F9E-47B0-AD9C-92B7CAFD15E6}" dt="2025-08-31T19:16:31.302" v="18515" actId="1076"/>
          <ac:picMkLst>
            <pc:docMk/>
            <pc:sldMk cId="1442972281" sldId="484"/>
            <ac:picMk id="7" creationId="{D3509BF4-1592-42D1-B0FC-35A9DE053CD8}"/>
          </ac:picMkLst>
        </pc:picChg>
      </pc:sldChg>
      <pc:sldChg chg="addSp delSp modSp new del mod modAnim">
        <pc:chgData name="Beets, Simone (Dr) (Summerstrand Campus South)" userId="a9ed24f3-f7e1-440a-a32f-a1285e0bd405" providerId="ADAL" clId="{F83932D7-0F9E-47B0-AD9C-92B7CAFD15E6}" dt="2025-09-02T20:27:45.596" v="19003" actId="2696"/>
        <pc:sldMkLst>
          <pc:docMk/>
          <pc:sldMk cId="416611571" sldId="485"/>
        </pc:sldMkLst>
        <pc:spChg chg="del">
          <ac:chgData name="Beets, Simone (Dr) (Summerstrand Campus South)" userId="a9ed24f3-f7e1-440a-a32f-a1285e0bd405" providerId="ADAL" clId="{F83932D7-0F9E-47B0-AD9C-92B7CAFD15E6}" dt="2025-09-01T08:18:09.788" v="18758" actId="478"/>
          <ac:spMkLst>
            <pc:docMk/>
            <pc:sldMk cId="416611571" sldId="485"/>
            <ac:spMk id="2" creationId="{F01F60C8-0678-4B4D-AFC6-04FC7C29D5C1}"/>
          </ac:spMkLst>
        </pc:spChg>
        <pc:spChg chg="del">
          <ac:chgData name="Beets, Simone (Dr) (Summerstrand Campus South)" userId="a9ed24f3-f7e1-440a-a32f-a1285e0bd405" providerId="ADAL" clId="{F83932D7-0F9E-47B0-AD9C-92B7CAFD15E6}" dt="2025-09-01T08:18:11.482" v="18759" actId="478"/>
          <ac:spMkLst>
            <pc:docMk/>
            <pc:sldMk cId="416611571" sldId="485"/>
            <ac:spMk id="3" creationId="{9981314C-E3DE-4573-BA8C-A3A4516731E1}"/>
          </ac:spMkLst>
        </pc:spChg>
        <pc:spChg chg="add mod">
          <ac:chgData name="Beets, Simone (Dr) (Summerstrand Campus South)" userId="a9ed24f3-f7e1-440a-a32f-a1285e0bd405" providerId="ADAL" clId="{F83932D7-0F9E-47B0-AD9C-92B7CAFD15E6}" dt="2025-09-01T08:18:40.535" v="18765" actId="1076"/>
          <ac:spMkLst>
            <pc:docMk/>
            <pc:sldMk cId="416611571" sldId="485"/>
            <ac:spMk id="6" creationId="{482AA306-0F10-4D68-9D76-9AA29D6DF778}"/>
          </ac:spMkLst>
        </pc:spChg>
        <pc:spChg chg="add mod">
          <ac:chgData name="Beets, Simone (Dr) (Summerstrand Campus South)" userId="a9ed24f3-f7e1-440a-a32f-a1285e0bd405" providerId="ADAL" clId="{F83932D7-0F9E-47B0-AD9C-92B7CAFD15E6}" dt="2025-09-01T08:18:43.937" v="18766" actId="1076"/>
          <ac:spMkLst>
            <pc:docMk/>
            <pc:sldMk cId="416611571" sldId="485"/>
            <ac:spMk id="7" creationId="{C9DE8F51-7F1F-4B0C-9630-0B3A2A916EE3}"/>
          </ac:spMkLst>
        </pc:spChg>
        <pc:picChg chg="add mod">
          <ac:chgData name="Beets, Simone (Dr) (Summerstrand Campus South)" userId="a9ed24f3-f7e1-440a-a32f-a1285e0bd405" providerId="ADAL" clId="{F83932D7-0F9E-47B0-AD9C-92B7CAFD15E6}" dt="2025-09-02T20:27:37.776" v="19002" actId="1076"/>
          <ac:picMkLst>
            <pc:docMk/>
            <pc:sldMk cId="416611571" sldId="485"/>
            <ac:picMk id="3" creationId="{72436149-C471-4EBC-BFFB-E8C2539745F9}"/>
          </ac:picMkLst>
        </pc:picChg>
        <pc:picChg chg="add mod">
          <ac:chgData name="Beets, Simone (Dr) (Summerstrand Campus South)" userId="a9ed24f3-f7e1-440a-a32f-a1285e0bd405" providerId="ADAL" clId="{F83932D7-0F9E-47B0-AD9C-92B7CAFD15E6}" dt="2025-09-01T08:18:21.856" v="18763" actId="1076"/>
          <ac:picMkLst>
            <pc:docMk/>
            <pc:sldMk cId="416611571" sldId="485"/>
            <ac:picMk id="5" creationId="{AA539B94-CEA3-40C7-8609-65A60432D796}"/>
          </ac:picMkLst>
        </pc:picChg>
      </pc:sldChg>
    </pc:docChg>
  </pc:docChgLst>
  <pc:docChgLst>
    <pc:chgData name="Beets, Simone (Dr) (Summerstrand Campus South)" userId="a9ed24f3-f7e1-440a-a32f-a1285e0bd405" providerId="ADAL" clId="{7DE903C5-390E-412E-A2D5-05436BBD3F85}"/>
    <pc:docChg chg="custSel addSld delSld modSld sldOrd">
      <pc:chgData name="Beets, Simone (Dr) (Summerstrand Campus South)" userId="a9ed24f3-f7e1-440a-a32f-a1285e0bd405" providerId="ADAL" clId="{7DE903C5-390E-412E-A2D5-05436BBD3F85}" dt="2026-09-07T08:15:10.316" v="476" actId="22"/>
      <pc:docMkLst>
        <pc:docMk/>
      </pc:docMkLst>
      <pc:sldChg chg="modNotesTx">
        <pc:chgData name="Beets, Simone (Dr) (Summerstrand Campus South)" userId="a9ed24f3-f7e1-440a-a32f-a1285e0bd405" providerId="ADAL" clId="{7DE903C5-390E-412E-A2D5-05436BBD3F85}" dt="2026-09-06T21:56:44.739" v="95" actId="20577"/>
        <pc:sldMkLst>
          <pc:docMk/>
          <pc:sldMk cId="76496665" sldId="411"/>
        </pc:sldMkLst>
      </pc:sldChg>
      <pc:sldChg chg="modNotesTx">
        <pc:chgData name="Beets, Simone (Dr) (Summerstrand Campus South)" userId="a9ed24f3-f7e1-440a-a32f-a1285e0bd405" providerId="ADAL" clId="{7DE903C5-390E-412E-A2D5-05436BBD3F85}" dt="2026-09-06T21:52:20.392" v="4" actId="20577"/>
        <pc:sldMkLst>
          <pc:docMk/>
          <pc:sldMk cId="172338004" sldId="413"/>
        </pc:sldMkLst>
      </pc:sldChg>
      <pc:sldChg chg="addSp delSp modSp add mod ord">
        <pc:chgData name="Beets, Simone (Dr) (Summerstrand Campus South)" userId="a9ed24f3-f7e1-440a-a32f-a1285e0bd405" providerId="ADAL" clId="{7DE903C5-390E-412E-A2D5-05436BBD3F85}" dt="2026-09-06T22:18:03.389" v="460" actId="478"/>
        <pc:sldMkLst>
          <pc:docMk/>
          <pc:sldMk cId="0" sldId="423"/>
        </pc:sldMkLst>
        <pc:spChg chg="mod">
          <ac:chgData name="Beets, Simone (Dr) (Summerstrand Campus South)" userId="a9ed24f3-f7e1-440a-a32f-a1285e0bd405" providerId="ADAL" clId="{7DE903C5-390E-412E-A2D5-05436BBD3F85}" dt="2026-09-06T22:14:58.468" v="452" actId="20577"/>
          <ac:spMkLst>
            <pc:docMk/>
            <pc:sldMk cId="0" sldId="423"/>
            <ac:spMk id="4" creationId="{7E562DB8-8D1E-47C9-AAF8-92BA4FC1F5BA}"/>
          </ac:spMkLst>
        </pc:spChg>
        <pc:spChg chg="mod">
          <ac:chgData name="Beets, Simone (Dr) (Summerstrand Campus South)" userId="a9ed24f3-f7e1-440a-a32f-a1285e0bd405" providerId="ADAL" clId="{7DE903C5-390E-412E-A2D5-05436BBD3F85}" dt="2026-09-06T22:15:29.801" v="457" actId="20577"/>
          <ac:spMkLst>
            <pc:docMk/>
            <pc:sldMk cId="0" sldId="423"/>
            <ac:spMk id="5" creationId="{4FE37EF9-198E-461B-B235-F32727DB9297}"/>
          </ac:spMkLst>
        </pc:spChg>
        <pc:spChg chg="mod">
          <ac:chgData name="Beets, Simone (Dr) (Summerstrand Campus South)" userId="a9ed24f3-f7e1-440a-a32f-a1285e0bd405" providerId="ADAL" clId="{7DE903C5-390E-412E-A2D5-05436BBD3F85}" dt="2026-09-06T22:15:57.672" v="459" actId="6549"/>
          <ac:spMkLst>
            <pc:docMk/>
            <pc:sldMk cId="0" sldId="423"/>
            <ac:spMk id="8" creationId="{20B542A7-2956-E459-BC94-B83EE5767A94}"/>
          </ac:spMkLst>
        </pc:spChg>
        <pc:picChg chg="add del mod">
          <ac:chgData name="Beets, Simone (Dr) (Summerstrand Campus South)" userId="a9ed24f3-f7e1-440a-a32f-a1285e0bd405" providerId="ADAL" clId="{7DE903C5-390E-412E-A2D5-05436BBD3F85}" dt="2026-09-06T22:18:03.389" v="460" actId="478"/>
          <ac:picMkLst>
            <pc:docMk/>
            <pc:sldMk cId="0" sldId="423"/>
            <ac:picMk id="2" creationId="{F3636508-BEA7-A479-60EB-BE019D93F374}"/>
          </ac:picMkLst>
        </pc:picChg>
        <pc:picChg chg="del">
          <ac:chgData name="Beets, Simone (Dr) (Summerstrand Campus South)" userId="a9ed24f3-f7e1-440a-a32f-a1285e0bd405" providerId="ADAL" clId="{7DE903C5-390E-412E-A2D5-05436BBD3F85}" dt="2026-09-06T22:13:35.539" v="379" actId="21"/>
          <ac:picMkLst>
            <pc:docMk/>
            <pc:sldMk cId="0" sldId="423"/>
            <ac:picMk id="7" creationId="{F3636508-BEA7-A479-60EB-BE019D93F374}"/>
          </ac:picMkLst>
        </pc:picChg>
      </pc:sldChg>
      <pc:sldChg chg="modAnim">
        <pc:chgData name="Beets, Simone (Dr) (Summerstrand Campus South)" userId="a9ed24f3-f7e1-440a-a32f-a1285e0bd405" providerId="ADAL" clId="{7DE903C5-390E-412E-A2D5-05436BBD3F85}" dt="2026-09-07T07:54:38.770" v="462"/>
        <pc:sldMkLst>
          <pc:docMk/>
          <pc:sldMk cId="2659204935" sldId="434"/>
        </pc:sldMkLst>
      </pc:sldChg>
      <pc:sldChg chg="addSp delSp mod modNotesTx">
        <pc:chgData name="Beets, Simone (Dr) (Summerstrand Campus South)" userId="a9ed24f3-f7e1-440a-a32f-a1285e0bd405" providerId="ADAL" clId="{7DE903C5-390E-412E-A2D5-05436BBD3F85}" dt="2026-09-07T08:15:10.316" v="476" actId="22"/>
        <pc:sldMkLst>
          <pc:docMk/>
          <pc:sldMk cId="1523816438" sldId="453"/>
        </pc:sldMkLst>
        <pc:spChg chg="del">
          <ac:chgData name="Beets, Simone (Dr) (Summerstrand Campus South)" userId="a9ed24f3-f7e1-440a-a32f-a1285e0bd405" providerId="ADAL" clId="{7DE903C5-390E-412E-A2D5-05436BBD3F85}" dt="2026-09-07T08:15:06.896" v="474" actId="478"/>
          <ac:spMkLst>
            <pc:docMk/>
            <pc:sldMk cId="1523816438" sldId="453"/>
            <ac:spMk id="2" creationId="{8E5BD929-AC5E-B0D4-78FE-51F61EEF425B}"/>
          </ac:spMkLst>
        </pc:spChg>
        <pc:spChg chg="del">
          <ac:chgData name="Beets, Simone (Dr) (Summerstrand Campus South)" userId="a9ed24f3-f7e1-440a-a32f-a1285e0bd405" providerId="ADAL" clId="{7DE903C5-390E-412E-A2D5-05436BBD3F85}" dt="2026-09-07T08:15:06.329" v="473" actId="478"/>
          <ac:spMkLst>
            <pc:docMk/>
            <pc:sldMk cId="1523816438" sldId="453"/>
            <ac:spMk id="6" creationId="{E42391C6-ECE5-EEC5-975A-44F397091D90}"/>
          </ac:spMkLst>
        </pc:spChg>
        <pc:picChg chg="add">
          <ac:chgData name="Beets, Simone (Dr) (Summerstrand Campus South)" userId="a9ed24f3-f7e1-440a-a32f-a1285e0bd405" providerId="ADAL" clId="{7DE903C5-390E-412E-A2D5-05436BBD3F85}" dt="2026-09-07T08:15:10.316" v="476" actId="22"/>
          <ac:picMkLst>
            <pc:docMk/>
            <pc:sldMk cId="1523816438" sldId="453"/>
            <ac:picMk id="4" creationId="{C7CFC1D3-CD9E-AB64-AFBA-A926248895BE}"/>
          </ac:picMkLst>
        </pc:picChg>
        <pc:picChg chg="del">
          <ac:chgData name="Beets, Simone (Dr) (Summerstrand Campus South)" userId="a9ed24f3-f7e1-440a-a32f-a1285e0bd405" providerId="ADAL" clId="{7DE903C5-390E-412E-A2D5-05436BBD3F85}" dt="2026-09-07T08:15:05.839" v="472" actId="478"/>
          <ac:picMkLst>
            <pc:docMk/>
            <pc:sldMk cId="1523816438" sldId="453"/>
            <ac:picMk id="7" creationId="{2008B6EB-11E4-4E67-8B41-2BE23B55FB72}"/>
          </ac:picMkLst>
        </pc:picChg>
      </pc:sldChg>
      <pc:sldChg chg="modAnim modNotesTx">
        <pc:chgData name="Beets, Simone (Dr) (Summerstrand Campus South)" userId="a9ed24f3-f7e1-440a-a32f-a1285e0bd405" providerId="ADAL" clId="{7DE903C5-390E-412E-A2D5-05436BBD3F85}" dt="2026-09-07T08:05:09.551" v="470"/>
        <pc:sldMkLst>
          <pc:docMk/>
          <pc:sldMk cId="2823660570" sldId="458"/>
        </pc:sldMkLst>
      </pc:sldChg>
      <pc:sldChg chg="modNotesTx">
        <pc:chgData name="Beets, Simone (Dr) (Summerstrand Campus South)" userId="a9ed24f3-f7e1-440a-a32f-a1285e0bd405" providerId="ADAL" clId="{7DE903C5-390E-412E-A2D5-05436BBD3F85}" dt="2026-09-06T21:55:35.942" v="53" actId="20577"/>
        <pc:sldMkLst>
          <pc:docMk/>
          <pc:sldMk cId="4057006992" sldId="463"/>
        </pc:sldMkLst>
      </pc:sldChg>
      <pc:sldChg chg="modNotesTx">
        <pc:chgData name="Beets, Simone (Dr) (Summerstrand Campus South)" userId="a9ed24f3-f7e1-440a-a32f-a1285e0bd405" providerId="ADAL" clId="{7DE903C5-390E-412E-A2D5-05436BBD3F85}" dt="2026-09-06T21:58:49.066" v="146" actId="20577"/>
        <pc:sldMkLst>
          <pc:docMk/>
          <pc:sldMk cId="458113487" sldId="465"/>
        </pc:sldMkLst>
      </pc:sldChg>
      <pc:sldChg chg="modNotesTx">
        <pc:chgData name="Beets, Simone (Dr) (Summerstrand Campus South)" userId="a9ed24f3-f7e1-440a-a32f-a1285e0bd405" providerId="ADAL" clId="{7DE903C5-390E-412E-A2D5-05436BBD3F85}" dt="2026-09-06T21:59:07.327" v="151" actId="313"/>
        <pc:sldMkLst>
          <pc:docMk/>
          <pc:sldMk cId="3690649883" sldId="466"/>
        </pc:sldMkLst>
      </pc:sldChg>
      <pc:sldChg chg="modNotesTx">
        <pc:chgData name="Beets, Simone (Dr) (Summerstrand Campus South)" userId="a9ed24f3-f7e1-440a-a32f-a1285e0bd405" providerId="ADAL" clId="{7DE903C5-390E-412E-A2D5-05436BBD3F85}" dt="2026-09-06T22:00:18.066" v="193" actId="20577"/>
        <pc:sldMkLst>
          <pc:docMk/>
          <pc:sldMk cId="3311103727" sldId="467"/>
        </pc:sldMkLst>
      </pc:sldChg>
      <pc:sldChg chg="modAnim modNotesTx">
        <pc:chgData name="Beets, Simone (Dr) (Summerstrand Campus South)" userId="a9ed24f3-f7e1-440a-a32f-a1285e0bd405" providerId="ADAL" clId="{7DE903C5-390E-412E-A2D5-05436BBD3F85}" dt="2026-09-07T08:01:54.120" v="465"/>
        <pc:sldMkLst>
          <pc:docMk/>
          <pc:sldMk cId="1832555524" sldId="468"/>
        </pc:sldMkLst>
      </pc:sldChg>
      <pc:sldChg chg="modAnim modNotesTx">
        <pc:chgData name="Beets, Simone (Dr) (Summerstrand Campus South)" userId="a9ed24f3-f7e1-440a-a32f-a1285e0bd405" providerId="ADAL" clId="{7DE903C5-390E-412E-A2D5-05436BBD3F85}" dt="2026-09-07T08:04:23.429" v="466"/>
        <pc:sldMkLst>
          <pc:docMk/>
          <pc:sldMk cId="1555859338" sldId="471"/>
        </pc:sldMkLst>
      </pc:sldChg>
      <pc:sldChg chg="modNotesTx">
        <pc:chgData name="Beets, Simone (Dr) (Summerstrand Campus South)" userId="a9ed24f3-f7e1-440a-a32f-a1285e0bd405" providerId="ADAL" clId="{7DE903C5-390E-412E-A2D5-05436BBD3F85}" dt="2026-09-06T22:10:55.154" v="363" actId="20577"/>
        <pc:sldMkLst>
          <pc:docMk/>
          <pc:sldMk cId="1809593180" sldId="474"/>
        </pc:sldMkLst>
      </pc:sldChg>
      <pc:sldChg chg="modNotesTx">
        <pc:chgData name="Beets, Simone (Dr) (Summerstrand Campus South)" userId="a9ed24f3-f7e1-440a-a32f-a1285e0bd405" providerId="ADAL" clId="{7DE903C5-390E-412E-A2D5-05436BBD3F85}" dt="2026-09-06T22:11:18.294" v="370" actId="20577"/>
        <pc:sldMkLst>
          <pc:docMk/>
          <pc:sldMk cId="2046021899" sldId="475"/>
        </pc:sldMkLst>
      </pc:sldChg>
      <pc:sldChg chg="modSp">
        <pc:chgData name="Beets, Simone (Dr) (Summerstrand Campus South)" userId="a9ed24f3-f7e1-440a-a32f-a1285e0bd405" providerId="ADAL" clId="{7DE903C5-390E-412E-A2D5-05436BBD3F85}" dt="2026-09-06T22:12:12.185" v="374" actId="20577"/>
        <pc:sldMkLst>
          <pc:docMk/>
          <pc:sldMk cId="833180510" sldId="476"/>
        </pc:sldMkLst>
        <pc:spChg chg="mod">
          <ac:chgData name="Beets, Simone (Dr) (Summerstrand Campus South)" userId="a9ed24f3-f7e1-440a-a32f-a1285e0bd405" providerId="ADAL" clId="{7DE903C5-390E-412E-A2D5-05436BBD3F85}" dt="2026-09-06T22:12:12.185" v="374" actId="20577"/>
          <ac:spMkLst>
            <pc:docMk/>
            <pc:sldMk cId="833180510" sldId="476"/>
            <ac:spMk id="20483" creationId="{6CF76C83-9628-82EB-EEC2-12037642C096}"/>
          </ac:spMkLst>
        </pc:spChg>
      </pc:sldChg>
      <pc:sldChg chg="del">
        <pc:chgData name="Beets, Simone (Dr) (Summerstrand Campus South)" userId="a9ed24f3-f7e1-440a-a32f-a1285e0bd405" providerId="ADAL" clId="{7DE903C5-390E-412E-A2D5-05436BBD3F85}" dt="2026-09-06T22:13:08.139" v="375" actId="47"/>
        <pc:sldMkLst>
          <pc:docMk/>
          <pc:sldMk cId="218555903" sldId="477"/>
        </pc:sldMkLst>
      </pc:sldChg>
      <pc:sldChg chg="modNotesTx">
        <pc:chgData name="Beets, Simone (Dr) (Summerstrand Campus South)" userId="a9ed24f3-f7e1-440a-a32f-a1285e0bd405" providerId="ADAL" clId="{7DE903C5-390E-412E-A2D5-05436BBD3F85}" dt="2026-09-06T22:07:27.468" v="318" actId="20577"/>
        <pc:sldMkLst>
          <pc:docMk/>
          <pc:sldMk cId="3212230857" sldId="479"/>
        </pc:sldMkLst>
      </pc:sldChg>
      <pc:sldChg chg="add">
        <pc:chgData name="Beets, Simone (Dr) (Summerstrand Campus South)" userId="a9ed24f3-f7e1-440a-a32f-a1285e0bd405" providerId="ADAL" clId="{7DE903C5-390E-412E-A2D5-05436BBD3F85}" dt="2026-09-07T08:15:03.864" v="471" actId="2890"/>
        <pc:sldMkLst>
          <pc:docMk/>
          <pc:sldMk cId="319774378" sldId="48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8C6596-E93B-435D-8407-CA4BDD1EF72E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9D19CC13-65A2-4AD2-A3B6-D46E4C59E440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ZA" dirty="0"/>
            <a:t>Implemented </a:t>
          </a:r>
          <a:r>
            <a:rPr lang="en-ZA" i="1" dirty="0"/>
            <a:t>Runnable</a:t>
          </a:r>
        </a:p>
      </dgm:t>
    </dgm:pt>
    <dgm:pt modelId="{41509637-E1CE-48B4-B1A5-F111FA0D78C2}" type="parTrans" cxnId="{09AAE1A4-DA3E-4844-86A1-E2E3B168486A}">
      <dgm:prSet/>
      <dgm:spPr/>
      <dgm:t>
        <a:bodyPr/>
        <a:lstStyle/>
        <a:p>
          <a:endParaRPr lang="en-ZA"/>
        </a:p>
      </dgm:t>
    </dgm:pt>
    <dgm:pt modelId="{D7A0DF5C-09DF-4509-96B8-67FA4DD0F443}" type="sibTrans" cxnId="{09AAE1A4-DA3E-4844-86A1-E2E3B168486A}">
      <dgm:prSet/>
      <dgm:spPr/>
      <dgm:t>
        <a:bodyPr/>
        <a:lstStyle/>
        <a:p>
          <a:endParaRPr lang="en-ZA"/>
        </a:p>
      </dgm:t>
    </dgm:pt>
    <dgm:pt modelId="{8188E898-28BC-4710-A853-42A404A7C4D6}">
      <dgm:prSet custT="1"/>
      <dgm:spPr>
        <a:ln>
          <a:solidFill>
            <a:schemeClr val="accent5">
              <a:lumMod val="50000"/>
            </a:schemeClr>
          </a:solidFill>
        </a:ln>
      </dgm:spPr>
      <dgm:t>
        <a:bodyPr/>
        <a:lstStyle/>
        <a:p>
          <a:r>
            <a:rPr lang="en-US" sz="1800" i="1" dirty="0"/>
            <a:t>wrap</a:t>
          </a:r>
          <a:r>
            <a:rPr lang="en-US" sz="1800" dirty="0"/>
            <a:t> it in a thread object</a:t>
          </a:r>
          <a:endParaRPr lang="en-ZA" sz="1800" dirty="0"/>
        </a:p>
      </dgm:t>
    </dgm:pt>
    <dgm:pt modelId="{D799CB7C-7DBB-4017-876C-0AC81C936231}" type="parTrans" cxnId="{6319DFFB-7EF5-41C8-AA59-781D1290B867}">
      <dgm:prSet/>
      <dgm:spPr/>
      <dgm:t>
        <a:bodyPr/>
        <a:lstStyle/>
        <a:p>
          <a:endParaRPr lang="en-ZA"/>
        </a:p>
      </dgm:t>
    </dgm:pt>
    <dgm:pt modelId="{8B2B388D-BF3C-4E8E-BA48-15A0619C7989}" type="sibTrans" cxnId="{6319DFFB-7EF5-41C8-AA59-781D1290B867}">
      <dgm:prSet/>
      <dgm:spPr/>
      <dgm:t>
        <a:bodyPr/>
        <a:lstStyle/>
        <a:p>
          <a:endParaRPr lang="en-ZA"/>
        </a:p>
      </dgm:t>
    </dgm:pt>
    <dgm:pt modelId="{9465CDB9-C43B-4E9A-A491-DA46391FEA63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ZA" dirty="0"/>
            <a:t>Extended </a:t>
          </a:r>
          <a:r>
            <a:rPr lang="en-ZA" i="1" dirty="0"/>
            <a:t>Thread</a:t>
          </a:r>
        </a:p>
      </dgm:t>
    </dgm:pt>
    <dgm:pt modelId="{B4B3F157-625A-4E67-AC5E-4F30C4728FFE}" type="parTrans" cxnId="{A8544763-BB44-4F4D-BCC5-50A1DDB660F0}">
      <dgm:prSet/>
      <dgm:spPr/>
      <dgm:t>
        <a:bodyPr/>
        <a:lstStyle/>
        <a:p>
          <a:endParaRPr lang="en-ZA"/>
        </a:p>
      </dgm:t>
    </dgm:pt>
    <dgm:pt modelId="{021BAF68-2EA9-4A14-8000-DC0DF3663543}" type="sibTrans" cxnId="{A8544763-BB44-4F4D-BCC5-50A1DDB660F0}">
      <dgm:prSet/>
      <dgm:spPr/>
      <dgm:t>
        <a:bodyPr/>
        <a:lstStyle/>
        <a:p>
          <a:endParaRPr lang="en-ZA"/>
        </a:p>
      </dgm:t>
    </dgm:pt>
    <dgm:pt modelId="{DD5DA38B-4C62-43C0-9E51-0E2523FE6725}">
      <dgm:prSet custT="1"/>
      <dgm:spPr>
        <a:ln>
          <a:solidFill>
            <a:schemeClr val="accent5">
              <a:lumMod val="50000"/>
            </a:schemeClr>
          </a:solidFill>
        </a:ln>
      </dgm:spPr>
      <dgm:t>
        <a:bodyPr/>
        <a:lstStyle/>
        <a:p>
          <a:r>
            <a:rPr lang="en-US" sz="1800" dirty="0"/>
            <a:t>implement run method</a:t>
          </a:r>
          <a:endParaRPr lang="en-ZA" sz="1800" dirty="0"/>
        </a:p>
      </dgm:t>
    </dgm:pt>
    <dgm:pt modelId="{DA575AB3-A3CE-4D19-81F8-D94A3B6363C1}" type="parTrans" cxnId="{CBFF9102-9462-439D-B93F-DCAA29CDE092}">
      <dgm:prSet/>
      <dgm:spPr/>
      <dgm:t>
        <a:bodyPr/>
        <a:lstStyle/>
        <a:p>
          <a:endParaRPr lang="en-ZA"/>
        </a:p>
      </dgm:t>
    </dgm:pt>
    <dgm:pt modelId="{4BE37D8D-C7BC-4DF6-9402-3D2AC72EA6C0}" type="sibTrans" cxnId="{CBFF9102-9462-439D-B93F-DCAA29CDE092}">
      <dgm:prSet/>
      <dgm:spPr/>
      <dgm:t>
        <a:bodyPr/>
        <a:lstStyle/>
        <a:p>
          <a:endParaRPr lang="en-ZA"/>
        </a:p>
      </dgm:t>
    </dgm:pt>
    <dgm:pt modelId="{1DAEC194-A7CD-496A-9573-9447019FBDAE}">
      <dgm:prSet custT="1"/>
      <dgm:spPr>
        <a:ln>
          <a:solidFill>
            <a:schemeClr val="accent5">
              <a:lumMod val="50000"/>
            </a:schemeClr>
          </a:solidFill>
        </a:ln>
      </dgm:spPr>
      <dgm:t>
        <a:bodyPr/>
        <a:lstStyle/>
        <a:p>
          <a:r>
            <a:rPr lang="en-US" sz="1800" dirty="0"/>
            <a:t>then </a:t>
          </a:r>
          <a:r>
            <a:rPr lang="en-US" sz="1800" dirty="0">
              <a:latin typeface="Courier New" panose="02070309020205020404" pitchFamily="49" charset="0"/>
              <a:cs typeface="Courier New" panose="02070309020205020404" pitchFamily="49" charset="0"/>
            </a:rPr>
            <a:t>start()</a:t>
          </a:r>
          <a:r>
            <a:rPr lang="en-US" sz="1800" dirty="0"/>
            <a:t> the thread object</a:t>
          </a:r>
          <a:endParaRPr lang="en-ZA" sz="1800" dirty="0"/>
        </a:p>
      </dgm:t>
    </dgm:pt>
    <dgm:pt modelId="{5C87A6D9-28FC-4F0E-8A33-D6A36A8221DF}" type="parTrans" cxnId="{0F3D3052-FAEF-4F40-BCC6-EFD02ECEC7D5}">
      <dgm:prSet/>
      <dgm:spPr>
        <a:ln>
          <a:solidFill>
            <a:schemeClr val="accent5">
              <a:lumMod val="50000"/>
            </a:schemeClr>
          </a:solidFill>
        </a:ln>
      </dgm:spPr>
      <dgm:t>
        <a:bodyPr/>
        <a:lstStyle/>
        <a:p>
          <a:endParaRPr lang="en-ZA"/>
        </a:p>
      </dgm:t>
    </dgm:pt>
    <dgm:pt modelId="{41DD383A-5347-4D86-B093-41D2057981C8}" type="sibTrans" cxnId="{0F3D3052-FAEF-4F40-BCC6-EFD02ECEC7D5}">
      <dgm:prSet/>
      <dgm:spPr/>
      <dgm:t>
        <a:bodyPr/>
        <a:lstStyle/>
        <a:p>
          <a:endParaRPr lang="en-ZA"/>
        </a:p>
      </dgm:t>
    </dgm:pt>
    <dgm:pt modelId="{78890C9C-99D9-4188-8B11-9692D07FBB77}">
      <dgm:prSet custT="1"/>
      <dgm:spPr>
        <a:ln>
          <a:solidFill>
            <a:schemeClr val="accent5">
              <a:lumMod val="50000"/>
            </a:schemeClr>
          </a:solidFill>
        </a:ln>
      </dgm:spPr>
      <dgm:t>
        <a:bodyPr/>
        <a:lstStyle/>
        <a:p>
          <a:r>
            <a:rPr lang="en-US" sz="1800" dirty="0"/>
            <a:t>instantiate it</a:t>
          </a:r>
          <a:endParaRPr lang="en-ZA" sz="1800" dirty="0"/>
        </a:p>
      </dgm:t>
    </dgm:pt>
    <dgm:pt modelId="{A426C936-6C93-444D-999D-88BEB12D38A8}" type="parTrans" cxnId="{FF65A43E-447C-4C3D-9BFE-7491C4355C27}">
      <dgm:prSet/>
      <dgm:spPr/>
      <dgm:t>
        <a:bodyPr/>
        <a:lstStyle/>
        <a:p>
          <a:endParaRPr lang="en-ZA"/>
        </a:p>
      </dgm:t>
    </dgm:pt>
    <dgm:pt modelId="{C521D42F-9B57-45AE-8CBA-30ABBE6B216A}" type="sibTrans" cxnId="{FF65A43E-447C-4C3D-9BFE-7491C4355C27}">
      <dgm:prSet/>
      <dgm:spPr/>
      <dgm:t>
        <a:bodyPr/>
        <a:lstStyle/>
        <a:p>
          <a:endParaRPr lang="en-ZA"/>
        </a:p>
      </dgm:t>
    </dgm:pt>
    <dgm:pt modelId="{6184398A-7755-41E5-9F89-93479222C42C}">
      <dgm:prSet custT="1"/>
      <dgm:spPr>
        <a:ln>
          <a:solidFill>
            <a:schemeClr val="accent5">
              <a:lumMod val="50000"/>
            </a:schemeClr>
          </a:solidFill>
        </a:ln>
      </dgm:spPr>
      <dgm:t>
        <a:bodyPr/>
        <a:lstStyle/>
        <a:p>
          <a:r>
            <a:rPr lang="en-US" sz="1800" dirty="0"/>
            <a:t>then call </a:t>
          </a:r>
          <a:r>
            <a:rPr lang="en-US" sz="1800" dirty="0">
              <a:latin typeface="Courier New" panose="02070309020205020404" pitchFamily="49" charset="0"/>
              <a:cs typeface="Courier New" panose="02070309020205020404" pitchFamily="49" charset="0"/>
            </a:rPr>
            <a:t>start()</a:t>
          </a:r>
          <a:r>
            <a:rPr lang="en-US" sz="1800" dirty="0"/>
            <a:t> on the thread object</a:t>
          </a:r>
          <a:endParaRPr lang="en-ZA" sz="1800" dirty="0"/>
        </a:p>
      </dgm:t>
    </dgm:pt>
    <dgm:pt modelId="{1ADA8A26-0CFB-435E-8CCE-43D8EF63EF6F}" type="parTrans" cxnId="{6517A96D-8769-4691-8D50-52A8AFA784FB}">
      <dgm:prSet/>
      <dgm:spPr>
        <a:ln>
          <a:solidFill>
            <a:schemeClr val="accent5">
              <a:lumMod val="50000"/>
            </a:schemeClr>
          </a:solidFill>
        </a:ln>
      </dgm:spPr>
      <dgm:t>
        <a:bodyPr/>
        <a:lstStyle/>
        <a:p>
          <a:endParaRPr lang="en-ZA"/>
        </a:p>
      </dgm:t>
    </dgm:pt>
    <dgm:pt modelId="{4349A8BA-FFDF-4A4F-A0A4-E84DBEF40C67}" type="sibTrans" cxnId="{6517A96D-8769-4691-8D50-52A8AFA784FB}">
      <dgm:prSet/>
      <dgm:spPr/>
      <dgm:t>
        <a:bodyPr/>
        <a:lstStyle/>
        <a:p>
          <a:endParaRPr lang="en-ZA"/>
        </a:p>
      </dgm:t>
    </dgm:pt>
    <dgm:pt modelId="{F26C5756-0ABF-4FEF-BBD8-4887DA93E4A8}" type="pres">
      <dgm:prSet presAssocID="{708C6596-E93B-435D-8407-CA4BDD1EF72E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AE63772-1801-497F-9089-F87C98637006}" type="pres">
      <dgm:prSet presAssocID="{9D19CC13-65A2-4AD2-A3B6-D46E4C59E440}" presName="root" presStyleCnt="0"/>
      <dgm:spPr/>
    </dgm:pt>
    <dgm:pt modelId="{FF7DBFED-E7BF-41EA-953E-A0CBAC69AB24}" type="pres">
      <dgm:prSet presAssocID="{9D19CC13-65A2-4AD2-A3B6-D46E4C59E440}" presName="rootComposite" presStyleCnt="0"/>
      <dgm:spPr/>
    </dgm:pt>
    <dgm:pt modelId="{755268FC-BB08-4DFA-9DC7-0E90CC96932D}" type="pres">
      <dgm:prSet presAssocID="{9D19CC13-65A2-4AD2-A3B6-D46E4C59E440}" presName="rootText" presStyleLbl="node1" presStyleIdx="0" presStyleCnt="2"/>
      <dgm:spPr/>
    </dgm:pt>
    <dgm:pt modelId="{2485D985-742E-4C55-883A-B869FFCF42AE}" type="pres">
      <dgm:prSet presAssocID="{9D19CC13-65A2-4AD2-A3B6-D46E4C59E440}" presName="rootConnector" presStyleLbl="node1" presStyleIdx="0" presStyleCnt="2"/>
      <dgm:spPr/>
    </dgm:pt>
    <dgm:pt modelId="{431EF583-C599-42C3-839B-DA203BA42B7C}" type="pres">
      <dgm:prSet presAssocID="{9D19CC13-65A2-4AD2-A3B6-D46E4C59E440}" presName="childShape" presStyleCnt="0"/>
      <dgm:spPr/>
    </dgm:pt>
    <dgm:pt modelId="{3551DEBC-A00A-4B34-BA2A-7C667E97ABCA}" type="pres">
      <dgm:prSet presAssocID="{D799CB7C-7DBB-4017-876C-0AC81C936231}" presName="Name13" presStyleLbl="parChTrans1D2" presStyleIdx="0" presStyleCnt="5"/>
      <dgm:spPr/>
    </dgm:pt>
    <dgm:pt modelId="{23CDCE2F-3186-40BD-8E80-B38144434864}" type="pres">
      <dgm:prSet presAssocID="{8188E898-28BC-4710-A853-42A404A7C4D6}" presName="childText" presStyleLbl="bgAcc1" presStyleIdx="0" presStyleCnt="5" custScaleX="161820">
        <dgm:presLayoutVars>
          <dgm:bulletEnabled val="1"/>
        </dgm:presLayoutVars>
      </dgm:prSet>
      <dgm:spPr/>
    </dgm:pt>
    <dgm:pt modelId="{F160C97B-146D-43A5-BE1D-52572CC79B1B}" type="pres">
      <dgm:prSet presAssocID="{5C87A6D9-28FC-4F0E-8A33-D6A36A8221DF}" presName="Name13" presStyleLbl="parChTrans1D2" presStyleIdx="1" presStyleCnt="5"/>
      <dgm:spPr/>
    </dgm:pt>
    <dgm:pt modelId="{98FCCCA6-7765-43CD-92A0-BAD5CD1C7BA7}" type="pres">
      <dgm:prSet presAssocID="{1DAEC194-A7CD-496A-9573-9447019FBDAE}" presName="childText" presStyleLbl="bgAcc1" presStyleIdx="1" presStyleCnt="5" custScaleX="161820">
        <dgm:presLayoutVars>
          <dgm:bulletEnabled val="1"/>
        </dgm:presLayoutVars>
      </dgm:prSet>
      <dgm:spPr/>
    </dgm:pt>
    <dgm:pt modelId="{B96D16C9-B3BB-4DCA-8A55-492391788DF0}" type="pres">
      <dgm:prSet presAssocID="{9465CDB9-C43B-4E9A-A491-DA46391FEA63}" presName="root" presStyleCnt="0"/>
      <dgm:spPr/>
    </dgm:pt>
    <dgm:pt modelId="{EBAE92F1-AF66-4C4E-A04F-7F90BA18DC95}" type="pres">
      <dgm:prSet presAssocID="{9465CDB9-C43B-4E9A-A491-DA46391FEA63}" presName="rootComposite" presStyleCnt="0"/>
      <dgm:spPr/>
    </dgm:pt>
    <dgm:pt modelId="{0676045B-A3E8-4F67-9DA4-D9930AD8C623}" type="pres">
      <dgm:prSet presAssocID="{9465CDB9-C43B-4E9A-A491-DA46391FEA63}" presName="rootText" presStyleLbl="node1" presStyleIdx="1" presStyleCnt="2"/>
      <dgm:spPr/>
    </dgm:pt>
    <dgm:pt modelId="{9DB4FABC-CBFC-4255-96EE-3DD108937EE7}" type="pres">
      <dgm:prSet presAssocID="{9465CDB9-C43B-4E9A-A491-DA46391FEA63}" presName="rootConnector" presStyleLbl="node1" presStyleIdx="1" presStyleCnt="2"/>
      <dgm:spPr/>
    </dgm:pt>
    <dgm:pt modelId="{F5542DC9-2F93-4399-844C-02B72C0DC295}" type="pres">
      <dgm:prSet presAssocID="{9465CDB9-C43B-4E9A-A491-DA46391FEA63}" presName="childShape" presStyleCnt="0"/>
      <dgm:spPr/>
    </dgm:pt>
    <dgm:pt modelId="{A5299359-111A-4BCC-90D3-B6932F020295}" type="pres">
      <dgm:prSet presAssocID="{DA575AB3-A3CE-4D19-81F8-D94A3B6363C1}" presName="Name13" presStyleLbl="parChTrans1D2" presStyleIdx="2" presStyleCnt="5"/>
      <dgm:spPr/>
    </dgm:pt>
    <dgm:pt modelId="{F5B411DD-2638-44F6-8D35-ADD02D1BA213}" type="pres">
      <dgm:prSet presAssocID="{DD5DA38B-4C62-43C0-9E51-0E2523FE6725}" presName="childText" presStyleLbl="bgAcc1" presStyleIdx="2" presStyleCnt="5" custScaleX="161838">
        <dgm:presLayoutVars>
          <dgm:bulletEnabled val="1"/>
        </dgm:presLayoutVars>
      </dgm:prSet>
      <dgm:spPr/>
    </dgm:pt>
    <dgm:pt modelId="{45E065CD-0E7D-49B6-A0DD-200E4CBAC855}" type="pres">
      <dgm:prSet presAssocID="{A426C936-6C93-444D-999D-88BEB12D38A8}" presName="Name13" presStyleLbl="parChTrans1D2" presStyleIdx="3" presStyleCnt="5"/>
      <dgm:spPr/>
    </dgm:pt>
    <dgm:pt modelId="{07A860E6-31F2-4088-93F6-339EFC775CB2}" type="pres">
      <dgm:prSet presAssocID="{78890C9C-99D9-4188-8B11-9692D07FBB77}" presName="childText" presStyleLbl="bgAcc1" presStyleIdx="3" presStyleCnt="5" custScaleX="161418">
        <dgm:presLayoutVars>
          <dgm:bulletEnabled val="1"/>
        </dgm:presLayoutVars>
      </dgm:prSet>
      <dgm:spPr/>
    </dgm:pt>
    <dgm:pt modelId="{7E9D8C4E-C897-4931-81EE-40632BA0F34E}" type="pres">
      <dgm:prSet presAssocID="{1ADA8A26-0CFB-435E-8CCE-43D8EF63EF6F}" presName="Name13" presStyleLbl="parChTrans1D2" presStyleIdx="4" presStyleCnt="5"/>
      <dgm:spPr/>
    </dgm:pt>
    <dgm:pt modelId="{21647744-A843-44B8-8CE0-ECE08DC23278}" type="pres">
      <dgm:prSet presAssocID="{6184398A-7755-41E5-9F89-93479222C42C}" presName="childText" presStyleLbl="bgAcc1" presStyleIdx="4" presStyleCnt="5" custScaleX="162944">
        <dgm:presLayoutVars>
          <dgm:bulletEnabled val="1"/>
        </dgm:presLayoutVars>
      </dgm:prSet>
      <dgm:spPr/>
    </dgm:pt>
  </dgm:ptLst>
  <dgm:cxnLst>
    <dgm:cxn modelId="{CBFF9102-9462-439D-B93F-DCAA29CDE092}" srcId="{9465CDB9-C43B-4E9A-A491-DA46391FEA63}" destId="{DD5DA38B-4C62-43C0-9E51-0E2523FE6725}" srcOrd="0" destOrd="0" parTransId="{DA575AB3-A3CE-4D19-81F8-D94A3B6363C1}" sibTransId="{4BE37D8D-C7BC-4DF6-9402-3D2AC72EA6C0}"/>
    <dgm:cxn modelId="{147F9C13-6BA6-4E8E-8862-679959C1D8FA}" type="presOf" srcId="{D799CB7C-7DBB-4017-876C-0AC81C936231}" destId="{3551DEBC-A00A-4B34-BA2A-7C667E97ABCA}" srcOrd="0" destOrd="0" presId="urn:microsoft.com/office/officeart/2005/8/layout/hierarchy3"/>
    <dgm:cxn modelId="{FF65A43E-447C-4C3D-9BFE-7491C4355C27}" srcId="{9465CDB9-C43B-4E9A-A491-DA46391FEA63}" destId="{78890C9C-99D9-4188-8B11-9692D07FBB77}" srcOrd="1" destOrd="0" parTransId="{A426C936-6C93-444D-999D-88BEB12D38A8}" sibTransId="{C521D42F-9B57-45AE-8CBA-30ABBE6B216A}"/>
    <dgm:cxn modelId="{A4E9805D-97D0-4F17-BEAE-BDDDC30A4B35}" type="presOf" srcId="{6184398A-7755-41E5-9F89-93479222C42C}" destId="{21647744-A843-44B8-8CE0-ECE08DC23278}" srcOrd="0" destOrd="0" presId="urn:microsoft.com/office/officeart/2005/8/layout/hierarchy3"/>
    <dgm:cxn modelId="{A8544763-BB44-4F4D-BCC5-50A1DDB660F0}" srcId="{708C6596-E93B-435D-8407-CA4BDD1EF72E}" destId="{9465CDB9-C43B-4E9A-A491-DA46391FEA63}" srcOrd="1" destOrd="0" parTransId="{B4B3F157-625A-4E67-AC5E-4F30C4728FFE}" sibTransId="{021BAF68-2EA9-4A14-8000-DC0DF3663543}"/>
    <dgm:cxn modelId="{EC6CC966-E164-41F0-B908-F712998AEA2B}" type="presOf" srcId="{708C6596-E93B-435D-8407-CA4BDD1EF72E}" destId="{F26C5756-0ABF-4FEF-BBD8-4887DA93E4A8}" srcOrd="0" destOrd="0" presId="urn:microsoft.com/office/officeart/2005/8/layout/hierarchy3"/>
    <dgm:cxn modelId="{FC7A8D68-C9FE-429C-ABC0-B5491BE75A68}" type="presOf" srcId="{DA575AB3-A3CE-4D19-81F8-D94A3B6363C1}" destId="{A5299359-111A-4BCC-90D3-B6932F020295}" srcOrd="0" destOrd="0" presId="urn:microsoft.com/office/officeart/2005/8/layout/hierarchy3"/>
    <dgm:cxn modelId="{6517A96D-8769-4691-8D50-52A8AFA784FB}" srcId="{9465CDB9-C43B-4E9A-A491-DA46391FEA63}" destId="{6184398A-7755-41E5-9F89-93479222C42C}" srcOrd="2" destOrd="0" parTransId="{1ADA8A26-0CFB-435E-8CCE-43D8EF63EF6F}" sibTransId="{4349A8BA-FFDF-4A4F-A0A4-E84DBEF40C67}"/>
    <dgm:cxn modelId="{4ACE206F-74E8-487A-A591-2220E57E2663}" type="presOf" srcId="{78890C9C-99D9-4188-8B11-9692D07FBB77}" destId="{07A860E6-31F2-4088-93F6-339EFC775CB2}" srcOrd="0" destOrd="0" presId="urn:microsoft.com/office/officeart/2005/8/layout/hierarchy3"/>
    <dgm:cxn modelId="{BFEFE451-84EA-426B-90A2-B5FE6381F094}" type="presOf" srcId="{5C87A6D9-28FC-4F0E-8A33-D6A36A8221DF}" destId="{F160C97B-146D-43A5-BE1D-52572CC79B1B}" srcOrd="0" destOrd="0" presId="urn:microsoft.com/office/officeart/2005/8/layout/hierarchy3"/>
    <dgm:cxn modelId="{0F3D3052-FAEF-4F40-BCC6-EFD02ECEC7D5}" srcId="{9D19CC13-65A2-4AD2-A3B6-D46E4C59E440}" destId="{1DAEC194-A7CD-496A-9573-9447019FBDAE}" srcOrd="1" destOrd="0" parTransId="{5C87A6D9-28FC-4F0E-8A33-D6A36A8221DF}" sibTransId="{41DD383A-5347-4D86-B093-41D2057981C8}"/>
    <dgm:cxn modelId="{82C49153-8DB3-4E70-AD46-0CECA1E6681C}" type="presOf" srcId="{9D19CC13-65A2-4AD2-A3B6-D46E4C59E440}" destId="{755268FC-BB08-4DFA-9DC7-0E90CC96932D}" srcOrd="0" destOrd="0" presId="urn:microsoft.com/office/officeart/2005/8/layout/hierarchy3"/>
    <dgm:cxn modelId="{04D9687C-8526-4D21-9903-6A4044D455FF}" type="presOf" srcId="{9465CDB9-C43B-4E9A-A491-DA46391FEA63}" destId="{9DB4FABC-CBFC-4255-96EE-3DD108937EE7}" srcOrd="1" destOrd="0" presId="urn:microsoft.com/office/officeart/2005/8/layout/hierarchy3"/>
    <dgm:cxn modelId="{8610B78F-1D98-47C9-9B21-BBEAE85DEF86}" type="presOf" srcId="{8188E898-28BC-4710-A853-42A404A7C4D6}" destId="{23CDCE2F-3186-40BD-8E80-B38144434864}" srcOrd="0" destOrd="0" presId="urn:microsoft.com/office/officeart/2005/8/layout/hierarchy3"/>
    <dgm:cxn modelId="{CB03AA91-8EF5-4AAA-9027-8068B5DFCD9E}" type="presOf" srcId="{A426C936-6C93-444D-999D-88BEB12D38A8}" destId="{45E065CD-0E7D-49B6-A0DD-200E4CBAC855}" srcOrd="0" destOrd="0" presId="urn:microsoft.com/office/officeart/2005/8/layout/hierarchy3"/>
    <dgm:cxn modelId="{09AAE1A4-DA3E-4844-86A1-E2E3B168486A}" srcId="{708C6596-E93B-435D-8407-CA4BDD1EF72E}" destId="{9D19CC13-65A2-4AD2-A3B6-D46E4C59E440}" srcOrd="0" destOrd="0" parTransId="{41509637-E1CE-48B4-B1A5-F111FA0D78C2}" sibTransId="{D7A0DF5C-09DF-4509-96B8-67FA4DD0F443}"/>
    <dgm:cxn modelId="{3438E4BF-0F2C-4116-8B9C-0022EB2648F2}" type="presOf" srcId="{1ADA8A26-0CFB-435E-8CCE-43D8EF63EF6F}" destId="{7E9D8C4E-C897-4931-81EE-40632BA0F34E}" srcOrd="0" destOrd="0" presId="urn:microsoft.com/office/officeart/2005/8/layout/hierarchy3"/>
    <dgm:cxn modelId="{55C565C7-3A0B-4C2B-8505-79D2E3E5019A}" type="presOf" srcId="{9465CDB9-C43B-4E9A-A491-DA46391FEA63}" destId="{0676045B-A3E8-4F67-9DA4-D9930AD8C623}" srcOrd="0" destOrd="0" presId="urn:microsoft.com/office/officeart/2005/8/layout/hierarchy3"/>
    <dgm:cxn modelId="{2877C2CB-E214-4A1B-9FAE-433F0F17C6A1}" type="presOf" srcId="{1DAEC194-A7CD-496A-9573-9447019FBDAE}" destId="{98FCCCA6-7765-43CD-92A0-BAD5CD1C7BA7}" srcOrd="0" destOrd="0" presId="urn:microsoft.com/office/officeart/2005/8/layout/hierarchy3"/>
    <dgm:cxn modelId="{933663DA-717F-4C99-BF1E-CF7B89E2689D}" type="presOf" srcId="{DD5DA38B-4C62-43C0-9E51-0E2523FE6725}" destId="{F5B411DD-2638-44F6-8D35-ADD02D1BA213}" srcOrd="0" destOrd="0" presId="urn:microsoft.com/office/officeart/2005/8/layout/hierarchy3"/>
    <dgm:cxn modelId="{EF89F2E3-08DF-4B2C-9DEC-B44B9552EBE9}" type="presOf" srcId="{9D19CC13-65A2-4AD2-A3B6-D46E4C59E440}" destId="{2485D985-742E-4C55-883A-B869FFCF42AE}" srcOrd="1" destOrd="0" presId="urn:microsoft.com/office/officeart/2005/8/layout/hierarchy3"/>
    <dgm:cxn modelId="{6319DFFB-7EF5-41C8-AA59-781D1290B867}" srcId="{9D19CC13-65A2-4AD2-A3B6-D46E4C59E440}" destId="{8188E898-28BC-4710-A853-42A404A7C4D6}" srcOrd="0" destOrd="0" parTransId="{D799CB7C-7DBB-4017-876C-0AC81C936231}" sibTransId="{8B2B388D-BF3C-4E8E-BA48-15A0619C7989}"/>
    <dgm:cxn modelId="{5913A6C9-A95F-4542-BF71-661F772D66E6}" type="presParOf" srcId="{F26C5756-0ABF-4FEF-BBD8-4887DA93E4A8}" destId="{EAE63772-1801-497F-9089-F87C98637006}" srcOrd="0" destOrd="0" presId="urn:microsoft.com/office/officeart/2005/8/layout/hierarchy3"/>
    <dgm:cxn modelId="{F1FD2A81-149F-4A40-B518-56129694249D}" type="presParOf" srcId="{EAE63772-1801-497F-9089-F87C98637006}" destId="{FF7DBFED-E7BF-41EA-953E-A0CBAC69AB24}" srcOrd="0" destOrd="0" presId="urn:microsoft.com/office/officeart/2005/8/layout/hierarchy3"/>
    <dgm:cxn modelId="{4805EBF8-FD10-4588-A82F-51ABDE88B285}" type="presParOf" srcId="{FF7DBFED-E7BF-41EA-953E-A0CBAC69AB24}" destId="{755268FC-BB08-4DFA-9DC7-0E90CC96932D}" srcOrd="0" destOrd="0" presId="urn:microsoft.com/office/officeart/2005/8/layout/hierarchy3"/>
    <dgm:cxn modelId="{C87BD3DF-0EA6-457A-94B8-248001F19C9A}" type="presParOf" srcId="{FF7DBFED-E7BF-41EA-953E-A0CBAC69AB24}" destId="{2485D985-742E-4C55-883A-B869FFCF42AE}" srcOrd="1" destOrd="0" presId="urn:microsoft.com/office/officeart/2005/8/layout/hierarchy3"/>
    <dgm:cxn modelId="{C719B387-8F73-4BC2-82F3-86730F86621D}" type="presParOf" srcId="{EAE63772-1801-497F-9089-F87C98637006}" destId="{431EF583-C599-42C3-839B-DA203BA42B7C}" srcOrd="1" destOrd="0" presId="urn:microsoft.com/office/officeart/2005/8/layout/hierarchy3"/>
    <dgm:cxn modelId="{970FAD28-69E4-4E94-AB5B-1BA207724271}" type="presParOf" srcId="{431EF583-C599-42C3-839B-DA203BA42B7C}" destId="{3551DEBC-A00A-4B34-BA2A-7C667E97ABCA}" srcOrd="0" destOrd="0" presId="urn:microsoft.com/office/officeart/2005/8/layout/hierarchy3"/>
    <dgm:cxn modelId="{90BDD7B3-E766-46AA-877E-AFD3FE35BE65}" type="presParOf" srcId="{431EF583-C599-42C3-839B-DA203BA42B7C}" destId="{23CDCE2F-3186-40BD-8E80-B38144434864}" srcOrd="1" destOrd="0" presId="urn:microsoft.com/office/officeart/2005/8/layout/hierarchy3"/>
    <dgm:cxn modelId="{BD237258-0ADF-4C00-BED0-3723442BE00E}" type="presParOf" srcId="{431EF583-C599-42C3-839B-DA203BA42B7C}" destId="{F160C97B-146D-43A5-BE1D-52572CC79B1B}" srcOrd="2" destOrd="0" presId="urn:microsoft.com/office/officeart/2005/8/layout/hierarchy3"/>
    <dgm:cxn modelId="{ED9FB098-6114-466B-AF7F-E2954365DF3D}" type="presParOf" srcId="{431EF583-C599-42C3-839B-DA203BA42B7C}" destId="{98FCCCA6-7765-43CD-92A0-BAD5CD1C7BA7}" srcOrd="3" destOrd="0" presId="urn:microsoft.com/office/officeart/2005/8/layout/hierarchy3"/>
    <dgm:cxn modelId="{64A2BCE2-580A-4C94-A9FB-A1E0E4F8EE56}" type="presParOf" srcId="{F26C5756-0ABF-4FEF-BBD8-4887DA93E4A8}" destId="{B96D16C9-B3BB-4DCA-8A55-492391788DF0}" srcOrd="1" destOrd="0" presId="urn:microsoft.com/office/officeart/2005/8/layout/hierarchy3"/>
    <dgm:cxn modelId="{46F5735F-B9B5-4EEE-9570-A969EEC292DB}" type="presParOf" srcId="{B96D16C9-B3BB-4DCA-8A55-492391788DF0}" destId="{EBAE92F1-AF66-4C4E-A04F-7F90BA18DC95}" srcOrd="0" destOrd="0" presId="urn:microsoft.com/office/officeart/2005/8/layout/hierarchy3"/>
    <dgm:cxn modelId="{7993F1BB-8126-452A-A966-83FD8EC9E292}" type="presParOf" srcId="{EBAE92F1-AF66-4C4E-A04F-7F90BA18DC95}" destId="{0676045B-A3E8-4F67-9DA4-D9930AD8C623}" srcOrd="0" destOrd="0" presId="urn:microsoft.com/office/officeart/2005/8/layout/hierarchy3"/>
    <dgm:cxn modelId="{68F2BBCB-8024-47A0-9708-14C24B456E12}" type="presParOf" srcId="{EBAE92F1-AF66-4C4E-A04F-7F90BA18DC95}" destId="{9DB4FABC-CBFC-4255-96EE-3DD108937EE7}" srcOrd="1" destOrd="0" presId="urn:microsoft.com/office/officeart/2005/8/layout/hierarchy3"/>
    <dgm:cxn modelId="{536AC99F-C579-4774-99C7-959DFA05180A}" type="presParOf" srcId="{B96D16C9-B3BB-4DCA-8A55-492391788DF0}" destId="{F5542DC9-2F93-4399-844C-02B72C0DC295}" srcOrd="1" destOrd="0" presId="urn:microsoft.com/office/officeart/2005/8/layout/hierarchy3"/>
    <dgm:cxn modelId="{EAC23472-3745-4A35-8FE0-EB4584569CBF}" type="presParOf" srcId="{F5542DC9-2F93-4399-844C-02B72C0DC295}" destId="{A5299359-111A-4BCC-90D3-B6932F020295}" srcOrd="0" destOrd="0" presId="urn:microsoft.com/office/officeart/2005/8/layout/hierarchy3"/>
    <dgm:cxn modelId="{340E713D-8C43-4C5E-88C0-9FA7E119652C}" type="presParOf" srcId="{F5542DC9-2F93-4399-844C-02B72C0DC295}" destId="{F5B411DD-2638-44F6-8D35-ADD02D1BA213}" srcOrd="1" destOrd="0" presId="urn:microsoft.com/office/officeart/2005/8/layout/hierarchy3"/>
    <dgm:cxn modelId="{6871C060-D052-498C-8253-9E6C8132C6E1}" type="presParOf" srcId="{F5542DC9-2F93-4399-844C-02B72C0DC295}" destId="{45E065CD-0E7D-49B6-A0DD-200E4CBAC855}" srcOrd="2" destOrd="0" presId="urn:microsoft.com/office/officeart/2005/8/layout/hierarchy3"/>
    <dgm:cxn modelId="{4BE14162-1B4E-4396-8457-8EF20A232D00}" type="presParOf" srcId="{F5542DC9-2F93-4399-844C-02B72C0DC295}" destId="{07A860E6-31F2-4088-93F6-339EFC775CB2}" srcOrd="3" destOrd="0" presId="urn:microsoft.com/office/officeart/2005/8/layout/hierarchy3"/>
    <dgm:cxn modelId="{92D8E053-74CA-4FA6-BB7D-6F37CBA2A966}" type="presParOf" srcId="{F5542DC9-2F93-4399-844C-02B72C0DC295}" destId="{7E9D8C4E-C897-4931-81EE-40632BA0F34E}" srcOrd="4" destOrd="0" presId="urn:microsoft.com/office/officeart/2005/8/layout/hierarchy3"/>
    <dgm:cxn modelId="{71AA32FF-A0F6-42F4-8612-0C7C3CFFE083}" type="presParOf" srcId="{F5542DC9-2F93-4399-844C-02B72C0DC295}" destId="{21647744-A843-44B8-8CE0-ECE08DC23278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5268FC-BB08-4DFA-9DC7-0E90CC96932D}">
      <dsp:nvSpPr>
        <dsp:cNvPr id="0" name=""/>
        <dsp:cNvSpPr/>
      </dsp:nvSpPr>
      <dsp:spPr>
        <a:xfrm>
          <a:off x="214577" y="389"/>
          <a:ext cx="1465519" cy="732759"/>
        </a:xfrm>
        <a:prstGeom prst="roundRect">
          <a:avLst>
            <a:gd name="adj" fmla="val 10000"/>
          </a:avLst>
        </a:prstGeom>
        <a:solidFill>
          <a:schemeClr val="accent5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 dirty="0"/>
            <a:t>Implemented </a:t>
          </a:r>
          <a:r>
            <a:rPr lang="en-ZA" sz="1800" i="1" kern="1200" dirty="0"/>
            <a:t>Runnable</a:t>
          </a:r>
        </a:p>
      </dsp:txBody>
      <dsp:txXfrm>
        <a:off x="236039" y="21851"/>
        <a:ext cx="1422595" cy="689835"/>
      </dsp:txXfrm>
    </dsp:sp>
    <dsp:sp modelId="{3551DEBC-A00A-4B34-BA2A-7C667E97ABCA}">
      <dsp:nvSpPr>
        <dsp:cNvPr id="0" name=""/>
        <dsp:cNvSpPr/>
      </dsp:nvSpPr>
      <dsp:spPr>
        <a:xfrm>
          <a:off x="361128" y="733148"/>
          <a:ext cx="146551" cy="5495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9569"/>
              </a:lnTo>
              <a:lnTo>
                <a:pt x="146551" y="54956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CDCE2F-3186-40BD-8E80-B38144434864}">
      <dsp:nvSpPr>
        <dsp:cNvPr id="0" name=""/>
        <dsp:cNvSpPr/>
      </dsp:nvSpPr>
      <dsp:spPr>
        <a:xfrm>
          <a:off x="507680" y="916338"/>
          <a:ext cx="1897202" cy="7327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 dirty="0"/>
            <a:t>wrap</a:t>
          </a:r>
          <a:r>
            <a:rPr lang="en-US" sz="1800" kern="1200" dirty="0"/>
            <a:t> it in a thread object</a:t>
          </a:r>
          <a:endParaRPr lang="en-ZA" sz="1800" kern="1200" dirty="0"/>
        </a:p>
      </dsp:txBody>
      <dsp:txXfrm>
        <a:off x="529142" y="937800"/>
        <a:ext cx="1854278" cy="689835"/>
      </dsp:txXfrm>
    </dsp:sp>
    <dsp:sp modelId="{F160C97B-146D-43A5-BE1D-52572CC79B1B}">
      <dsp:nvSpPr>
        <dsp:cNvPr id="0" name=""/>
        <dsp:cNvSpPr/>
      </dsp:nvSpPr>
      <dsp:spPr>
        <a:xfrm>
          <a:off x="361128" y="733148"/>
          <a:ext cx="146551" cy="14655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65519"/>
              </a:lnTo>
              <a:lnTo>
                <a:pt x="146551" y="1465519"/>
              </a:lnTo>
            </a:path>
          </a:pathLst>
        </a:custGeom>
        <a:noFill/>
        <a:ln w="25400" cap="flat" cmpd="sng" algn="ctr">
          <a:solidFill>
            <a:schemeClr val="accent5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FCCCA6-7765-43CD-92A0-BAD5CD1C7BA7}">
      <dsp:nvSpPr>
        <dsp:cNvPr id="0" name=""/>
        <dsp:cNvSpPr/>
      </dsp:nvSpPr>
      <dsp:spPr>
        <a:xfrm>
          <a:off x="507680" y="1832288"/>
          <a:ext cx="1897202" cy="7327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then </a:t>
          </a:r>
          <a:r>
            <a:rPr lang="en-US" sz="1800" kern="1200" dirty="0">
              <a:latin typeface="Courier New" panose="02070309020205020404" pitchFamily="49" charset="0"/>
              <a:cs typeface="Courier New" panose="02070309020205020404" pitchFamily="49" charset="0"/>
            </a:rPr>
            <a:t>start()</a:t>
          </a:r>
          <a:r>
            <a:rPr lang="en-US" sz="1800" kern="1200" dirty="0"/>
            <a:t> the thread object</a:t>
          </a:r>
          <a:endParaRPr lang="en-ZA" sz="1800" kern="1200" dirty="0"/>
        </a:p>
      </dsp:txBody>
      <dsp:txXfrm>
        <a:off x="529142" y="1853750"/>
        <a:ext cx="1854278" cy="689835"/>
      </dsp:txXfrm>
    </dsp:sp>
    <dsp:sp modelId="{0676045B-A3E8-4F67-9DA4-D9930AD8C623}">
      <dsp:nvSpPr>
        <dsp:cNvPr id="0" name=""/>
        <dsp:cNvSpPr/>
      </dsp:nvSpPr>
      <dsp:spPr>
        <a:xfrm>
          <a:off x="2478159" y="389"/>
          <a:ext cx="1465519" cy="732759"/>
        </a:xfrm>
        <a:prstGeom prst="roundRect">
          <a:avLst>
            <a:gd name="adj" fmla="val 10000"/>
          </a:avLst>
        </a:prstGeom>
        <a:solidFill>
          <a:schemeClr val="accent5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 dirty="0"/>
            <a:t>Extended </a:t>
          </a:r>
          <a:r>
            <a:rPr lang="en-ZA" sz="1800" i="1" kern="1200" dirty="0"/>
            <a:t>Thread</a:t>
          </a:r>
        </a:p>
      </dsp:txBody>
      <dsp:txXfrm>
        <a:off x="2499621" y="21851"/>
        <a:ext cx="1422595" cy="689835"/>
      </dsp:txXfrm>
    </dsp:sp>
    <dsp:sp modelId="{A5299359-111A-4BCC-90D3-B6932F020295}">
      <dsp:nvSpPr>
        <dsp:cNvPr id="0" name=""/>
        <dsp:cNvSpPr/>
      </dsp:nvSpPr>
      <dsp:spPr>
        <a:xfrm>
          <a:off x="2624711" y="733148"/>
          <a:ext cx="146551" cy="5495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9569"/>
              </a:lnTo>
              <a:lnTo>
                <a:pt x="146551" y="54956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B411DD-2638-44F6-8D35-ADD02D1BA213}">
      <dsp:nvSpPr>
        <dsp:cNvPr id="0" name=""/>
        <dsp:cNvSpPr/>
      </dsp:nvSpPr>
      <dsp:spPr>
        <a:xfrm>
          <a:off x="2771263" y="916338"/>
          <a:ext cx="1897413" cy="7327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implement run method</a:t>
          </a:r>
          <a:endParaRPr lang="en-ZA" sz="1800" kern="1200" dirty="0"/>
        </a:p>
      </dsp:txBody>
      <dsp:txXfrm>
        <a:off x="2792725" y="937800"/>
        <a:ext cx="1854489" cy="689835"/>
      </dsp:txXfrm>
    </dsp:sp>
    <dsp:sp modelId="{45E065CD-0E7D-49B6-A0DD-200E4CBAC855}">
      <dsp:nvSpPr>
        <dsp:cNvPr id="0" name=""/>
        <dsp:cNvSpPr/>
      </dsp:nvSpPr>
      <dsp:spPr>
        <a:xfrm>
          <a:off x="2624711" y="733148"/>
          <a:ext cx="146551" cy="14655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65519"/>
              </a:lnTo>
              <a:lnTo>
                <a:pt x="146551" y="146551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A860E6-31F2-4088-93F6-339EFC775CB2}">
      <dsp:nvSpPr>
        <dsp:cNvPr id="0" name=""/>
        <dsp:cNvSpPr/>
      </dsp:nvSpPr>
      <dsp:spPr>
        <a:xfrm>
          <a:off x="2771263" y="1832288"/>
          <a:ext cx="1892489" cy="7327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instantiate it</a:t>
          </a:r>
          <a:endParaRPr lang="en-ZA" sz="1800" kern="1200" dirty="0"/>
        </a:p>
      </dsp:txBody>
      <dsp:txXfrm>
        <a:off x="2792725" y="1853750"/>
        <a:ext cx="1849565" cy="689835"/>
      </dsp:txXfrm>
    </dsp:sp>
    <dsp:sp modelId="{7E9D8C4E-C897-4931-81EE-40632BA0F34E}">
      <dsp:nvSpPr>
        <dsp:cNvPr id="0" name=""/>
        <dsp:cNvSpPr/>
      </dsp:nvSpPr>
      <dsp:spPr>
        <a:xfrm>
          <a:off x="2624711" y="733148"/>
          <a:ext cx="146551" cy="23814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81468"/>
              </a:lnTo>
              <a:lnTo>
                <a:pt x="146551" y="2381468"/>
              </a:lnTo>
            </a:path>
          </a:pathLst>
        </a:custGeom>
        <a:noFill/>
        <a:ln w="25400" cap="flat" cmpd="sng" algn="ctr">
          <a:solidFill>
            <a:schemeClr val="accent5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647744-A843-44B8-8CE0-ECE08DC23278}">
      <dsp:nvSpPr>
        <dsp:cNvPr id="0" name=""/>
        <dsp:cNvSpPr/>
      </dsp:nvSpPr>
      <dsp:spPr>
        <a:xfrm>
          <a:off x="2771263" y="2748238"/>
          <a:ext cx="1910380" cy="7327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then call </a:t>
          </a:r>
          <a:r>
            <a:rPr lang="en-US" sz="1800" kern="1200" dirty="0">
              <a:latin typeface="Courier New" panose="02070309020205020404" pitchFamily="49" charset="0"/>
              <a:cs typeface="Courier New" panose="02070309020205020404" pitchFamily="49" charset="0"/>
            </a:rPr>
            <a:t>start()</a:t>
          </a:r>
          <a:r>
            <a:rPr lang="en-US" sz="1800" kern="1200" dirty="0"/>
            <a:t> on the thread object</a:t>
          </a:r>
          <a:endParaRPr lang="en-ZA" sz="1800" kern="1200" dirty="0"/>
        </a:p>
      </dsp:txBody>
      <dsp:txXfrm>
        <a:off x="2792725" y="2769700"/>
        <a:ext cx="1867456" cy="6898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55F629E-DEAC-48C0-2DCA-FBDE58F653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B62174-60A2-FD62-0D8D-A3E8C1B851F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F153D84-A18A-4BAE-9F10-57636B33BFED}" type="datetimeFigureOut">
              <a:rPr lang="en-ZA"/>
              <a:pPr>
                <a:defRPr/>
              </a:pPr>
              <a:t>2026/09/06</a:t>
            </a:fld>
            <a:endParaRPr lang="en-ZA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AB229DF-27D9-CADC-CB1D-8A5C6271F6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ZA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EA3F31E-A0CC-3475-963C-03616313F1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ZA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28012-A92A-E433-5835-781BFC9B90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F9196-14E7-6FE6-7FAD-81CCB82369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69D768E-C3EC-41DC-8B8B-05D8793498BE}" type="slidenum">
              <a:rPr lang="en-ZA"/>
              <a:pPr>
                <a:defRPr/>
              </a:pPr>
              <a:t>‹#›</a:t>
            </a:fld>
            <a:endParaRPr lang="en-Z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How you can get a single program to do multiple tasks at the same time on the same computer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Do that using threads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14376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3C8780FF-7027-4ED4-A4F7-71B1C402CB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3C8780FF-7027-4ED4-A4F7-71B1C402CB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https://www.flaticon.com/free-icons/knitting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53704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2160B7E-5498-492F-990E-68296A1AA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Why do you think that happens?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Android terminates apps if the UI becomes unresponsive for 5 seconds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Why?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UI thread – handles what is on the screen (touches, updating text, animations, etc.)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Thread is stuck, maybe loading a large file, intensive calculation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Stops responding to you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Android watches for this &amp; assumes its dead (after 5 seconds) &amp; shows you the app not responding message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Must be a better way to handle this – threads, work in background, UI thread keeps the app alive &amp; responsive</a:t>
            </a:r>
          </a:p>
        </p:txBody>
      </p:sp>
    </p:spTree>
    <p:extLst>
      <p:ext uri="{BB962C8B-B14F-4D97-AF65-F5344CB8AC3E}">
        <p14:creationId xmlns:p14="http://schemas.microsoft.com/office/powerpoint/2010/main" val="36490497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507D0-7673-9E17-9D11-F106684B0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0BE256-B92D-EA15-9DED-00578E2C0F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C8F530-6D33-FDB8-7AE9-7418FA78A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While displaying something to the user on a screen, can do calculations, communication across network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Java &amp; Android make use of threads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Done fast enough, appears that multiple pieces of code execute in </a:t>
            </a:r>
            <a:r>
              <a:rPr lang="en-ZA" i="1" dirty="0"/>
              <a:t>parallel</a:t>
            </a:r>
            <a:r>
              <a:rPr lang="en-ZA" dirty="0"/>
              <a:t> [on multiple cores (usual case), it might – some or all of threads distributed to different cores, so will be running in parallel, i.e., threads executing at the same time]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1FA0D-A3A4-133D-4387-4351BFE675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34321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2160B7E-5498-492F-990E-68296A1AA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Cooking, gaming &amp; chatting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Eating and watching tv? Prepping for lecture, while trying to show my dogs I have no popcorn left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Driving &amp; listening to music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Each of those activities are like a separate thread (happening in parallel, brain switching attention between them really quickly)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Just like the JVM does with CPU time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Tasks run at the same time – put something in oven, oven is doing work independently while you chop veggies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Like having multiple CPU cores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300391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D6A35-DAFC-1DB8-AC6F-9795D01B6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D93AF-1159-276A-7FAF-6F4159B50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9BD78-8BD2-812A-0E0C-49B7C4B74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What type of interface? Functional interface with single method called run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Not for implementing all multithreading functionality, but provides a section of functionality that you would like to have run in parallel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Then: implementation of run method passed to thread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Two ways: create own class that extends Thread class, or implement as a lambda, implement runnable interface &amp; pass to thread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Q: When use one over the other?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Runnable implementation: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Your class already extends another class (Java only allows single inheritance).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You want to separate the </a:t>
            </a:r>
            <a:r>
              <a:rPr lang="en-US" i="1" dirty="0"/>
              <a:t>task</a:t>
            </a:r>
            <a:r>
              <a:rPr lang="en-US" dirty="0"/>
              <a:t> from the </a:t>
            </a:r>
            <a:r>
              <a:rPr lang="en-US" i="1" dirty="0"/>
              <a:t>thread</a:t>
            </a:r>
            <a:r>
              <a:rPr lang="en-US" dirty="0"/>
              <a:t> running it (cleaner design, more reusable).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You plan to use the task with </a:t>
            </a:r>
            <a:r>
              <a:rPr lang="en-US" dirty="0" err="1"/>
              <a:t>ExecutorService</a:t>
            </a:r>
            <a:r>
              <a:rPr lang="en-US" dirty="0"/>
              <a:t> or thread pools.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Extend the thread class: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You want to </a:t>
            </a:r>
            <a:r>
              <a:rPr lang="en-US" b="1" dirty="0" err="1"/>
              <a:t>customise</a:t>
            </a:r>
            <a:r>
              <a:rPr lang="en-US" b="1" dirty="0"/>
              <a:t> the thread itself</a:t>
            </a:r>
            <a:r>
              <a:rPr lang="en-US" dirty="0"/>
              <a:t>, not just the task (e.g., override other Thread methods like start(), set priorities inside the class).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You want quick, simple demo code (learning/teaching basics).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Rare in production, but sometimes useful for framework-level code.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8AB86-803A-F096-DB54-9AA8A19BF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48232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59ACD3-46B0-43AA-AA7E-5AD87D628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Implementation of runnable functional interface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Need to call start() on thread object for the specific piece of code in the run method to be run in parallel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Don’t call the run() method, won’t run the code, will be treated as any other method, need to call start() on thread object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864558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59ACD3-46B0-43AA-AA7E-5AD87D628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736453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59ACD3-46B0-43AA-AA7E-5AD87D628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Started running program, created a thread in background that was running main program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Run normal until line 18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 err="1"/>
              <a:t>Thread.start</a:t>
            </a:r>
            <a:r>
              <a:rPr lang="en-ZA" dirty="0"/>
              <a:t>()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Background – another thread of execution created in parallel to main thread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Java decides which threads get some time to execute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Maybe – new one – some of the code in the run() method given a chance to execute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Then, after some time, the scheduler decided it had enough time to execute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Control passed back to main thread to execute more of its code (19/20)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Up to 24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Another thread created, so a new thread of control was created (</a:t>
            </a:r>
            <a:r>
              <a:rPr lang="en-ZA" dirty="0" err="1"/>
              <a:t>pmThread</a:t>
            </a:r>
            <a:r>
              <a:rPr lang="en-ZA" dirty="0"/>
              <a:t>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3 threads running in parallel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Scheduler picks one of them to run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Scheduler decides that it had enough time to run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Control passed to one of the other threads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Say, middle thread, some time to execute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Then another one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But middle at the end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Thread deleted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Two threads left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One gets a chance to execute (third)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Then done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Removed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One thread left, main thread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Given control, &amp; run till end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Then the main program stop running</a:t>
            </a:r>
          </a:p>
        </p:txBody>
      </p:sp>
    </p:spTree>
    <p:extLst>
      <p:ext uri="{BB962C8B-B14F-4D97-AF65-F5344CB8AC3E}">
        <p14:creationId xmlns:p14="http://schemas.microsoft.com/office/powerpoint/2010/main" val="1997347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685C8E05-C9BF-4181-9820-2B816460F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Encountered already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Main – first one that gets created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Others are child threads that belong to 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Garbage Collection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Created objects &amp; not using, after some time, Java collects all objects &amp; frees the memory that they use as a batch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Might not want this – might want more control (say if a real-time app), if running smoothly, then lag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GC could be the cause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Screen updating – create UIs (JavaFX &amp; Android have a specific thread for updating UI &amp; keep smooth interaction with the user)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Event dispatching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Clicking on buttons, a thread in the background that collects events &amp; distributes to specific listeners that are interested in them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D697FAB1-596D-4715-86A5-D17E896BB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CO: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Each thread cooperates with other threads to share the CPU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Execute for a period of time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Each piece of code runs on the CPU (no issues &amp; informs that used enough, release hold, let other threads use it)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Assumption: all processes are well-behaved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BUT: Not work that well, if methods don’t release CPU, hog CPU, other threads don’t have a chance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Earlier versions of Windows; could crash everything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Not the way to go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PE: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Thread with certain priority would run, &amp; if another thread was created with higher priority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Pre-empt current thread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Take over &amp; run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Finished, release, next highest priority thread would run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Priorities, everyone wants to be a high priority,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Lead to sluggish performance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TS: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CPU time divided into time slots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Each thread is allocated a time slot in sequence over time to run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Diff to CO, if time is up, CPU forcefully taken away, another thread given a chance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MP: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Allowing a thread to run on a different processor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4 proc, 4 threads running, each thread runs on a different processor</a:t>
            </a:r>
          </a:p>
        </p:txBody>
      </p:sp>
    </p:spTree>
    <p:extLst>
      <p:ext uri="{BB962C8B-B14F-4D97-AF65-F5344CB8AC3E}">
        <p14:creationId xmlns:p14="http://schemas.microsoft.com/office/powerpoint/2010/main" val="10075781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B3B55623-35F6-4BE1-8F70-95086B666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Java uses time-slicing to share CPU among diff threads on same CPU (distributes to other CPUs if necessary)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If thread more frequently on a specific CPU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Can set a priority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Different ones – numbers (higher number, higher priority)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If all high, then no real priorities, then randomly select</a:t>
            </a:r>
          </a:p>
        </p:txBody>
      </p:sp>
    </p:spTree>
    <p:extLst>
      <p:ext uri="{BB962C8B-B14F-4D97-AF65-F5344CB8AC3E}">
        <p14:creationId xmlns:p14="http://schemas.microsoft.com/office/powerpoint/2010/main" val="24089698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507D0-7673-9E17-9D11-F106684B0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0BE256-B92D-EA15-9DED-00578E2C0F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C8F530-6D33-FDB8-7AE9-7418FA78A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Why can’t we just use them everywhere?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Overhead in what is happening in the background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VM – allocated resources to run things in parallel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When creating threads is important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Every time a thread is stopped by the scheduler, the scheduler must remember its state, store it, pick another thread, restore context, run, etc.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Fewer threads on the same CPU, the amount of time a thread can be run can be longer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Swaps less </a:t>
            </a:r>
            <a:r>
              <a:rPr lang="en-ZA" dirty="0">
                <a:sym typeface="Wingdings" panose="05000000000000000000" pitchFamily="2" charset="2"/>
              </a:rPr>
              <a:t> saving &amp; restoring time is smaller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>
              <a:sym typeface="Wingdings" panose="05000000000000000000" pitchFamily="2" charset="2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Creating &amp; destroying threads takes time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ZA" dirty="0">
              <a:sym typeface="Wingdings" panose="05000000000000000000" pitchFamily="2" charset="2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Many threads  lots of time swapping between contexts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ZA" dirty="0">
              <a:sym typeface="Wingdings" panose="05000000000000000000" pitchFamily="2" charset="2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 err="1">
                <a:sym typeface="Wingdings" panose="05000000000000000000" pitchFamily="2" charset="2"/>
              </a:rPr>
              <a:t>ExecutorService</a:t>
            </a:r>
            <a:endParaRPr lang="en-ZA" dirty="0">
              <a:sym typeface="Wingdings" panose="05000000000000000000" pitchFamily="2" charset="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Manage creation &amp; destroying time of threads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Instead of creating &amp; destroying, it will reuse threads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>
              <a:sym typeface="Wingdings" panose="05000000000000000000" pitchFamily="2" charset="2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An example of where you might want to use an </a:t>
            </a:r>
            <a:r>
              <a:rPr lang="en-ZA" dirty="0" err="1">
                <a:sym typeface="Wingdings" panose="05000000000000000000" pitchFamily="2" charset="2"/>
              </a:rPr>
              <a:t>ExecutorService</a:t>
            </a:r>
            <a:r>
              <a:rPr lang="en-ZA" dirty="0">
                <a:sym typeface="Wingdings" panose="05000000000000000000" pitchFamily="2" charset="2"/>
              </a:rPr>
              <a:t>?: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1) Building a chat server,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Every time a client connects, need a thread to handle their messages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Clients connect &amp; disconnect all the time, so threads are short-lived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Where you might want to use executor service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>
              <a:sym typeface="Wingdings" panose="05000000000000000000" pitchFamily="2" charset="2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2) Android app needs to download 100 thumbnail images for a gallery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Each download is quick, but spawning 100 threads to grab each one is wasteful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ES: queue them up &amp; let 5-10 threads handle downloads efficiently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>
              <a:sym typeface="Wingdings" panose="05000000000000000000" pitchFamily="2" charset="2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Just like in life, if try to do too many things at once, performance suffers, true for threads – powerful, but switching between them costs time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1FA0D-A3A4-133D-4387-4351BFE675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638414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8832B1B8-0B13-46B3-9201-0CBEA73BE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Start, run, sleep, use pool to share threads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Run method complete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Stop, deallocated from memory, etc.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Error condition, stop it </a:t>
            </a:r>
            <a:r>
              <a:rPr lang="en-ZA" dirty="0">
                <a:sym typeface="Wingdings" panose="05000000000000000000" pitchFamily="2" charset="2"/>
              </a:rPr>
              <a:t> exception thrown, code in run method given chance to catch exception &amp; handle it (connecting to database, rolling back operations or closing database, etc.)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ZA" dirty="0">
              <a:sym typeface="Wingdings" panose="05000000000000000000" pitchFamily="2" charset="2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Stop: hard stop on thread, not scheduled for execution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45015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59ACD3-46B0-43AA-AA7E-5AD87D628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Well, no, no method call to run 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.run()  doesn’t start a new thread, but will execute the code immediately on the current main thread, like a normal method call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Code does run but only on the main thread, not in parallel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.start()  creates a brand new thread, which executes the run() method code in parallel with the main thread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Don’t call - Thread never runs at all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Call – spins up a new thread &amp; runs the code independently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None  nothing happens at all</a:t>
            </a:r>
          </a:p>
        </p:txBody>
      </p:sp>
    </p:spTree>
    <p:extLst>
      <p:ext uri="{BB962C8B-B14F-4D97-AF65-F5344CB8AC3E}">
        <p14:creationId xmlns:p14="http://schemas.microsoft.com/office/powerpoint/2010/main" val="18984515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59ACD3-46B0-43AA-AA7E-5AD87D628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So we say </a:t>
            </a:r>
            <a:r>
              <a:rPr lang="en-ZA" dirty="0" err="1"/>
              <a:t>worker.run</a:t>
            </a:r>
            <a:r>
              <a:rPr lang="en-ZA" dirty="0"/>
              <a:t>()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Correct?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.run()  doesn’t start a new thread, but will execute the code immediately on the current main thread, like a normal method call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Code does run but only on the main thread, not in parallel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 err="1">
                <a:sym typeface="Wingdings" panose="05000000000000000000" pitchFamily="2" charset="2"/>
              </a:rPr>
              <a:t>Thread.currentThread</a:t>
            </a:r>
            <a:r>
              <a:rPr lang="en-ZA" dirty="0">
                <a:sym typeface="Wingdings" panose="05000000000000000000" pitchFamily="2" charset="2"/>
              </a:rPr>
              <a:t>().</a:t>
            </a:r>
            <a:r>
              <a:rPr lang="en-ZA" dirty="0" err="1">
                <a:sym typeface="Wingdings" panose="05000000000000000000" pitchFamily="2" charset="2"/>
              </a:rPr>
              <a:t>getName</a:t>
            </a:r>
            <a:r>
              <a:rPr lang="en-ZA" dirty="0">
                <a:sym typeface="Wingdings" panose="05000000000000000000" pitchFamily="2" charset="2"/>
              </a:rPr>
              <a:t>()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.start()  creates a brand new thread, which executes the run() method code in parallel with the main thread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Don’t call - Thread never runs at all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Call – spins up a new thread &amp; runs the code independently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530724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59ACD3-46B0-43AA-AA7E-5AD87D628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 err="1"/>
              <a:t>getState</a:t>
            </a:r>
            <a:r>
              <a:rPr lang="en-ZA" dirty="0"/>
              <a:t>() method, </a:t>
            </a:r>
            <a:r>
              <a:rPr lang="en-ZA" dirty="0" err="1"/>
              <a:t>enum</a:t>
            </a:r>
            <a:r>
              <a:rPr lang="en-ZA" dirty="0"/>
              <a:t> value, tell you what the state was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New thread, thread in new state (new state)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Thread is created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Not started running in parallel yet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Waiting to be run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Call the start method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Thread goes into a runnable state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The thread may be run when told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Started </a:t>
            </a:r>
            <a:r>
              <a:rPr lang="en-ZA" dirty="0">
                <a:sym typeface="Wingdings" panose="05000000000000000000" pitchFamily="2" charset="2"/>
              </a:rPr>
              <a:t> ready to run state (dashed – runnable state not ready to run)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>
              <a:sym typeface="Wingdings" panose="05000000000000000000" pitchFamily="2" charset="2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Scheduler has threads ready to be run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Selects a thread in the runnable state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Schedule to be executed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Then the thread will run, executed for a period of time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>
              <a:sym typeface="Wingdings" panose="05000000000000000000" pitchFamily="2" charset="2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When time is up, the thread will be suspended  ready to run state (back in the pool)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Scheduler will pick another thread (&amp; repeat)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ZA" dirty="0">
              <a:sym typeface="Wingdings" panose="05000000000000000000" pitchFamily="2" charset="2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Code in the run method finished, or stop called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Thread not runnable, removed from pool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Terminated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Not considered for running again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>
              <a:sym typeface="Wingdings" panose="05000000000000000000" pitchFamily="2" charset="2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While runnable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Acquire lock (later)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Waiting for notification (just now)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Waiting for timeout (already seen)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 err="1">
                <a:sym typeface="Wingdings" panose="05000000000000000000" pitchFamily="2" charset="2"/>
              </a:rPr>
              <a:t>Thread.sleep</a:t>
            </a:r>
            <a:r>
              <a:rPr lang="en-ZA" dirty="0">
                <a:sym typeface="Wingdings" panose="05000000000000000000" pitchFamily="2" charset="2"/>
              </a:rPr>
              <a:t>()  Time waiting state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3 states  not runnable, not considered for selection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When time is up, put back into a runnable state, the thread can be selected to run again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>
              <a:sym typeface="Wingdings" panose="05000000000000000000" pitchFamily="2" charset="2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If waiting  can be notified what they are waiting for, go back into runnable (same for lock)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ZA" dirty="0">
              <a:sym typeface="Wingdings" panose="05000000000000000000" pitchFamily="2" charset="2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Guess: difference between waiting and blocked?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Blocked: (standing in line for the bathroom)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when it’s waiting to get access to a resource, like a file or a database.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It wants to run, but something else has control of that resource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Waiting: (gone to your room &amp; said wake me up when dinner is ready)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Deliberately put to sleep until another thread signals it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Calling wait() on an object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Not competing for a resource, paused until told otherwise</a:t>
            </a:r>
          </a:p>
        </p:txBody>
      </p:sp>
    </p:spTree>
    <p:extLst>
      <p:ext uri="{BB962C8B-B14F-4D97-AF65-F5344CB8AC3E}">
        <p14:creationId xmlns:p14="http://schemas.microsoft.com/office/powerpoint/2010/main" val="30124356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11F400F9-2EDF-46C3-A0F5-1715BCCF1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https://www.flaticon.com/free-icons/animation</a:t>
            </a:r>
          </a:p>
          <a:p>
            <a:r>
              <a:rPr lang="en-US" dirty="0"/>
              <a:t>https://www.flaticon.com/free-icons/timer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647977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507D0-7673-9E17-9D11-F106684B0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0BE256-B92D-EA15-9DED-00578E2C0F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C8F530-6D33-FDB8-7AE9-7418FA78A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Perform specific tasks periodically at set time intervals (look at this one)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Create a stopwatch – task performed after period of 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Animations – animate part of UI (focus on specific parts of screen, causing colour changes, opening/closing drawers)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Android – useful as Android kills the app if it becomes non-responsive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Run in parallel, calc process faster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1FA0D-A3A4-133D-4387-4351BFE675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139768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45FFF1-9F6F-4228-904D-9EB84E299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Different types: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perform same task at regular periods,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stopwatch (executes code once after certain time)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Similar – here timer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Extend thread class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Pass duration, something implementing runnable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Started the timer, sleep for a period of time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After time, run the piece of code passed in from the runnable implementation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Sleep for a while, run code, in an infinite loop until told to stop or interrupted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4CF89646-66D5-48BD-97CB-FEA8F6181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Changes build up into animation – change colour of control from one colour to another, moving something around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JavaFX &amp; Android only on UI thread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If multiple threads, one drawing on screen, before done, another thread starts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Strange interactions</a:t>
            </a:r>
          </a:p>
        </p:txBody>
      </p:sp>
    </p:spTree>
    <p:extLst>
      <p:ext uri="{BB962C8B-B14F-4D97-AF65-F5344CB8AC3E}">
        <p14:creationId xmlns:p14="http://schemas.microsoft.com/office/powerpoint/2010/main" val="8331742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51D23197-C303-4C8F-AB96-69C88364C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Multiple balls bouncing on a screen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Thread per object that is animated (per ball)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Not best way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Efficient as long as don’t overuse (imagine 1000+ balls = 1000 threads running at same time)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Out of order – ball 1, 2, 3, 2, 3, 1…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Some move faster than where they should be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Don’t want to see what was there previously – clear all background, draw all balls for one step, then clear again. When do we clear the screen?</a:t>
            </a:r>
          </a:p>
        </p:txBody>
      </p:sp>
    </p:spTree>
    <p:extLst>
      <p:ext uri="{BB962C8B-B14F-4D97-AF65-F5344CB8AC3E}">
        <p14:creationId xmlns:p14="http://schemas.microsoft.com/office/powerpoint/2010/main" val="21417994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BAF0C666-9E8D-4560-BD09-6138CD4A1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Better way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Sync issue…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Update all balls, draw all on screen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Only one thread drawing &amp; updating balls at one time (1000 balls, 1 thread for drawing &amp; moving)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Because one thread…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All balls moved forward one step in time before being drawn</a:t>
            </a:r>
          </a:p>
        </p:txBody>
      </p:sp>
    </p:spTree>
    <p:extLst>
      <p:ext uri="{BB962C8B-B14F-4D97-AF65-F5344CB8AC3E}">
        <p14:creationId xmlns:p14="http://schemas.microsoft.com/office/powerpoint/2010/main" val="33015319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0847F85D-0513-4951-BB92-E2DC93791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Creating bouncing ball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But if Android?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Create a custom view that extends the View class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For particular iteration (called automatically when it decides it is necessary to draw a view)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Can manually tell it too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Invalidate method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As if it is a normal control</a:t>
            </a:r>
          </a:p>
        </p:txBody>
      </p:sp>
    </p:spTree>
    <p:extLst>
      <p:ext uri="{BB962C8B-B14F-4D97-AF65-F5344CB8AC3E}">
        <p14:creationId xmlns:p14="http://schemas.microsoft.com/office/powerpoint/2010/main" val="41984290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2160B7E-5498-492F-990E-68296A1AA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9014622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83543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10202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CD4BB4-2F8D-6C42-F4E9-2B180692ED59}"/>
              </a:ext>
            </a:extLst>
          </p:cNvPr>
          <p:cNvSpPr/>
          <p:nvPr userDrawn="1"/>
        </p:nvSpPr>
        <p:spPr>
          <a:xfrm>
            <a:off x="0" y="-1588"/>
            <a:ext cx="9144000" cy="5145088"/>
          </a:xfrm>
          <a:prstGeom prst="rect">
            <a:avLst/>
          </a:prstGeom>
          <a:solidFill>
            <a:srgbClr val="001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CF85402B-8170-4E09-CFEB-83BA8A50B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700" y="744538"/>
            <a:ext cx="3789363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560" y="2787774"/>
            <a:ext cx="7848872" cy="486054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11560" y="3381840"/>
            <a:ext cx="7848872" cy="145821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0024619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FEC000"/>
              </a:buClr>
              <a:buSzPct val="80000"/>
              <a:defRPr sz="2000">
                <a:latin typeface="Avenir Book"/>
              </a:defRPr>
            </a:lvl1pPr>
            <a:lvl2pPr>
              <a:buClr>
                <a:srgbClr val="FEC000"/>
              </a:buClr>
              <a:buSzPct val="80000"/>
              <a:defRPr sz="2000">
                <a:latin typeface="Avenir Book"/>
              </a:defRPr>
            </a:lvl2pPr>
            <a:lvl3pPr>
              <a:buClr>
                <a:srgbClr val="FEC000"/>
              </a:buClr>
              <a:buSzPct val="80000"/>
              <a:defRPr sz="2000">
                <a:latin typeface="Avenir Book"/>
              </a:defRPr>
            </a:lvl3pPr>
            <a:lvl4pPr>
              <a:buClr>
                <a:srgbClr val="FEC000"/>
              </a:buClr>
              <a:buSzPct val="80000"/>
              <a:defRPr sz="2000">
                <a:latin typeface="Avenir Book"/>
              </a:defRPr>
            </a:lvl4pPr>
            <a:lvl5pPr>
              <a:buClr>
                <a:srgbClr val="FEC000"/>
              </a:buClr>
              <a:buSzPct val="80000"/>
              <a:defRPr sz="2000">
                <a:latin typeface="Avenir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3401088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0" i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7924169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303498"/>
            <a:ext cx="8352928" cy="5941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528" y="1005576"/>
            <a:ext cx="4032572" cy="3589046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8501" y="1005576"/>
            <a:ext cx="4176713" cy="3589046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28283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4"/>
            <a:ext cx="4040188" cy="700335"/>
          </a:xfrm>
        </p:spPr>
        <p:txBody>
          <a:bodyPr anchor="ctr"/>
          <a:lstStyle>
            <a:lvl1pPr marL="0" indent="0">
              <a:buNone/>
              <a:defRPr sz="2200" b="0" i="0" baseline="0">
                <a:solidFill>
                  <a:srgbClr val="FEC000"/>
                </a:solidFill>
                <a:latin typeface="Avenir Black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51670"/>
            <a:ext cx="4040188" cy="2742952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4"/>
            <a:ext cx="4041775" cy="700335"/>
          </a:xfrm>
        </p:spPr>
        <p:txBody>
          <a:bodyPr anchor="ctr"/>
          <a:lstStyle>
            <a:lvl1pPr marL="0" indent="0">
              <a:buNone/>
              <a:defRPr sz="2200" b="0" i="0" baseline="0">
                <a:solidFill>
                  <a:srgbClr val="FEC000"/>
                </a:solidFill>
                <a:latin typeface="Avenir Black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51670"/>
            <a:ext cx="4041775" cy="2742952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4623550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6419334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24561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3" y="465516"/>
            <a:ext cx="2877497" cy="819774"/>
          </a:xfrm>
        </p:spPr>
        <p:txBody>
          <a:bodyPr anchor="t"/>
          <a:lstStyle>
            <a:lvl1pPr algn="l">
              <a:defRPr sz="2200" b="1">
                <a:solidFill>
                  <a:srgbClr val="FEC000"/>
                </a:solidFill>
                <a:latin typeface="Avenir Black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4981" y="465517"/>
            <a:ext cx="4889467" cy="4129106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9552" y="1285291"/>
            <a:ext cx="2877497" cy="330933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43687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0" i="0" baseline="0">
                <a:solidFill>
                  <a:srgbClr val="FEC000"/>
                </a:solidFill>
                <a:latin typeface="Avenir Black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8853275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397" y="303498"/>
            <a:ext cx="8128527" cy="59412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7545" y="1113589"/>
            <a:ext cx="8136904" cy="3481034"/>
          </a:xfrm>
        </p:spPr>
        <p:txBody>
          <a:bodyPr vert="eaVert"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58502750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7905" y="249493"/>
            <a:ext cx="2018551" cy="43451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7546" y="249493"/>
            <a:ext cx="5913947" cy="4345130"/>
          </a:xfrm>
        </p:spPr>
        <p:txBody>
          <a:bodyPr vert="eaVert"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5787133"/>
      </p:ext>
    </p:extLst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340854-2AB0-CB10-64EC-90BE9215D81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1588"/>
            <a:ext cx="9144000" cy="5191126"/>
          </a:xfrm>
          <a:prstGeom prst="rect">
            <a:avLst/>
          </a:prstGeom>
          <a:solidFill>
            <a:srgbClr val="FEC000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405064" y="239776"/>
            <a:ext cx="4376737" cy="4748870"/>
          </a:xfrm>
          <a:prstGeom prst="rect">
            <a:avLst/>
          </a:prstGeom>
        </p:spPr>
        <p:txBody>
          <a:bodyPr tIns="0" bIns="748800" anchor="ctr" anchorCtr="1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solidFill>
                  <a:schemeClr val="bg1"/>
                </a:solidFill>
                <a:latin typeface="Avenir Medium"/>
                <a:cs typeface="Avenir Medium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73501097"/>
      </p:ext>
    </p:extLst>
  </p:cSld>
  <p:clrMapOvr>
    <a:masterClrMapping/>
  </p:clrMapOvr>
  <p:transition spd="slow">
    <p:cover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E339C2-10EE-A968-9884-2A9840336F4A}"/>
              </a:ext>
            </a:extLst>
          </p:cNvPr>
          <p:cNvSpPr/>
          <p:nvPr userDrawn="1"/>
        </p:nvSpPr>
        <p:spPr>
          <a:xfrm>
            <a:off x="-339725" y="-192088"/>
            <a:ext cx="9823450" cy="5527676"/>
          </a:xfrm>
          <a:prstGeom prst="rect">
            <a:avLst/>
          </a:prstGeom>
          <a:solidFill>
            <a:srgbClr val="00102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405064" y="725984"/>
            <a:ext cx="4376737" cy="4262661"/>
          </a:xfrm>
          <a:prstGeom prst="rect">
            <a:avLst/>
          </a:prstGeom>
        </p:spPr>
        <p:txBody>
          <a:bodyPr tIns="0" bIns="748800" anchor="ctr" anchorCtr="1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200">
                <a:solidFill>
                  <a:schemeClr val="bg1"/>
                </a:solidFill>
                <a:latin typeface="Avenir Medium"/>
                <a:cs typeface="Avenir Medium"/>
              </a:defRPr>
            </a:lvl1pPr>
          </a:lstStyle>
          <a:p>
            <a:r>
              <a:rPr lang="en-US" dirty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2012429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Slogan Slide (16-9).jpg">
            <a:extLst>
              <a:ext uri="{FF2B5EF4-FFF2-40B4-BE49-F238E27FC236}">
                <a16:creationId xmlns:a16="http://schemas.microsoft.com/office/drawing/2014/main" id="{B81BB40B-38F8-E738-36C0-ECB883458A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450" y="-30163"/>
            <a:ext cx="9240838" cy="5203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0509847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NMU Title Slide"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015448E5-F638-B1D6-C8DF-532BFBB729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188" y="792163"/>
            <a:ext cx="284162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601357"/>
            <a:ext cx="7886700" cy="56842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700" b="1">
                <a:solidFill>
                  <a:schemeClr val="bg1"/>
                </a:solidFill>
                <a:latin typeface="Avenir LT 45 Book" panose="020B05030200000200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28650" y="3270709"/>
            <a:ext cx="7886700" cy="3223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628650" y="3763934"/>
            <a:ext cx="7886700" cy="27440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00">
                <a:solidFill>
                  <a:srgbClr val="FEC000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628650" y="4104269"/>
            <a:ext cx="7886700" cy="2744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rgbClr val="FEC000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628650" y="4444605"/>
            <a:ext cx="7886700" cy="3263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1679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13668B8-86C9-9421-3159-C823938B6D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303213"/>
            <a:ext cx="84963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0CB888D-7791-A522-D910-4377162E80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112838"/>
            <a:ext cx="8505825" cy="348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</p:txBody>
      </p:sp>
      <p:pic>
        <p:nvPicPr>
          <p:cNvPr id="1028" name="Picture 6">
            <a:extLst>
              <a:ext uri="{FF2B5EF4-FFF2-40B4-BE49-F238E27FC236}">
                <a16:creationId xmlns:a16="http://schemas.microsoft.com/office/drawing/2014/main" id="{E93FDCF3-2B47-AE1D-06CC-D555B13F21D7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08500"/>
            <a:ext cx="91440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54" r:id="rId2"/>
    <p:sldLayoutId id="2147483955" r:id="rId3"/>
    <p:sldLayoutId id="2147483956" r:id="rId4"/>
    <p:sldLayoutId id="2147483957" r:id="rId5"/>
    <p:sldLayoutId id="2147483958" r:id="rId6"/>
    <p:sldLayoutId id="2147483959" r:id="rId7"/>
    <p:sldLayoutId id="2147483960" r:id="rId8"/>
    <p:sldLayoutId id="2147483961" r:id="rId9"/>
    <p:sldLayoutId id="2147483962" r:id="rId10"/>
    <p:sldLayoutId id="2147483963" r:id="rId11"/>
    <p:sldLayoutId id="2147483964" r:id="rId12"/>
    <p:sldLayoutId id="2147483965" r:id="rId13"/>
    <p:sldLayoutId id="2147483966" r:id="rId14"/>
    <p:sldLayoutId id="2147483967" r:id="rId1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9pPr>
    </p:titleStyle>
    <p:bodyStyle>
      <a:lvl1pPr marL="173038" indent="-173038" algn="l" rtl="0" eaLnBrk="0" fontAlgn="base" hangingPunct="0">
        <a:spcBef>
          <a:spcPct val="20000"/>
        </a:spcBef>
        <a:spcAft>
          <a:spcPct val="0"/>
        </a:spcAft>
        <a:buClr>
          <a:srgbClr val="FEC000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Avenir Book"/>
          <a:ea typeface="ＭＳ Ｐゴシック" charset="0"/>
          <a:cs typeface="+mn-cs"/>
        </a:defRPr>
      </a:lvl1pPr>
      <a:lvl2pPr marL="347663" indent="-173038" algn="l" rtl="0" eaLnBrk="0" fontAlgn="base" hangingPunct="0">
        <a:spcBef>
          <a:spcPct val="20000"/>
        </a:spcBef>
        <a:spcAft>
          <a:spcPct val="0"/>
        </a:spcAft>
        <a:buClr>
          <a:srgbClr val="FEC000"/>
        </a:buClr>
        <a:buSzPct val="75000"/>
        <a:buChar char="•"/>
        <a:defRPr sz="2000">
          <a:solidFill>
            <a:schemeClr val="tx1"/>
          </a:solidFill>
          <a:latin typeface="Avenir Book"/>
          <a:ea typeface="ＭＳ Ｐゴシック" charset="0"/>
        </a:defRPr>
      </a:lvl2pPr>
      <a:lvl3pPr marL="547688" indent="-198438" algn="l" rtl="0" eaLnBrk="0" fontAlgn="base" hangingPunct="0">
        <a:spcBef>
          <a:spcPct val="20000"/>
        </a:spcBef>
        <a:spcAft>
          <a:spcPct val="0"/>
        </a:spcAft>
        <a:buClr>
          <a:srgbClr val="FEC000"/>
        </a:buClr>
        <a:buSzPct val="75000"/>
        <a:buFont typeface="Arial" panose="020B0604020202020204" pitchFamily="34" charset="0"/>
        <a:buChar char="-"/>
        <a:defRPr sz="2000">
          <a:solidFill>
            <a:schemeClr val="tx1"/>
          </a:solidFill>
          <a:latin typeface="Avenir Book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3057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3057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notesSlide" Target="../notesSlides/notesSlide8.xml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8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6">
            <a:extLst>
              <a:ext uri="{FF2B5EF4-FFF2-40B4-BE49-F238E27FC236}">
                <a16:creationId xmlns:a16="http://schemas.microsoft.com/office/drawing/2014/main" id="{4AA0ABE0-6903-5F9A-268C-90F844063E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Title 1">
            <a:extLst>
              <a:ext uri="{FF2B5EF4-FFF2-40B4-BE49-F238E27FC236}">
                <a16:creationId xmlns:a16="http://schemas.microsoft.com/office/drawing/2014/main" id="{25B10FB9-A15F-F8CA-E0F3-B4914ABDD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67150"/>
            <a:ext cx="9144000" cy="43338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3200" dirty="0">
                <a:ea typeface="ＭＳ Ｐゴシック" panose="020B0600070205080204" pitchFamily="34" charset="-128"/>
              </a:rPr>
              <a:t>Lecture 7: Multithreading</a:t>
            </a:r>
            <a:endParaRPr lang="en-ZA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18436" name="Text Placeholder 3">
            <a:extLst>
              <a:ext uri="{FF2B5EF4-FFF2-40B4-BE49-F238E27FC236}">
                <a16:creationId xmlns:a16="http://schemas.microsoft.com/office/drawing/2014/main" id="{4FA56CAD-107C-CCF9-44D6-34BF51654181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>
          <a:xfrm>
            <a:off x="611188" y="4386263"/>
            <a:ext cx="7886700" cy="273050"/>
          </a:xfrm>
        </p:spPr>
        <p:txBody>
          <a:bodyPr/>
          <a:lstStyle/>
          <a:p>
            <a:r>
              <a:rPr lang="en-US" altLang="en-US" sz="1200" dirty="0">
                <a:ea typeface="ＭＳ Ｐゴシック" panose="020B0600070205080204" pitchFamily="34" charset="-128"/>
              </a:rPr>
              <a:t>WRPV302: Advanced Programming</a:t>
            </a:r>
            <a:endParaRPr lang="en-ZA" altLang="en-US" sz="1200" dirty="0">
              <a:ea typeface="ＭＳ Ｐゴシック" panose="020B0600070205080204" pitchFamily="34" charset="-128"/>
            </a:endParaRPr>
          </a:p>
        </p:txBody>
      </p:sp>
      <p:sp>
        <p:nvSpPr>
          <p:cNvPr id="18437" name="Text Placeholder 5">
            <a:extLst>
              <a:ext uri="{FF2B5EF4-FFF2-40B4-BE49-F238E27FC236}">
                <a16:creationId xmlns:a16="http://schemas.microsoft.com/office/drawing/2014/main" id="{7B434F81-E8A3-A7A9-ADB2-DAC0071210D7}"/>
              </a:ext>
            </a:extLst>
          </p:cNvPr>
          <p:cNvSpPr>
            <a:spLocks noGrp="1" noChangeArrowheads="1"/>
          </p:cNvSpPr>
          <p:nvPr>
            <p:ph type="body" sz="quarter" idx="17"/>
          </p:nvPr>
        </p:nvSpPr>
        <p:spPr>
          <a:xfrm>
            <a:off x="611188" y="4732338"/>
            <a:ext cx="7886700" cy="325437"/>
          </a:xfrm>
        </p:spPr>
        <p:txBody>
          <a:bodyPr/>
          <a:lstStyle/>
          <a:p>
            <a:r>
              <a:rPr lang="en-US" altLang="en-US" sz="1400">
                <a:ea typeface="ＭＳ Ｐゴシック" panose="020B0600070205080204" pitchFamily="34" charset="-128"/>
              </a:rPr>
              <a:t>Dr Simone Beets</a:t>
            </a:r>
            <a:endParaRPr lang="en-ZA" altLang="en-US" sz="14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757"/>
    </mc:Choice>
    <mc:Fallback xmlns="">
      <p:transition spd="slow" advTm="6875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5B447-CE6C-3817-3FD9-3ECC37DE2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CFC1D3-CD9E-AB64-AFBA-A92624889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2" y="0"/>
            <a:ext cx="911119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816438"/>
      </p:ext>
    </p:extLst>
  </p:cSld>
  <p:clrMapOvr>
    <a:masterClrMapping/>
  </p:clrMapOvr>
  <p:transition spd="slow" advTm="7208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5B447-CE6C-3817-3FD9-3ECC37DE2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5BD929-AC5E-B0D4-78FE-51F61EEF425B}"/>
              </a:ext>
            </a:extLst>
          </p:cNvPr>
          <p:cNvSpPr/>
          <p:nvPr/>
        </p:nvSpPr>
        <p:spPr>
          <a:xfrm>
            <a:off x="0" y="0"/>
            <a:ext cx="9180512" cy="51435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rgbClr val="00305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2391C6-ECE5-EEC5-975A-44F397091D90}"/>
              </a:ext>
            </a:extLst>
          </p:cNvPr>
          <p:cNvSpPr txBox="1"/>
          <p:nvPr/>
        </p:nvSpPr>
        <p:spPr>
          <a:xfrm>
            <a:off x="3059832" y="2187029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4400" dirty="0">
                <a:solidFill>
                  <a:schemeClr val="bg1"/>
                </a:solidFill>
              </a:rPr>
              <a:t>Threads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08B6EB-11E4-4E67-8B41-2BE23B55FB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956657"/>
            <a:ext cx="3230183" cy="3230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74378"/>
      </p:ext>
    </p:extLst>
  </p:cSld>
  <p:clrMapOvr>
    <a:masterClrMapping/>
  </p:clrMapOvr>
  <p:transition spd="slow" advTm="7208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FCED2-1A29-5C7B-9125-D2AF7E03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843B51-4B40-4BD3-8546-6C233E35CA59}"/>
              </a:ext>
            </a:extLst>
          </p:cNvPr>
          <p:cNvSpPr/>
          <p:nvPr/>
        </p:nvSpPr>
        <p:spPr>
          <a:xfrm>
            <a:off x="2051720" y="1419622"/>
            <a:ext cx="5759450" cy="201612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Who has had an app freeze that you had to force it to close?</a:t>
            </a:r>
            <a:endParaRPr lang="en-ZA" sz="3600" dirty="0"/>
          </a:p>
        </p:txBody>
      </p:sp>
      <p:pic>
        <p:nvPicPr>
          <p:cNvPr id="8" name="Graphic 3" descr="Lights On with solid fill">
            <a:extLst>
              <a:ext uri="{FF2B5EF4-FFF2-40B4-BE49-F238E27FC236}">
                <a16:creationId xmlns:a16="http://schemas.microsoft.com/office/drawing/2014/main" id="{9F99FAFB-68CE-4004-9303-88D8118DD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08" y="2010241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C6B2A6-F6D7-4B51-BD1C-A9F4B1DE5D8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00" t="54200" r="10400"/>
          <a:stretch/>
        </p:blipFill>
        <p:spPr>
          <a:xfrm rot="16200000">
            <a:off x="5913909" y="1285875"/>
            <a:ext cx="4104456" cy="235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940478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5B447-CE6C-3817-3FD9-3ECC37DE2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5BD929-AC5E-B0D4-78FE-51F61EEF425B}"/>
              </a:ext>
            </a:extLst>
          </p:cNvPr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rgbClr val="00305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2391C6-ECE5-EEC5-975A-44F397091D90}"/>
              </a:ext>
            </a:extLst>
          </p:cNvPr>
          <p:cNvSpPr txBox="1"/>
          <p:nvPr/>
        </p:nvSpPr>
        <p:spPr>
          <a:xfrm>
            <a:off x="679880" y="1848475"/>
            <a:ext cx="321224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4400" dirty="0">
                <a:solidFill>
                  <a:schemeClr val="bg1"/>
                </a:solidFill>
              </a:rPr>
              <a:t>What is a thread?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6ABDAD-B5AD-4A0A-955D-2EA4960DB8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88024" y="267494"/>
            <a:ext cx="4113659" cy="2160240"/>
          </a:xfrm>
        </p:spPr>
        <p:txBody>
          <a:bodyPr/>
          <a:lstStyle/>
          <a:p>
            <a:pPr marL="0" indent="0" algn="ctr">
              <a:buNone/>
            </a:pPr>
            <a:r>
              <a:rPr lang="en-US" sz="3200" dirty="0"/>
              <a:t>A program unit that executes </a:t>
            </a:r>
            <a:r>
              <a:rPr lang="en-US" sz="3200" i="1" dirty="0"/>
              <a:t>independently</a:t>
            </a:r>
            <a:r>
              <a:rPr lang="en-US" sz="3200" dirty="0"/>
              <a:t> of other parts of a program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86E3263-0C44-43DC-A19A-EC5FA4A8D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8023" y="2643758"/>
            <a:ext cx="4113659" cy="216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3200" kern="0" dirty="0"/>
              <a:t>JVM &amp; Android execute each thread for a short period of time, then switch to another thread</a:t>
            </a:r>
          </a:p>
        </p:txBody>
      </p:sp>
    </p:spTree>
    <p:extLst>
      <p:ext uri="{BB962C8B-B14F-4D97-AF65-F5344CB8AC3E}">
        <p14:creationId xmlns:p14="http://schemas.microsoft.com/office/powerpoint/2010/main" val="2659204935"/>
      </p:ext>
    </p:extLst>
  </p:cSld>
  <p:clrMapOvr>
    <a:masterClrMapping/>
  </p:clrMapOvr>
  <p:transition spd="slow" advTm="7208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FCED2-1A29-5C7B-9125-D2AF7E03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843B51-4B40-4BD3-8546-6C233E35CA59}"/>
              </a:ext>
            </a:extLst>
          </p:cNvPr>
          <p:cNvSpPr/>
          <p:nvPr/>
        </p:nvSpPr>
        <p:spPr>
          <a:xfrm>
            <a:off x="2051720" y="1419622"/>
            <a:ext cx="5759450" cy="201612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What is a task that you do daily where you multitask?</a:t>
            </a:r>
            <a:endParaRPr lang="en-ZA" sz="3600" dirty="0"/>
          </a:p>
        </p:txBody>
      </p:sp>
      <p:pic>
        <p:nvPicPr>
          <p:cNvPr id="8" name="Graphic 3" descr="Lights On with solid fill">
            <a:extLst>
              <a:ext uri="{FF2B5EF4-FFF2-40B4-BE49-F238E27FC236}">
                <a16:creationId xmlns:a16="http://schemas.microsoft.com/office/drawing/2014/main" id="{9F99FAFB-68CE-4004-9303-88D8118DD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08" y="2010241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3252628"/>
      </p:ext>
    </p:extLst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C3CD-91CD-300B-1AED-7A287A6F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DA623730-44A2-7876-7832-2E4BB653C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How are threads defined?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6CF76C83-9628-82EB-EEC2-12037642C0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280597" cy="3481387"/>
          </a:xfrm>
        </p:spPr>
        <p:txBody>
          <a:bodyPr/>
          <a:lstStyle/>
          <a:p>
            <a:r>
              <a:rPr lang="en-US" dirty="0"/>
              <a:t>Implement </a:t>
            </a:r>
            <a:r>
              <a:rPr lang="en-US" i="1" dirty="0"/>
              <a:t>Runnable</a:t>
            </a:r>
            <a:r>
              <a:rPr lang="en-US" dirty="0"/>
              <a:t> interface </a:t>
            </a:r>
            <a:r>
              <a:rPr lang="en-US" b="1" dirty="0"/>
              <a:t>or</a:t>
            </a:r>
            <a:r>
              <a:rPr lang="en-US" dirty="0"/>
              <a:t> extend </a:t>
            </a:r>
            <a:r>
              <a:rPr lang="en-US" i="1" dirty="0"/>
              <a:t>Thread</a:t>
            </a:r>
            <a:r>
              <a:rPr lang="en-US" dirty="0"/>
              <a:t> class</a:t>
            </a:r>
          </a:p>
          <a:p>
            <a:r>
              <a:rPr lang="en-US" dirty="0"/>
              <a:t>Either way, need to write code for a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run()</a:t>
            </a:r>
            <a:r>
              <a:rPr lang="en-US" dirty="0"/>
              <a:t> method</a:t>
            </a:r>
          </a:p>
          <a:p>
            <a:pPr lvl="1"/>
            <a:r>
              <a:rPr lang="en-US" dirty="0"/>
              <a:t>Code in the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run()</a:t>
            </a:r>
            <a:r>
              <a:rPr lang="en-US" dirty="0"/>
              <a:t> method will be run in parallel (using a Thread) </a:t>
            </a:r>
            <a:r>
              <a:rPr lang="en-US" b="1" dirty="0"/>
              <a:t>once a thread has been started</a:t>
            </a:r>
          </a:p>
          <a:p>
            <a:r>
              <a:rPr lang="en-US" dirty="0"/>
              <a:t>If using first option of implementing the </a:t>
            </a:r>
            <a:r>
              <a:rPr lang="en-US" i="1" dirty="0"/>
              <a:t>Runnable</a:t>
            </a:r>
            <a:r>
              <a:rPr lang="en-US" dirty="0"/>
              <a:t> interface </a:t>
            </a:r>
          </a:p>
          <a:p>
            <a:pPr lvl="1"/>
            <a:r>
              <a:rPr lang="en-US" dirty="0"/>
              <a:t>Allows you to use lambdas &amp; other classes that do not extend Thread class directly, but it is a bit more work to set up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B40BF9C-2D8B-47D2-BFBD-7D145C54EB86}"/>
              </a:ext>
            </a:extLst>
          </p:cNvPr>
          <p:cNvGrpSpPr/>
          <p:nvPr/>
        </p:nvGrpSpPr>
        <p:grpSpPr>
          <a:xfrm>
            <a:off x="197728" y="1059582"/>
            <a:ext cx="6327691" cy="3371602"/>
            <a:chOff x="197728" y="1059582"/>
            <a:chExt cx="6327691" cy="337160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9A7E831-C3EF-4F6B-9BC1-F9ED1728CBC2}"/>
                </a:ext>
              </a:extLst>
            </p:cNvPr>
            <p:cNvSpPr txBox="1"/>
            <p:nvPr/>
          </p:nvSpPr>
          <p:spPr>
            <a:xfrm>
              <a:off x="2618580" y="3507854"/>
              <a:ext cx="390683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dirty="0">
                  <a:latin typeface="Courier New" pitchFamily="49" charset="0"/>
                  <a:cs typeface="Courier New" pitchFamily="49" charset="0"/>
                </a:rPr>
                <a:t>public interface Runnable {</a:t>
              </a:r>
            </a:p>
            <a:p>
              <a:r>
                <a:rPr lang="en-ZA" dirty="0">
                  <a:latin typeface="Courier New" pitchFamily="49" charset="0"/>
                  <a:cs typeface="Courier New" pitchFamily="49" charset="0"/>
                </a:rPr>
                <a:t>	void run();</a:t>
              </a:r>
            </a:p>
            <a:p>
              <a:r>
                <a:rPr lang="en-ZA" dirty="0"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483AF44-BB8B-44D1-89DE-D833B2190C73}"/>
                </a:ext>
              </a:extLst>
            </p:cNvPr>
            <p:cNvCxnSpPr/>
            <p:nvPr/>
          </p:nvCxnSpPr>
          <p:spPr>
            <a:xfrm flipV="1">
              <a:off x="2123728" y="1059582"/>
              <a:ext cx="0" cy="144016"/>
            </a:xfrm>
            <a:prstGeom prst="line">
              <a:avLst/>
            </a:prstGeom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FDEF356-1169-4E29-A3D7-BD3C5EA6C342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169728" y="87582"/>
              <a:ext cx="0" cy="1944000"/>
            </a:xfrm>
            <a:prstGeom prst="line">
              <a:avLst/>
            </a:prstGeom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0C72FC7-5A41-45C0-8C1C-B634EF47BEFF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295728" y="2841902"/>
              <a:ext cx="0" cy="2196000"/>
            </a:xfrm>
            <a:prstGeom prst="line">
              <a:avLst/>
            </a:prstGeom>
            <a:ln w="38100">
              <a:solidFill>
                <a:schemeClr val="accent5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E3CE2DE-C780-4BF6-A22A-5A496A4E16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728" y="1059582"/>
              <a:ext cx="0" cy="2880320"/>
            </a:xfrm>
            <a:prstGeom prst="line">
              <a:avLst/>
            </a:prstGeom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Graphic 3" descr="Lights On with solid fill">
            <a:extLst>
              <a:ext uri="{FF2B5EF4-FFF2-40B4-BE49-F238E27FC236}">
                <a16:creationId xmlns:a16="http://schemas.microsoft.com/office/drawing/2014/main" id="{A5E0DEB1-8F6C-4A0E-9EC8-95B8226BA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4844" y="3820064"/>
            <a:ext cx="421196" cy="421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20" descr="Questions with solid fill">
            <a:extLst>
              <a:ext uri="{FF2B5EF4-FFF2-40B4-BE49-F238E27FC236}">
                <a16:creationId xmlns:a16="http://schemas.microsoft.com/office/drawing/2014/main" id="{A744D932-0847-4829-BC1C-20858BD321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61542" y="3481996"/>
            <a:ext cx="698375" cy="69837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2338004"/>
      </p:ext>
    </p:extLst>
  </p:cSld>
  <p:clrMapOvr>
    <a:masterClrMapping/>
  </p:clrMapOvr>
  <p:transition spd="slow" advTm="61565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C3CD-91CD-300B-1AED-7A287A6F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DA623730-44A2-7876-7832-2E4BB653C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How are threads started?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F4256880-C55E-4B42-AF74-731CEDF313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0323396"/>
              </p:ext>
            </p:extLst>
          </p:nvPr>
        </p:nvGraphicFramePr>
        <p:xfrm>
          <a:off x="323851" y="1112838"/>
          <a:ext cx="4896221" cy="3481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1209F9C-6B8D-4D66-A94E-B9C8C968F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6096" y="1773411"/>
            <a:ext cx="3600400" cy="216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400" kern="0" dirty="0"/>
              <a:t>Calling 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run()</a:t>
            </a:r>
            <a:r>
              <a:rPr lang="en-US" sz="2400" kern="0" dirty="0"/>
              <a:t> does </a:t>
            </a:r>
            <a:r>
              <a:rPr lang="en-US" sz="2400" b="1" kern="0" dirty="0"/>
              <a:t>not</a:t>
            </a:r>
            <a:r>
              <a:rPr lang="en-US" sz="2400" kern="0" dirty="0"/>
              <a:t> start a </a:t>
            </a:r>
            <a:r>
              <a:rPr lang="en-US" sz="2400" b="1" kern="0" dirty="0"/>
              <a:t>new</a:t>
            </a:r>
            <a:r>
              <a:rPr lang="en-US" sz="2400" kern="0" dirty="0"/>
              <a:t> thread, it simply calls the method (like a normal method) </a:t>
            </a:r>
            <a:r>
              <a:rPr lang="en-US" sz="2400" b="1" kern="0" dirty="0"/>
              <a:t>on the current thread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93DB49-C423-43A9-A27F-CCAFF540644A}"/>
              </a:ext>
            </a:extLst>
          </p:cNvPr>
          <p:cNvSpPr txBox="1"/>
          <p:nvPr/>
        </p:nvSpPr>
        <p:spPr>
          <a:xfrm>
            <a:off x="3995936" y="4625459"/>
            <a:ext cx="35283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See </a:t>
            </a:r>
            <a:r>
              <a:rPr lang="en-US" dirty="0">
                <a:solidFill>
                  <a:srgbClr val="FEC000"/>
                </a:solidFill>
              </a:rPr>
              <a:t>/Example01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BF6B0E-A1EA-4190-A4B5-79453537B72B}"/>
              </a:ext>
            </a:extLst>
          </p:cNvPr>
          <p:cNvSpPr/>
          <p:nvPr/>
        </p:nvSpPr>
        <p:spPr>
          <a:xfrm>
            <a:off x="755576" y="2859782"/>
            <a:ext cx="2088232" cy="936104"/>
          </a:xfrm>
          <a:prstGeom prst="roundRect">
            <a:avLst/>
          </a:prstGeom>
          <a:noFill/>
          <a:ln>
            <a:solidFill>
              <a:srgbClr val="FEC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EDBB0C8-08F4-41FB-9C9A-F66A200CFFE5}"/>
              </a:ext>
            </a:extLst>
          </p:cNvPr>
          <p:cNvSpPr/>
          <p:nvPr/>
        </p:nvSpPr>
        <p:spPr>
          <a:xfrm>
            <a:off x="2977741" y="3723878"/>
            <a:ext cx="2160240" cy="1008112"/>
          </a:xfrm>
          <a:prstGeom prst="roundRect">
            <a:avLst/>
          </a:prstGeom>
          <a:noFill/>
          <a:ln>
            <a:solidFill>
              <a:srgbClr val="FEC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05C1D5-FF96-46AD-9B75-EFF8B81DB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1168" y="1340660"/>
            <a:ext cx="2808312" cy="496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800" i="1" kern="0" dirty="0">
                <a:solidFill>
                  <a:srgbClr val="003057"/>
                </a:solidFill>
              </a:rPr>
              <a:t>Don’t do this…</a:t>
            </a:r>
            <a:endParaRPr lang="en-US" sz="2800" b="1" i="1" kern="0" dirty="0">
              <a:solidFill>
                <a:srgbClr val="003057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0339951"/>
      </p:ext>
    </p:extLst>
  </p:cSld>
  <p:clrMapOvr>
    <a:masterClrMapping/>
  </p:clrMapOvr>
  <p:transition spd="slow" advTm="113276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55268FC-BB08-4DFA-9DC7-0E90CC9693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551DEBC-A00A-4B34-BA2A-7C667E97AB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3CDCE2F-3186-40BD-8E80-B381444348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160C97B-146D-43A5-BE1D-52572CC79B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8FCCCA6-7765-43CD-92A0-BAD5CD1C7B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0676045B-A3E8-4F67-9DA4-D9930AD8C6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5299359-111A-4BCC-90D3-B6932F0202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5B411DD-2638-44F6-8D35-ADD02D1BA2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5E065CD-0E7D-49B6-A0DD-200E4CBAC8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07A860E6-31F2-4088-93F6-339EFC775C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E9D8C4E-C897-4931-81EE-40632BA0F3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1647744-A843-44B8-8CE0-ECE08DC232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Dgm bld="one"/>
        </p:bldSub>
      </p:bldGraphic>
      <p:bldP spid="4" grpId="0"/>
      <p:bldP spid="3" grpId="0" animBg="1"/>
      <p:bldP spid="7" grpId="0" animBg="1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C3CD-91CD-300B-1AED-7A287A6F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5257318-7931-401D-ABA5-9126BC99675F}"/>
              </a:ext>
            </a:extLst>
          </p:cNvPr>
          <p:cNvSpPr/>
          <p:nvPr/>
        </p:nvSpPr>
        <p:spPr>
          <a:xfrm>
            <a:off x="0" y="1635646"/>
            <a:ext cx="9144000" cy="1728192"/>
          </a:xfrm>
          <a:prstGeom prst="rect">
            <a:avLst/>
          </a:prstGeom>
          <a:solidFill>
            <a:srgbClr val="FE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DA623730-44A2-7876-7832-2E4BB653C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19833" y="1635646"/>
            <a:ext cx="5904334" cy="1728191"/>
          </a:xfrm>
        </p:spPr>
        <p:txBody>
          <a:bodyPr/>
          <a:lstStyle/>
          <a:p>
            <a:pPr algn="ctr"/>
            <a:r>
              <a:rPr lang="en-US" altLang="en-US" dirty="0">
                <a:solidFill>
                  <a:schemeClr val="bg1"/>
                </a:solidFill>
                <a:latin typeface="Avenir Medium" pitchFamily="2" charset="0"/>
                <a:ea typeface="ＭＳ Ｐゴシック" panose="020B0600070205080204" pitchFamily="34" charset="-128"/>
              </a:rPr>
              <a:t>So, what is happening in Example 1?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1340281"/>
      </p:ext>
    </p:extLst>
  </p:cSld>
  <p:clrMapOvr>
    <a:masterClrMapping/>
  </p:clrMapOvr>
  <p:transition spd="slow" advTm="113276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C3CD-91CD-300B-1AED-7A287A6F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DA623730-44A2-7876-7832-2E4BB653C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6475" y="145064"/>
            <a:ext cx="5904334" cy="1728191"/>
          </a:xfrm>
        </p:spPr>
        <p:txBody>
          <a:bodyPr/>
          <a:lstStyle/>
          <a:p>
            <a:pPr algn="ctr"/>
            <a:r>
              <a:rPr lang="en-US" altLang="en-US" dirty="0">
                <a:solidFill>
                  <a:schemeClr val="bg1"/>
                </a:solidFill>
                <a:latin typeface="Avenir Medium" pitchFamily="2" charset="0"/>
                <a:ea typeface="ＭＳ Ｐゴシック" panose="020B0600070205080204" pitchFamily="34" charset="-128"/>
              </a:rPr>
              <a:t>So, what is happening in Example 1?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B7B5F3D-C344-4085-AF14-00CBA1EF0A57}"/>
              </a:ext>
            </a:extLst>
          </p:cNvPr>
          <p:cNvCxnSpPr/>
          <p:nvPr/>
        </p:nvCxnSpPr>
        <p:spPr>
          <a:xfrm>
            <a:off x="2638306" y="570266"/>
            <a:ext cx="0" cy="720080"/>
          </a:xfrm>
          <a:prstGeom prst="straightConnector1">
            <a:avLst/>
          </a:prstGeom>
          <a:ln w="57150">
            <a:headE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A519E41-390B-4D23-892E-B1ED3A88E56F}"/>
              </a:ext>
            </a:extLst>
          </p:cNvPr>
          <p:cNvSpPr txBox="1"/>
          <p:nvPr/>
        </p:nvSpPr>
        <p:spPr>
          <a:xfrm>
            <a:off x="1825904" y="-92546"/>
            <a:ext cx="1624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ZA" b="1" dirty="0"/>
              <a:t>Example01</a:t>
            </a:r>
            <a:r>
              <a:rPr lang="en-ZA" dirty="0"/>
              <a:t> </a:t>
            </a:r>
          </a:p>
          <a:p>
            <a:pPr algn="ctr"/>
            <a:r>
              <a:rPr lang="en-ZA" dirty="0"/>
              <a:t>(Main Thread)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B7F6F0-F7B2-4A5F-98B7-219709D80BD9}"/>
              </a:ext>
            </a:extLst>
          </p:cNvPr>
          <p:cNvSpPr txBox="1"/>
          <p:nvPr/>
        </p:nvSpPr>
        <p:spPr>
          <a:xfrm>
            <a:off x="-36512" y="780645"/>
            <a:ext cx="2133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line 18: </a:t>
            </a:r>
            <a:r>
              <a:rPr lang="en-ZA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thread.start</a:t>
            </a:r>
            <a:r>
              <a:rPr lang="en-ZA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BBF795-46F8-4A29-8692-311105E8A8D8}"/>
              </a:ext>
            </a:extLst>
          </p:cNvPr>
          <p:cNvCxnSpPr/>
          <p:nvPr/>
        </p:nvCxnSpPr>
        <p:spPr>
          <a:xfrm>
            <a:off x="2638306" y="1290346"/>
            <a:ext cx="1904004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B8958E2-EAE0-4A8D-884B-818EAADC8DAA}"/>
              </a:ext>
            </a:extLst>
          </p:cNvPr>
          <p:cNvSpPr txBox="1"/>
          <p:nvPr/>
        </p:nvSpPr>
        <p:spPr>
          <a:xfrm>
            <a:off x="4022777" y="573587"/>
            <a:ext cx="10390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ZA" b="1" dirty="0"/>
              <a:t>PMR</a:t>
            </a:r>
            <a:r>
              <a:rPr lang="en-ZA" dirty="0"/>
              <a:t> </a:t>
            </a:r>
          </a:p>
          <a:p>
            <a:pPr algn="ctr"/>
            <a:r>
              <a:rPr lang="en-ZA" dirty="0"/>
              <a:t>(thread)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0732E15-4FF4-4B04-85CD-C8E06120FE8D}"/>
              </a:ext>
            </a:extLst>
          </p:cNvPr>
          <p:cNvCxnSpPr/>
          <p:nvPr/>
        </p:nvCxnSpPr>
        <p:spPr>
          <a:xfrm>
            <a:off x="2638306" y="1290346"/>
            <a:ext cx="0" cy="648072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5F878B4-E550-491F-9B10-50D092EB41A8}"/>
              </a:ext>
            </a:extLst>
          </p:cNvPr>
          <p:cNvCxnSpPr/>
          <p:nvPr/>
        </p:nvCxnSpPr>
        <p:spPr>
          <a:xfrm>
            <a:off x="2646633" y="1959922"/>
            <a:ext cx="1904004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F48F285-2A78-4CBB-9621-DBAEBA7D11F1}"/>
              </a:ext>
            </a:extLst>
          </p:cNvPr>
          <p:cNvGrpSpPr/>
          <p:nvPr/>
        </p:nvGrpSpPr>
        <p:grpSpPr>
          <a:xfrm>
            <a:off x="4542310" y="1290346"/>
            <a:ext cx="1487908" cy="720080"/>
            <a:chOff x="4975668" y="2780928"/>
            <a:chExt cx="1487908" cy="720080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42F87F1-091F-4023-92C8-BB43A41ED2F1}"/>
                </a:ext>
              </a:extLst>
            </p:cNvPr>
            <p:cNvCxnSpPr/>
            <p:nvPr/>
          </p:nvCxnSpPr>
          <p:spPr>
            <a:xfrm>
              <a:off x="4975668" y="2780928"/>
              <a:ext cx="0" cy="720080"/>
            </a:xfrm>
            <a:prstGeom prst="straightConnector1">
              <a:avLst/>
            </a:prstGeom>
            <a:ln w="57150">
              <a:headE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0D7924A-25E5-42ED-A3C1-6186F606CD6E}"/>
                </a:ext>
              </a:extLst>
            </p:cNvPr>
            <p:cNvSpPr txBox="1"/>
            <p:nvPr/>
          </p:nvSpPr>
          <p:spPr>
            <a:xfrm>
              <a:off x="4975668" y="2931050"/>
              <a:ext cx="14879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dirty="0">
                  <a:latin typeface="Courier New" panose="02070309020205020404" pitchFamily="49" charset="0"/>
                  <a:cs typeface="Courier New" panose="02070309020205020404" pitchFamily="49" charset="0"/>
                </a:rPr>
                <a:t>run() </a:t>
              </a:r>
              <a:r>
                <a:rPr lang="en-ZA" dirty="0"/>
                <a:t>a bit</a:t>
              </a:r>
              <a:endParaRPr lang="en-ZA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0BB273C-D86D-4AEC-9108-C76BC044FC15}"/>
              </a:ext>
            </a:extLst>
          </p:cNvPr>
          <p:cNvCxnSpPr/>
          <p:nvPr/>
        </p:nvCxnSpPr>
        <p:spPr>
          <a:xfrm>
            <a:off x="2646633" y="1959922"/>
            <a:ext cx="0" cy="720080"/>
          </a:xfrm>
          <a:prstGeom prst="straightConnector1">
            <a:avLst/>
          </a:prstGeom>
          <a:ln w="57150">
            <a:headE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636B228-ACD6-4BCA-82AC-B14D9B65A60E}"/>
              </a:ext>
            </a:extLst>
          </p:cNvPr>
          <p:cNvSpPr txBox="1"/>
          <p:nvPr/>
        </p:nvSpPr>
        <p:spPr>
          <a:xfrm>
            <a:off x="-36512" y="2153783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line 24: </a:t>
            </a:r>
            <a:r>
              <a:rPr lang="en-ZA" dirty="0" err="1">
                <a:latin typeface="Courier New" panose="02070309020205020404" pitchFamily="49" charset="0"/>
                <a:cs typeface="Courier New" panose="02070309020205020404" pitchFamily="49" charset="0"/>
              </a:rPr>
              <a:t>pmThread.start</a:t>
            </a:r>
            <a:r>
              <a:rPr lang="en-ZA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A606381-954A-4A58-BAB3-4F31BCE59C99}"/>
              </a:ext>
            </a:extLst>
          </p:cNvPr>
          <p:cNvCxnSpPr/>
          <p:nvPr/>
        </p:nvCxnSpPr>
        <p:spPr>
          <a:xfrm>
            <a:off x="2646633" y="2680002"/>
            <a:ext cx="4240144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56BF0B7-B670-4DB4-963A-3794A8DE10DF}"/>
              </a:ext>
            </a:extLst>
          </p:cNvPr>
          <p:cNvCxnSpPr/>
          <p:nvPr/>
        </p:nvCxnSpPr>
        <p:spPr>
          <a:xfrm>
            <a:off x="4542310" y="2031930"/>
            <a:ext cx="0" cy="648072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38329DC-0E09-4713-9E1C-B775293AF85D}"/>
              </a:ext>
            </a:extLst>
          </p:cNvPr>
          <p:cNvSpPr txBox="1"/>
          <p:nvPr/>
        </p:nvSpPr>
        <p:spPr>
          <a:xfrm>
            <a:off x="6185305" y="1921736"/>
            <a:ext cx="1402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ZA" b="1" dirty="0"/>
              <a:t>PMT</a:t>
            </a:r>
            <a:r>
              <a:rPr lang="en-ZA" dirty="0"/>
              <a:t> </a:t>
            </a:r>
          </a:p>
          <a:p>
            <a:pPr algn="ctr"/>
            <a:r>
              <a:rPr lang="en-ZA" dirty="0"/>
              <a:t>(</a:t>
            </a:r>
            <a:r>
              <a:rPr lang="en-ZA" dirty="0" err="1"/>
              <a:t>pmThread</a:t>
            </a:r>
            <a:r>
              <a:rPr lang="en-ZA" dirty="0"/>
              <a:t>)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99E6170-F655-4AAF-AA4C-C1936C5503F2}"/>
              </a:ext>
            </a:extLst>
          </p:cNvPr>
          <p:cNvGrpSpPr/>
          <p:nvPr/>
        </p:nvGrpSpPr>
        <p:grpSpPr>
          <a:xfrm>
            <a:off x="6886778" y="2680002"/>
            <a:ext cx="1612196" cy="720080"/>
            <a:chOff x="7320136" y="4170584"/>
            <a:chExt cx="1612196" cy="720080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FCE4A3D-8E62-4ABC-9776-51CD3FE78C28}"/>
                </a:ext>
              </a:extLst>
            </p:cNvPr>
            <p:cNvCxnSpPr/>
            <p:nvPr/>
          </p:nvCxnSpPr>
          <p:spPr>
            <a:xfrm>
              <a:off x="7320136" y="4170584"/>
              <a:ext cx="0" cy="720080"/>
            </a:xfrm>
            <a:prstGeom prst="straightConnector1">
              <a:avLst/>
            </a:prstGeom>
            <a:ln w="57150">
              <a:headE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81D238E-CABA-49BC-82B2-62D64B973A76}"/>
                </a:ext>
              </a:extLst>
            </p:cNvPr>
            <p:cNvSpPr txBox="1"/>
            <p:nvPr/>
          </p:nvSpPr>
          <p:spPr>
            <a:xfrm>
              <a:off x="7444424" y="4290696"/>
              <a:ext cx="14879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dirty="0">
                  <a:latin typeface="Courier New" panose="02070309020205020404" pitchFamily="49" charset="0"/>
                  <a:cs typeface="Courier New" panose="02070309020205020404" pitchFamily="49" charset="0"/>
                </a:rPr>
                <a:t>run() </a:t>
              </a:r>
              <a:r>
                <a:rPr lang="en-ZA" dirty="0"/>
                <a:t>a bit</a:t>
              </a:r>
              <a:endParaRPr lang="en-ZA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008BD7C-1524-4539-A4B9-5D3F6F861158}"/>
              </a:ext>
            </a:extLst>
          </p:cNvPr>
          <p:cNvCxnSpPr/>
          <p:nvPr/>
        </p:nvCxnSpPr>
        <p:spPr>
          <a:xfrm>
            <a:off x="2627783" y="2680002"/>
            <a:ext cx="0" cy="648072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3FBF9D5-F362-4F9C-9307-B71B8C207115}"/>
              </a:ext>
            </a:extLst>
          </p:cNvPr>
          <p:cNvCxnSpPr/>
          <p:nvPr/>
        </p:nvCxnSpPr>
        <p:spPr>
          <a:xfrm>
            <a:off x="4550637" y="2732592"/>
            <a:ext cx="0" cy="648072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4FDB72D-3753-43B5-B1F1-DF72AC8DA745}"/>
              </a:ext>
            </a:extLst>
          </p:cNvPr>
          <p:cNvGrpSpPr/>
          <p:nvPr/>
        </p:nvGrpSpPr>
        <p:grpSpPr>
          <a:xfrm>
            <a:off x="4560736" y="3309980"/>
            <a:ext cx="1487908" cy="720080"/>
            <a:chOff x="4994094" y="4800562"/>
            <a:chExt cx="1487908" cy="720080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EA1DFDF-3737-4C8F-B8DD-3803A647BF71}"/>
                </a:ext>
              </a:extLst>
            </p:cNvPr>
            <p:cNvCxnSpPr/>
            <p:nvPr/>
          </p:nvCxnSpPr>
          <p:spPr>
            <a:xfrm>
              <a:off x="4994094" y="4800562"/>
              <a:ext cx="0" cy="720080"/>
            </a:xfrm>
            <a:prstGeom prst="straightConnector1">
              <a:avLst/>
            </a:prstGeom>
            <a:ln w="57150">
              <a:headE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010F6AF-6E27-4286-9E38-C1340BDC071F}"/>
                </a:ext>
              </a:extLst>
            </p:cNvPr>
            <p:cNvSpPr txBox="1"/>
            <p:nvPr/>
          </p:nvSpPr>
          <p:spPr>
            <a:xfrm>
              <a:off x="4994094" y="4950684"/>
              <a:ext cx="14879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dirty="0">
                  <a:latin typeface="Courier New" panose="02070309020205020404" pitchFamily="49" charset="0"/>
                  <a:cs typeface="Courier New" panose="02070309020205020404" pitchFamily="49" charset="0"/>
                </a:rPr>
                <a:t>run() </a:t>
              </a:r>
              <a:r>
                <a:rPr lang="en-ZA" dirty="0"/>
                <a:t>a bit</a:t>
              </a:r>
              <a:endParaRPr lang="en-ZA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716EE02-7ECF-457C-AA7B-698D14808BE1}"/>
              </a:ext>
            </a:extLst>
          </p:cNvPr>
          <p:cNvCxnSpPr/>
          <p:nvPr/>
        </p:nvCxnSpPr>
        <p:spPr>
          <a:xfrm>
            <a:off x="6886778" y="3400082"/>
            <a:ext cx="0" cy="648072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1E802F6-FEED-4BBA-926F-990E63E5B577}"/>
              </a:ext>
            </a:extLst>
          </p:cNvPr>
          <p:cNvCxnSpPr/>
          <p:nvPr/>
        </p:nvCxnSpPr>
        <p:spPr>
          <a:xfrm>
            <a:off x="2627783" y="3328074"/>
            <a:ext cx="0" cy="648072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Multiply 36">
            <a:extLst>
              <a:ext uri="{FF2B5EF4-FFF2-40B4-BE49-F238E27FC236}">
                <a16:creationId xmlns:a16="http://schemas.microsoft.com/office/drawing/2014/main" id="{AFB9484D-F3F5-491E-BDAD-588677B7FE66}"/>
              </a:ext>
            </a:extLst>
          </p:cNvPr>
          <p:cNvSpPr/>
          <p:nvPr/>
        </p:nvSpPr>
        <p:spPr>
          <a:xfrm>
            <a:off x="4306667" y="3935343"/>
            <a:ext cx="529215" cy="529215"/>
          </a:xfrm>
          <a:prstGeom prst="mathMultiply">
            <a:avLst/>
          </a:prstGeom>
          <a:solidFill>
            <a:srgbClr val="003057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34F8CC2-68AC-4302-8666-13E6CF8546AF}"/>
              </a:ext>
            </a:extLst>
          </p:cNvPr>
          <p:cNvGrpSpPr/>
          <p:nvPr/>
        </p:nvGrpSpPr>
        <p:grpSpPr>
          <a:xfrm>
            <a:off x="6886778" y="4030060"/>
            <a:ext cx="1612196" cy="720080"/>
            <a:chOff x="7320136" y="5520642"/>
            <a:chExt cx="1612196" cy="720080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853A889B-695C-4EDF-8C4D-26A10F795CC9}"/>
                </a:ext>
              </a:extLst>
            </p:cNvPr>
            <p:cNvCxnSpPr/>
            <p:nvPr/>
          </p:nvCxnSpPr>
          <p:spPr>
            <a:xfrm>
              <a:off x="7320136" y="5520642"/>
              <a:ext cx="0" cy="720080"/>
            </a:xfrm>
            <a:prstGeom prst="straightConnector1">
              <a:avLst/>
            </a:prstGeom>
            <a:ln w="57150">
              <a:headE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AF10881-67C1-48A6-AE7A-906DFE0F8F71}"/>
                </a:ext>
              </a:extLst>
            </p:cNvPr>
            <p:cNvSpPr txBox="1"/>
            <p:nvPr/>
          </p:nvSpPr>
          <p:spPr>
            <a:xfrm>
              <a:off x="7444424" y="5640754"/>
              <a:ext cx="14879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dirty="0">
                  <a:latin typeface="Courier New" panose="02070309020205020404" pitchFamily="49" charset="0"/>
                  <a:cs typeface="Courier New" panose="02070309020205020404" pitchFamily="49" charset="0"/>
                </a:rPr>
                <a:t>run() </a:t>
              </a:r>
              <a:r>
                <a:rPr lang="en-ZA" dirty="0"/>
                <a:t>a bit</a:t>
              </a:r>
              <a:endParaRPr lang="en-ZA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513F490-AE11-4053-AB1C-600761F1E33C}"/>
              </a:ext>
            </a:extLst>
          </p:cNvPr>
          <p:cNvCxnSpPr/>
          <p:nvPr/>
        </p:nvCxnSpPr>
        <p:spPr>
          <a:xfrm>
            <a:off x="2627783" y="4030060"/>
            <a:ext cx="0" cy="648072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Multiply 40">
            <a:extLst>
              <a:ext uri="{FF2B5EF4-FFF2-40B4-BE49-F238E27FC236}">
                <a16:creationId xmlns:a16="http://schemas.microsoft.com/office/drawing/2014/main" id="{DF3BFC07-FAE4-4E5F-BD78-B5065B99E372}"/>
              </a:ext>
            </a:extLst>
          </p:cNvPr>
          <p:cNvSpPr/>
          <p:nvPr/>
        </p:nvSpPr>
        <p:spPr>
          <a:xfrm>
            <a:off x="6622170" y="4651297"/>
            <a:ext cx="529215" cy="529215"/>
          </a:xfrm>
          <a:prstGeom prst="mathMultiply">
            <a:avLst/>
          </a:prstGeom>
          <a:solidFill>
            <a:srgbClr val="003057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7" name="Multiply 41">
            <a:extLst>
              <a:ext uri="{FF2B5EF4-FFF2-40B4-BE49-F238E27FC236}">
                <a16:creationId xmlns:a16="http://schemas.microsoft.com/office/drawing/2014/main" id="{7ACEDD53-629A-4BCF-B3CF-1793A3DCF774}"/>
              </a:ext>
            </a:extLst>
          </p:cNvPr>
          <p:cNvSpPr/>
          <p:nvPr/>
        </p:nvSpPr>
        <p:spPr>
          <a:xfrm>
            <a:off x="2343538" y="4595156"/>
            <a:ext cx="529215" cy="529215"/>
          </a:xfrm>
          <a:prstGeom prst="mathMultiply">
            <a:avLst/>
          </a:prstGeom>
          <a:solidFill>
            <a:srgbClr val="003057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01AC21-013E-4297-AF8F-EE62CFC20171}"/>
              </a:ext>
            </a:extLst>
          </p:cNvPr>
          <p:cNvSpPr txBox="1"/>
          <p:nvPr/>
        </p:nvSpPr>
        <p:spPr>
          <a:xfrm>
            <a:off x="-36512" y="3210523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waiting for all child threads to end…</a:t>
            </a:r>
            <a:endParaRPr lang="en-ZA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7AB257-6D6C-486E-B20A-1CC625378A68}"/>
              </a:ext>
            </a:extLst>
          </p:cNvPr>
          <p:cNvCxnSpPr/>
          <p:nvPr/>
        </p:nvCxnSpPr>
        <p:spPr>
          <a:xfrm>
            <a:off x="4582522" y="3311164"/>
            <a:ext cx="2304255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579E8F9-18A9-4D82-92F9-3B336BE099AF}"/>
              </a:ext>
            </a:extLst>
          </p:cNvPr>
          <p:cNvCxnSpPr/>
          <p:nvPr/>
        </p:nvCxnSpPr>
        <p:spPr>
          <a:xfrm>
            <a:off x="4582521" y="3982372"/>
            <a:ext cx="2304255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2EC71B5-1741-43BC-809B-4C526C3704B0}"/>
              </a:ext>
            </a:extLst>
          </p:cNvPr>
          <p:cNvCxnSpPr/>
          <p:nvPr/>
        </p:nvCxnSpPr>
        <p:spPr>
          <a:xfrm>
            <a:off x="2638306" y="4678132"/>
            <a:ext cx="4240144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Right Brace 41">
            <a:extLst>
              <a:ext uri="{FF2B5EF4-FFF2-40B4-BE49-F238E27FC236}">
                <a16:creationId xmlns:a16="http://schemas.microsoft.com/office/drawing/2014/main" id="{7EA175A0-69EB-4E63-B1B4-1ECE540D9599}"/>
              </a:ext>
            </a:extLst>
          </p:cNvPr>
          <p:cNvSpPr/>
          <p:nvPr/>
        </p:nvSpPr>
        <p:spPr>
          <a:xfrm>
            <a:off x="8132699" y="2526773"/>
            <a:ext cx="638422" cy="2394687"/>
          </a:xfrm>
          <a:prstGeom prst="rightBrace">
            <a:avLst>
              <a:gd name="adj1" fmla="val 47532"/>
              <a:gd name="adj2" fmla="val 50000"/>
            </a:avLst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B8ACCD0-FBA6-4A97-B97B-CCBE56BF81F9}"/>
              </a:ext>
            </a:extLst>
          </p:cNvPr>
          <p:cNvSpPr txBox="1"/>
          <p:nvPr/>
        </p:nvSpPr>
        <p:spPr>
          <a:xfrm>
            <a:off x="6667599" y="278417"/>
            <a:ext cx="23343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b="1" dirty="0"/>
              <a:t>This bit will probably happen </a:t>
            </a:r>
            <a:r>
              <a:rPr lang="en-ZA" b="1" i="1" dirty="0"/>
              <a:t>many</a:t>
            </a:r>
            <a:r>
              <a:rPr lang="en-ZA" b="1" dirty="0"/>
              <a:t> times during the execution</a:t>
            </a:r>
          </a:p>
        </p:txBody>
      </p:sp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09A3E7C6-487A-46F8-8854-BF7BB0EFDB44}"/>
              </a:ext>
            </a:extLst>
          </p:cNvPr>
          <p:cNvCxnSpPr>
            <a:cxnSpLocks/>
          </p:cNvCxnSpPr>
          <p:nvPr/>
        </p:nvCxnSpPr>
        <p:spPr>
          <a:xfrm rot="10800000">
            <a:off x="8335194" y="1574341"/>
            <a:ext cx="638422" cy="2149775"/>
          </a:xfrm>
          <a:prstGeom prst="curvedConnector4">
            <a:avLst>
              <a:gd name="adj1" fmla="val 35807"/>
              <a:gd name="adj2" fmla="val 77848"/>
            </a:avLst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057006992"/>
      </p:ext>
    </p:extLst>
  </p:cSld>
  <p:clrMapOvr>
    <a:masterClrMapping/>
  </p:clrMapOvr>
  <p:transition spd="slow" advTm="113276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7" grpId="0"/>
      <p:bldP spid="20" grpId="0"/>
      <p:bldP spid="31" grpId="0" animBg="1"/>
      <p:bldP spid="36" grpId="0" animBg="1"/>
      <p:bldP spid="37" grpId="0" animBg="1"/>
      <p:bldP spid="38" grpId="0"/>
      <p:bldP spid="42" grpId="0" animBg="1"/>
      <p:bldP spid="4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FCED2-1A29-5C7B-9125-D2AF7E03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843B51-4B40-4BD3-8546-6C233E35CA59}"/>
              </a:ext>
            </a:extLst>
          </p:cNvPr>
          <p:cNvSpPr/>
          <p:nvPr/>
        </p:nvSpPr>
        <p:spPr>
          <a:xfrm>
            <a:off x="2051720" y="1419622"/>
            <a:ext cx="5759450" cy="201612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What threads are in a typical Java application?</a:t>
            </a:r>
            <a:endParaRPr lang="en-ZA" sz="3600" dirty="0"/>
          </a:p>
        </p:txBody>
      </p:sp>
      <p:pic>
        <p:nvPicPr>
          <p:cNvPr id="8" name="Graphic 3" descr="Lights On with solid fill">
            <a:extLst>
              <a:ext uri="{FF2B5EF4-FFF2-40B4-BE49-F238E27FC236}">
                <a16:creationId xmlns:a16="http://schemas.microsoft.com/office/drawing/2014/main" id="{9F99FAFB-68CE-4004-9303-88D8118DD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08" y="2010241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8B66D7-0497-475A-83D1-B5178AF15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8463"/>
            <a:ext cx="3132348" cy="582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800" b="1" kern="0" dirty="0"/>
              <a:t>Main</a:t>
            </a:r>
            <a:r>
              <a:rPr lang="en-US" sz="2800" kern="0" dirty="0"/>
              <a:t> program thread</a:t>
            </a:r>
            <a:endParaRPr lang="en-US" sz="2800" b="1" kern="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8B7BA6F-3FAF-4322-AA7F-3EF0BC19A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6468" y="129926"/>
            <a:ext cx="3816424" cy="582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800" b="1" kern="0" dirty="0"/>
              <a:t>Garbage collection </a:t>
            </a:r>
            <a:r>
              <a:rPr lang="en-US" sz="2800" kern="0" dirty="0"/>
              <a:t>thread</a:t>
            </a:r>
            <a:endParaRPr lang="en-US" sz="2800" b="1" kern="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D25C13-2112-4C11-A40F-6F1BB00EE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06176" y="3651869"/>
            <a:ext cx="3393690" cy="582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800" b="1" kern="0" dirty="0"/>
              <a:t>Screen updating</a:t>
            </a:r>
            <a:r>
              <a:rPr lang="en-US" sz="2800" kern="0" dirty="0"/>
              <a:t> thread</a:t>
            </a:r>
            <a:endParaRPr lang="en-US" sz="2800" b="1" kern="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77C6824-7586-4009-B028-B29E3BC93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6136" y="3651870"/>
            <a:ext cx="3816424" cy="582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800" b="1" kern="0" dirty="0"/>
              <a:t>Event dispatching </a:t>
            </a:r>
            <a:r>
              <a:rPr lang="en-US" sz="2800" kern="0" dirty="0"/>
              <a:t>thread</a:t>
            </a:r>
            <a:endParaRPr lang="en-US" sz="2800" b="1" kern="0" dirty="0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89CE2D68-A1C5-4DEA-AA11-C42AB12401B7}"/>
              </a:ext>
            </a:extLst>
          </p:cNvPr>
          <p:cNvSpPr/>
          <p:nvPr/>
        </p:nvSpPr>
        <p:spPr>
          <a:xfrm rot="13552565">
            <a:off x="2697604" y="914540"/>
            <a:ext cx="720080" cy="36004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E317EC3-BB96-4CD3-AA19-BAFD12AC7064}"/>
              </a:ext>
            </a:extLst>
          </p:cNvPr>
          <p:cNvSpPr/>
          <p:nvPr/>
        </p:nvSpPr>
        <p:spPr>
          <a:xfrm rot="8152565">
            <a:off x="2693712" y="3597172"/>
            <a:ext cx="720080" cy="36004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2EC0DCB-2BDB-4F45-B1DC-CC1DE7E29F39}"/>
              </a:ext>
            </a:extLst>
          </p:cNvPr>
          <p:cNvSpPr/>
          <p:nvPr/>
        </p:nvSpPr>
        <p:spPr>
          <a:xfrm rot="8047435" flipH="1">
            <a:off x="5608247" y="914540"/>
            <a:ext cx="720080" cy="36004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b="1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BA91385-1B76-4818-8725-6371A59824D4}"/>
              </a:ext>
            </a:extLst>
          </p:cNvPr>
          <p:cNvSpPr/>
          <p:nvPr/>
        </p:nvSpPr>
        <p:spPr>
          <a:xfrm rot="13552565" flipH="1" flipV="1">
            <a:off x="5608245" y="3593280"/>
            <a:ext cx="720080" cy="36004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b="1" dirty="0"/>
          </a:p>
        </p:txBody>
      </p:sp>
    </p:spTree>
    <p:extLst>
      <p:ext uri="{BB962C8B-B14F-4D97-AF65-F5344CB8AC3E}">
        <p14:creationId xmlns:p14="http://schemas.microsoft.com/office/powerpoint/2010/main" val="7649666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9" grpId="0"/>
      <p:bldP spid="2" grpId="0" animBg="1"/>
      <p:bldP spid="10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C3CD-91CD-300B-1AED-7A287A6F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DA623730-44A2-7876-7832-2E4BB653C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303213"/>
            <a:ext cx="8496300" cy="1044401"/>
          </a:xfrm>
        </p:spPr>
        <p:txBody>
          <a:bodyPr/>
          <a:lstStyle/>
          <a:p>
            <a:pPr algn="ctr"/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How does the JVM decide which thread to execute?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A5ECD4-DA7A-455C-8CDC-4F8608B2C4C1}"/>
              </a:ext>
            </a:extLst>
          </p:cNvPr>
          <p:cNvSpPr/>
          <p:nvPr/>
        </p:nvSpPr>
        <p:spPr>
          <a:xfrm>
            <a:off x="395536" y="1563638"/>
            <a:ext cx="2016224" cy="1296144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Co-operative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333307-E9C6-4E70-BB86-3B9697EFDBEB}"/>
              </a:ext>
            </a:extLst>
          </p:cNvPr>
          <p:cNvSpPr/>
          <p:nvPr/>
        </p:nvSpPr>
        <p:spPr>
          <a:xfrm>
            <a:off x="2483768" y="1563638"/>
            <a:ext cx="2016224" cy="129614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Pre-emptive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E59213-E339-4ACE-BFD0-C63D61FE2E2F}"/>
              </a:ext>
            </a:extLst>
          </p:cNvPr>
          <p:cNvSpPr/>
          <p:nvPr/>
        </p:nvSpPr>
        <p:spPr>
          <a:xfrm>
            <a:off x="4572000" y="1563638"/>
            <a:ext cx="2016224" cy="1296144"/>
          </a:xfrm>
          <a:prstGeom prst="rect">
            <a:avLst/>
          </a:prstGeom>
          <a:solidFill>
            <a:srgbClr val="FE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Time-slicing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B95CA9-ECF3-442A-A53E-A94542A75ECB}"/>
              </a:ext>
            </a:extLst>
          </p:cNvPr>
          <p:cNvSpPr/>
          <p:nvPr/>
        </p:nvSpPr>
        <p:spPr>
          <a:xfrm>
            <a:off x="6660232" y="1563638"/>
            <a:ext cx="2016224" cy="1296144"/>
          </a:xfrm>
          <a:prstGeom prst="rect">
            <a:avLst/>
          </a:prstGeom>
          <a:solidFill>
            <a:schemeClr val="accent3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Multiprocessor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95156CD-F124-4658-8C6A-66913C9D7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2859782"/>
            <a:ext cx="2016224" cy="1368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kern="0" dirty="0"/>
              <a:t>No sharing of resources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BA2F353-0507-4417-A35B-459E9D7ED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3768" y="2859782"/>
            <a:ext cx="2016224" cy="1368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kern="0" dirty="0"/>
              <a:t>Threads have priority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5F5ABD1-4121-4368-B0EB-1B3190C8A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859782"/>
            <a:ext cx="2016224" cy="1368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kern="0" dirty="0"/>
              <a:t>Every thread gets some resource time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F4490E4-AD54-4478-B97F-7401C948F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0232" y="2859781"/>
            <a:ext cx="2016224" cy="1368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kern="0" dirty="0"/>
              <a:t>Each thread runs on its own processor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D536A6-E695-42CB-8700-DE6965CB685D}"/>
              </a:ext>
            </a:extLst>
          </p:cNvPr>
          <p:cNvSpPr/>
          <p:nvPr/>
        </p:nvSpPr>
        <p:spPr>
          <a:xfrm>
            <a:off x="4572000" y="1563638"/>
            <a:ext cx="4104456" cy="2592288"/>
          </a:xfrm>
          <a:prstGeom prst="rect">
            <a:avLst/>
          </a:prstGeom>
          <a:noFill/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58113487"/>
      </p:ext>
    </p:extLst>
  </p:cSld>
  <p:clrMapOvr>
    <a:masterClrMapping/>
  </p:clrMapOvr>
  <p:transition spd="slow" advTm="61565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3" grpId="0"/>
      <p:bldP spid="15" grpId="0"/>
      <p:bldP spid="16" grpId="0"/>
      <p:bldP spid="17" grpId="0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5B447-CE6C-3817-3FD9-3ECC37DE2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5BD929-AC5E-B0D4-78FE-51F61EEF425B}"/>
              </a:ext>
            </a:extLst>
          </p:cNvPr>
          <p:cNvSpPr/>
          <p:nvPr/>
        </p:nvSpPr>
        <p:spPr>
          <a:xfrm>
            <a:off x="4608512" y="0"/>
            <a:ext cx="4572000" cy="514350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rgbClr val="00305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2391C6-ECE5-EEC5-975A-44F397091D90}"/>
              </a:ext>
            </a:extLst>
          </p:cNvPr>
          <p:cNvSpPr txBox="1"/>
          <p:nvPr/>
        </p:nvSpPr>
        <p:spPr>
          <a:xfrm>
            <a:off x="5220072" y="832811"/>
            <a:ext cx="335256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4400" dirty="0">
                <a:solidFill>
                  <a:schemeClr val="bg1"/>
                </a:solidFill>
              </a:rPr>
              <a:t>Can we change how frequently a thread is executed?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12DA4F7-CAC0-4970-A046-2B9070B43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555526"/>
            <a:ext cx="4320481" cy="4038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Can set a priority, which indicates how important a thread is</a:t>
            </a:r>
          </a:p>
          <a:p>
            <a:pPr lvl="1"/>
            <a:r>
              <a:rPr lang="en-US" kern="0" dirty="0"/>
              <a:t>Using </a:t>
            </a:r>
            <a:r>
              <a:rPr lang="en-US" sz="14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t.setPriority</a:t>
            </a:r>
            <a:r>
              <a:rPr lang="en-US" sz="1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Thread.MIN_PRIORITY</a:t>
            </a:r>
            <a:r>
              <a:rPr lang="en-US" sz="1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kern="0" dirty="0"/>
              <a:t>A higher priority thread has preference over a lower priority thread</a:t>
            </a:r>
          </a:p>
          <a:p>
            <a:pPr lvl="1"/>
            <a:r>
              <a:rPr lang="en-US" i="1" kern="0" dirty="0"/>
              <a:t>BUT</a:t>
            </a:r>
            <a:r>
              <a:rPr lang="en-US" kern="0" dirty="0"/>
              <a:t> the VM will still give all (even lower priority) threads a chance to execute</a:t>
            </a:r>
          </a:p>
          <a:p>
            <a:r>
              <a:rPr lang="en-US" kern="0" dirty="0"/>
              <a:t>Threads of the same priority are “randomly” picked to be executed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301EB6-95DE-4998-8841-2843415CA0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6400" y="4443958"/>
            <a:ext cx="2016224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800" b="1" kern="0" dirty="0">
                <a:solidFill>
                  <a:srgbClr val="FEC000"/>
                </a:solidFill>
              </a:rPr>
              <a:t>Yes…!</a:t>
            </a:r>
          </a:p>
        </p:txBody>
      </p:sp>
    </p:spTree>
    <p:extLst>
      <p:ext uri="{BB962C8B-B14F-4D97-AF65-F5344CB8AC3E}">
        <p14:creationId xmlns:p14="http://schemas.microsoft.com/office/powerpoint/2010/main" val="3690649883"/>
      </p:ext>
    </p:extLst>
  </p:cSld>
  <p:clrMapOvr>
    <a:masterClrMapping/>
  </p:clrMapOvr>
  <p:transition spd="slow" advTm="7208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5B447-CE6C-3817-3FD9-3ECC37DE2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5BD929-AC5E-B0D4-78FE-51F61EEF425B}"/>
              </a:ext>
            </a:extLst>
          </p:cNvPr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rgbClr val="00305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2391C6-ECE5-EEC5-975A-44F397091D90}"/>
              </a:ext>
            </a:extLst>
          </p:cNvPr>
          <p:cNvSpPr txBox="1"/>
          <p:nvPr/>
        </p:nvSpPr>
        <p:spPr>
          <a:xfrm>
            <a:off x="679880" y="1848475"/>
            <a:ext cx="321224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4400" dirty="0">
                <a:solidFill>
                  <a:schemeClr val="bg1"/>
                </a:solidFill>
              </a:rPr>
              <a:t>Are threads efficient?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4379347-3B83-45A7-8E9B-94A467CF2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4008" y="555526"/>
            <a:ext cx="4392488" cy="4038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Creating new threads takes time</a:t>
            </a:r>
          </a:p>
          <a:p>
            <a:pPr lvl="1"/>
            <a:r>
              <a:rPr lang="en-US" kern="0" dirty="0"/>
              <a:t>i.e., create threads when timing is not important</a:t>
            </a:r>
          </a:p>
          <a:p>
            <a:r>
              <a:rPr lang="en-US" kern="0" dirty="0"/>
              <a:t>Switching between threads takes time</a:t>
            </a:r>
          </a:p>
          <a:p>
            <a:pPr lvl="1"/>
            <a:r>
              <a:rPr lang="en-US" kern="0" dirty="0"/>
              <a:t>i.e., don’t have too many threads or the efficiency drops</a:t>
            </a:r>
          </a:p>
          <a:p>
            <a:r>
              <a:rPr lang="en-US" kern="0" dirty="0"/>
              <a:t>Destroying threads also take time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8ED272C-C8E5-4C84-B484-1BF2B7FFF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064" y="3295025"/>
            <a:ext cx="3384376" cy="1368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kern="0" dirty="0">
                <a:solidFill>
                  <a:schemeClr val="accent5">
                    <a:lumMod val="50000"/>
                  </a:schemeClr>
                </a:solidFill>
              </a:rPr>
              <a:t>If you need many, short-lived threads, use the </a:t>
            </a:r>
            <a:r>
              <a:rPr lang="en-US" i="1" kern="0" dirty="0" err="1">
                <a:solidFill>
                  <a:schemeClr val="accent5">
                    <a:lumMod val="50000"/>
                  </a:schemeClr>
                </a:solidFill>
              </a:rPr>
              <a:t>ExecutorService</a:t>
            </a:r>
            <a:r>
              <a:rPr lang="en-US" i="1" kern="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kern="0" dirty="0">
                <a:solidFill>
                  <a:schemeClr val="accent5">
                    <a:lumMod val="50000"/>
                  </a:schemeClr>
                </a:solidFill>
              </a:rPr>
              <a:t>to </a:t>
            </a:r>
            <a:r>
              <a:rPr lang="en-US" u="sng" kern="0" dirty="0">
                <a:solidFill>
                  <a:schemeClr val="accent5">
                    <a:lumMod val="50000"/>
                  </a:schemeClr>
                </a:solidFill>
              </a:rPr>
              <a:t>reuse threads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4EB013-A19B-4243-94DF-9B2CA240CA0F}"/>
              </a:ext>
            </a:extLst>
          </p:cNvPr>
          <p:cNvSpPr txBox="1"/>
          <p:nvPr/>
        </p:nvSpPr>
        <p:spPr>
          <a:xfrm>
            <a:off x="4572000" y="429384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See </a:t>
            </a:r>
            <a:r>
              <a:rPr lang="en-US" dirty="0">
                <a:solidFill>
                  <a:srgbClr val="FEC000"/>
                </a:solidFill>
              </a:rPr>
              <a:t>/Example02</a:t>
            </a:r>
          </a:p>
        </p:txBody>
      </p:sp>
    </p:spTree>
    <p:extLst>
      <p:ext uri="{BB962C8B-B14F-4D97-AF65-F5344CB8AC3E}">
        <p14:creationId xmlns:p14="http://schemas.microsoft.com/office/powerpoint/2010/main" val="3311103727"/>
      </p:ext>
    </p:extLst>
  </p:cSld>
  <p:clrMapOvr>
    <a:masterClrMapping/>
  </p:clrMapOvr>
  <p:transition spd="slow" advTm="7208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5B447-CE6C-3817-3FD9-3ECC37DE2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5BD929-AC5E-B0D4-78FE-51F61EEF425B}"/>
              </a:ext>
            </a:extLst>
          </p:cNvPr>
          <p:cNvSpPr/>
          <p:nvPr/>
        </p:nvSpPr>
        <p:spPr>
          <a:xfrm>
            <a:off x="4608512" y="0"/>
            <a:ext cx="4572000" cy="514350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rgbClr val="00305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2391C6-ECE5-EEC5-975A-44F397091D90}"/>
              </a:ext>
            </a:extLst>
          </p:cNvPr>
          <p:cNvSpPr txBox="1"/>
          <p:nvPr/>
        </p:nvSpPr>
        <p:spPr>
          <a:xfrm>
            <a:off x="5220072" y="832811"/>
            <a:ext cx="335256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4400" dirty="0">
                <a:solidFill>
                  <a:schemeClr val="bg1"/>
                </a:solidFill>
              </a:rPr>
              <a:t>How do we stop a running thread?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12DA4F7-CAC0-4970-A046-2B9070B43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555527"/>
            <a:ext cx="4392488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kern="0" dirty="0"/>
              <a:t>Reach the end of the </a:t>
            </a:r>
            <a:r>
              <a:rPr lang="en-US" i="1" kern="0" dirty="0"/>
              <a:t>run</a:t>
            </a:r>
            <a:r>
              <a:rPr lang="en-US" kern="0" dirty="0"/>
              <a:t> method</a:t>
            </a:r>
          </a:p>
          <a:p>
            <a:pPr marL="457200" indent="-457200">
              <a:buFont typeface="+mj-lt"/>
              <a:buAutoNum type="arabicPeriod"/>
            </a:pPr>
            <a:r>
              <a:rPr lang="en-US" kern="0" dirty="0"/>
              <a:t>Interrupt it using </a:t>
            </a:r>
            <a:r>
              <a:rPr lang="en-US" sz="18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t.interrupt</a:t>
            </a:r>
            <a:r>
              <a:rPr lang="en-US" sz="18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kern="0" dirty="0"/>
              <a:t>Stop it using </a:t>
            </a:r>
            <a:r>
              <a:rPr lang="en-US" sz="18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t.stop</a:t>
            </a:r>
            <a:r>
              <a:rPr lang="en-US" sz="18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7782900-A2EF-4CAB-B738-9681A41874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995686"/>
            <a:ext cx="3096344" cy="1368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kern="0" dirty="0"/>
              <a:t>Run method should check if interrupted, using</a:t>
            </a:r>
          </a:p>
          <a:p>
            <a:pPr marL="0" indent="0" algn="ctr">
              <a:buFont typeface="Wingdings" panose="05000000000000000000" pitchFamily="2" charset="2"/>
              <a:buNone/>
            </a:pPr>
            <a:r>
              <a:rPr lang="en-US" sz="18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Thread.interrupted</a:t>
            </a:r>
            <a:r>
              <a:rPr lang="en-US" sz="18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C1CCC7B-D295-4A9A-9866-9045DA822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3291830"/>
            <a:ext cx="3096344" cy="1368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kern="0" dirty="0"/>
              <a:t>If a thread is sleeping, interrupting it throws an exception: </a:t>
            </a:r>
          </a:p>
          <a:p>
            <a:pPr marL="0" indent="0" algn="ctr">
              <a:buFont typeface="Wingdings" panose="05000000000000000000" pitchFamily="2" charset="2"/>
              <a:buNone/>
            </a:pPr>
            <a:r>
              <a:rPr lang="en-US" i="1" kern="0" dirty="0" err="1"/>
              <a:t>InterruptedException</a:t>
            </a:r>
            <a:endParaRPr lang="en-US" sz="1800" i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555524"/>
      </p:ext>
    </p:extLst>
  </p:cSld>
  <p:clrMapOvr>
    <a:masterClrMapping/>
  </p:clrMapOvr>
  <p:transition spd="slow" advTm="7208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C3CD-91CD-300B-1AED-7A287A6F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20">
            <a:extLst>
              <a:ext uri="{FF2B5EF4-FFF2-40B4-BE49-F238E27FC236}">
                <a16:creationId xmlns:a16="http://schemas.microsoft.com/office/drawing/2014/main" id="{2CD51022-09D2-4F0C-88F2-3D999023AE0E}"/>
              </a:ext>
            </a:extLst>
          </p:cNvPr>
          <p:cNvSpPr txBox="1"/>
          <p:nvPr/>
        </p:nvSpPr>
        <p:spPr>
          <a:xfrm>
            <a:off x="0" y="0"/>
            <a:ext cx="9144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DebugThreads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Thread worker = new Thread(() -&gt;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("Worker running on: "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+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Thread.currentThread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Z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B12CA33-CDF7-416D-9382-9A9344A014E3}"/>
              </a:ext>
            </a:extLst>
          </p:cNvPr>
          <p:cNvSpPr/>
          <p:nvPr/>
        </p:nvSpPr>
        <p:spPr>
          <a:xfrm>
            <a:off x="4355976" y="2499742"/>
            <a:ext cx="4607322" cy="201612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Will the worker thread run </a:t>
            </a:r>
            <a:r>
              <a:rPr lang="en-US" sz="3600" i="1" dirty="0"/>
              <a:t>in parallel </a:t>
            </a:r>
            <a:r>
              <a:rPr lang="en-US" sz="3600" dirty="0"/>
              <a:t>with this code?</a:t>
            </a:r>
            <a:endParaRPr lang="en-ZA" sz="3600" dirty="0"/>
          </a:p>
        </p:txBody>
      </p:sp>
      <p:pic>
        <p:nvPicPr>
          <p:cNvPr id="6" name="Graphic 3" descr="Lights On with solid fill">
            <a:extLst>
              <a:ext uri="{FF2B5EF4-FFF2-40B4-BE49-F238E27FC236}">
                <a16:creationId xmlns:a16="http://schemas.microsoft.com/office/drawing/2014/main" id="{8EFF8D66-9454-46B5-BDD4-BED27B8FA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2437" y="4229100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00642220"/>
      </p:ext>
    </p:extLst>
  </p:cSld>
  <p:clrMapOvr>
    <a:masterClrMapping/>
  </p:clrMapOvr>
  <p:transition spd="slow" advTm="113276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C3CD-91CD-300B-1AED-7A287A6F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20">
            <a:extLst>
              <a:ext uri="{FF2B5EF4-FFF2-40B4-BE49-F238E27FC236}">
                <a16:creationId xmlns:a16="http://schemas.microsoft.com/office/drawing/2014/main" id="{2CD51022-09D2-4F0C-88F2-3D999023AE0E}"/>
              </a:ext>
            </a:extLst>
          </p:cNvPr>
          <p:cNvSpPr txBox="1"/>
          <p:nvPr/>
        </p:nvSpPr>
        <p:spPr>
          <a:xfrm>
            <a:off x="0" y="0"/>
            <a:ext cx="9144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DebugThreads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Thread worker = new Thread(() -&gt;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("Worker running on: "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+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Thread.currentThread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});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worker.run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();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Z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B12CA33-CDF7-416D-9382-9A9344A014E3}"/>
              </a:ext>
            </a:extLst>
          </p:cNvPr>
          <p:cNvSpPr/>
          <p:nvPr/>
        </p:nvSpPr>
        <p:spPr>
          <a:xfrm>
            <a:off x="4355976" y="2499742"/>
            <a:ext cx="4607322" cy="201612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Will the worker thread run </a:t>
            </a:r>
            <a:r>
              <a:rPr lang="en-US" sz="3600" i="1" dirty="0"/>
              <a:t>in parallel </a:t>
            </a:r>
            <a:r>
              <a:rPr lang="en-US" sz="3600" dirty="0"/>
              <a:t>with this code?</a:t>
            </a:r>
            <a:endParaRPr lang="en-ZA" sz="3600" dirty="0"/>
          </a:p>
        </p:txBody>
      </p:sp>
      <p:pic>
        <p:nvPicPr>
          <p:cNvPr id="6" name="Graphic 3" descr="Lights On with solid fill">
            <a:extLst>
              <a:ext uri="{FF2B5EF4-FFF2-40B4-BE49-F238E27FC236}">
                <a16:creationId xmlns:a16="http://schemas.microsoft.com/office/drawing/2014/main" id="{8EFF8D66-9454-46B5-BDD4-BED27B8FA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2437" y="4229100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00A7BE-36AD-432F-B8CD-C2AD377A05D5}"/>
              </a:ext>
            </a:extLst>
          </p:cNvPr>
          <p:cNvSpPr txBox="1"/>
          <p:nvPr/>
        </p:nvSpPr>
        <p:spPr>
          <a:xfrm>
            <a:off x="1640687" y="1458933"/>
            <a:ext cx="4994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❌</a:t>
            </a:r>
            <a:endParaRPr lang="en-Z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40685D-4F0B-4032-A7E8-FB3E4AC5A02E}"/>
              </a:ext>
            </a:extLst>
          </p:cNvPr>
          <p:cNvSpPr txBox="1"/>
          <p:nvPr/>
        </p:nvSpPr>
        <p:spPr>
          <a:xfrm>
            <a:off x="2339752" y="1603733"/>
            <a:ext cx="4581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✅ </a:t>
            </a:r>
            <a:r>
              <a:rPr lang="en-ZA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worker.start</a:t>
            </a:r>
            <a:r>
              <a:rPr lang="en-ZA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Z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38EC8D-244E-4CF6-824F-523E5450D1D2}"/>
              </a:ext>
            </a:extLst>
          </p:cNvPr>
          <p:cNvSpPr txBox="1"/>
          <p:nvPr/>
        </p:nvSpPr>
        <p:spPr>
          <a:xfrm>
            <a:off x="180702" y="2896732"/>
            <a:ext cx="41571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Thread.currentThread</a:t>
            </a:r>
            <a:r>
              <a:rPr lang="en-Z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n-Z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getName</a:t>
            </a:r>
            <a:r>
              <a:rPr lang="en-Z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975FEA-5CE3-4136-BE28-5809B6E43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3291830"/>
            <a:ext cx="3096344" cy="338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kern="0" dirty="0"/>
              <a:t>main</a:t>
            </a:r>
            <a:endParaRPr lang="en-US" sz="1800" i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78C65E-5D02-4197-8A5C-836076B86C29}"/>
              </a:ext>
            </a:extLst>
          </p:cNvPr>
          <p:cNvSpPr txBox="1"/>
          <p:nvPr/>
        </p:nvSpPr>
        <p:spPr>
          <a:xfrm>
            <a:off x="2054035" y="3317597"/>
            <a:ext cx="4994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❌</a:t>
            </a:r>
            <a:endParaRPr lang="en-Z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A5B029-6223-47EF-8AEB-E8A3C026FED5}"/>
              </a:ext>
            </a:extLst>
          </p:cNvPr>
          <p:cNvSpPr txBox="1"/>
          <p:nvPr/>
        </p:nvSpPr>
        <p:spPr>
          <a:xfrm>
            <a:off x="1533692" y="3700583"/>
            <a:ext cx="1612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✅ </a:t>
            </a:r>
            <a:r>
              <a:rPr lang="en-ZA" dirty="0"/>
              <a:t>Thread-0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12A008-145A-4C6B-A7AE-E15723746E67}"/>
              </a:ext>
            </a:extLst>
          </p:cNvPr>
          <p:cNvSpPr/>
          <p:nvPr/>
        </p:nvSpPr>
        <p:spPr>
          <a:xfrm>
            <a:off x="899592" y="1458933"/>
            <a:ext cx="1584176" cy="369332"/>
          </a:xfrm>
          <a:prstGeom prst="rect">
            <a:avLst/>
          </a:prstGeom>
          <a:noFill/>
          <a:ln>
            <a:solidFill>
              <a:srgbClr val="FE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9893802"/>
      </p:ext>
    </p:extLst>
  </p:cSld>
  <p:clrMapOvr>
    <a:masterClrMapping/>
  </p:clrMapOvr>
  <p:transition spd="slow" advTm="113276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C3CD-91CD-300B-1AED-7A287A6F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13">
            <a:extLst>
              <a:ext uri="{FF2B5EF4-FFF2-40B4-BE49-F238E27FC236}">
                <a16:creationId xmlns:a16="http://schemas.microsoft.com/office/drawing/2014/main" id="{937756C3-0CA9-43B5-AE9A-E36B6495E5F5}"/>
              </a:ext>
            </a:extLst>
          </p:cNvPr>
          <p:cNvSpPr/>
          <p:nvPr/>
        </p:nvSpPr>
        <p:spPr>
          <a:xfrm>
            <a:off x="0" y="4424479"/>
            <a:ext cx="9144000" cy="6999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FEA3D62-A007-4B0E-902D-FC334A2EE5F1}"/>
              </a:ext>
            </a:extLst>
          </p:cNvPr>
          <p:cNvGrpSpPr/>
          <p:nvPr/>
        </p:nvGrpSpPr>
        <p:grpSpPr>
          <a:xfrm>
            <a:off x="5809741" y="717390"/>
            <a:ext cx="1663058" cy="678670"/>
            <a:chOff x="5328220" y="1344299"/>
            <a:chExt cx="2604212" cy="678670"/>
          </a:xfrm>
        </p:grpSpPr>
        <p:sp>
          <p:nvSpPr>
            <p:cNvPr id="45" name="Line 10">
              <a:extLst>
                <a:ext uri="{FF2B5EF4-FFF2-40B4-BE49-F238E27FC236}">
                  <a16:creationId xmlns:a16="http://schemas.microsoft.com/office/drawing/2014/main" id="{76128041-39AC-4D43-A435-517832E7F1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220" y="2017654"/>
              <a:ext cx="2604212" cy="5315"/>
            </a:xfrm>
            <a:prstGeom prst="line">
              <a:avLst/>
            </a:prstGeom>
            <a:ln w="57150">
              <a:headE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>
              <a:defPPr>
                <a:defRPr lang="en-GB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endParaRPr lang="en-ZA"/>
            </a:p>
          </p:txBody>
        </p:sp>
        <p:sp>
          <p:nvSpPr>
            <p:cNvPr id="46" name="Text Box 16">
              <a:extLst>
                <a:ext uri="{FF2B5EF4-FFF2-40B4-BE49-F238E27FC236}">
                  <a16:creationId xmlns:a16="http://schemas.microsoft.com/office/drawing/2014/main" id="{B193CEDF-87C0-4B1B-BD6B-5E563108D4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7101" y="1344299"/>
              <a:ext cx="1982895" cy="6309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12700" cap="sq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GB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sz="1400" dirty="0">
                  <a:solidFill>
                    <a:schemeClr val="tx1"/>
                  </a:solidFill>
                  <a:latin typeface="Courier New" pitchFamily="49" charset="0"/>
                </a:rPr>
                <a:t>run() </a:t>
              </a:r>
              <a:r>
                <a:rPr lang="en-GB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exits </a:t>
              </a:r>
            </a:p>
            <a:p>
              <a:pPr>
                <a:spcBef>
                  <a:spcPct val="50000"/>
                </a:spcBef>
              </a:pPr>
              <a:r>
                <a:rPr lang="en-GB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 </a:t>
              </a:r>
              <a:r>
                <a:rPr lang="en-GB" sz="1400" dirty="0">
                  <a:solidFill>
                    <a:schemeClr val="tx1"/>
                  </a:solidFill>
                  <a:latin typeface="Courier New" pitchFamily="49" charset="0"/>
                </a:rPr>
                <a:t>stop()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F951789-0F59-475F-8111-5F328859ACF0}"/>
              </a:ext>
            </a:extLst>
          </p:cNvPr>
          <p:cNvGrpSpPr/>
          <p:nvPr/>
        </p:nvGrpSpPr>
        <p:grpSpPr>
          <a:xfrm>
            <a:off x="5201330" y="2120653"/>
            <a:ext cx="1110852" cy="1626048"/>
            <a:chOff x="5137294" y="2743619"/>
            <a:chExt cx="1091785" cy="1626048"/>
          </a:xfrm>
        </p:grpSpPr>
        <p:cxnSp>
          <p:nvCxnSpPr>
            <p:cNvPr id="48" name="Elbow Connector 40">
              <a:extLst>
                <a:ext uri="{FF2B5EF4-FFF2-40B4-BE49-F238E27FC236}">
                  <a16:creationId xmlns:a16="http://schemas.microsoft.com/office/drawing/2014/main" id="{190CAD87-CF81-4869-A676-506CFECF33A8}"/>
                </a:ext>
              </a:extLst>
            </p:cNvPr>
            <p:cNvCxnSpPr>
              <a:cxnSpLocks/>
              <a:endCxn id="79" idx="0"/>
            </p:cNvCxnSpPr>
            <p:nvPr/>
          </p:nvCxnSpPr>
          <p:spPr>
            <a:xfrm rot="16200000" flipH="1">
              <a:off x="4447638" y="3433275"/>
              <a:ext cx="1626048" cy="246735"/>
            </a:xfrm>
            <a:prstGeom prst="bentConnector3">
              <a:avLst>
                <a:gd name="adj1" fmla="val 50000"/>
              </a:avLst>
            </a:prstGeom>
            <a:ln w="57150">
              <a:headE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Text Box 16">
              <a:extLst>
                <a:ext uri="{FF2B5EF4-FFF2-40B4-BE49-F238E27FC236}">
                  <a16:creationId xmlns:a16="http://schemas.microsoft.com/office/drawing/2014/main" id="{E16DC654-0FA8-408B-BADB-1B466FDBEA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7060" y="3235196"/>
              <a:ext cx="1052019" cy="6309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12700" cap="sq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GB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waiting for</a:t>
              </a:r>
            </a:p>
            <a:p>
              <a:pPr>
                <a:spcBef>
                  <a:spcPct val="50000"/>
                </a:spcBef>
              </a:pPr>
              <a:r>
                <a:rPr lang="en-GB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timeout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32D8A23-5DE7-4061-B924-7615DE25F3CA}"/>
              </a:ext>
            </a:extLst>
          </p:cNvPr>
          <p:cNvGrpSpPr/>
          <p:nvPr/>
        </p:nvGrpSpPr>
        <p:grpSpPr>
          <a:xfrm>
            <a:off x="3567878" y="2097894"/>
            <a:ext cx="1298293" cy="1648808"/>
            <a:chOff x="3558758" y="1289718"/>
            <a:chExt cx="1298293" cy="2187867"/>
          </a:xfrm>
        </p:grpSpPr>
        <p:cxnSp>
          <p:nvCxnSpPr>
            <p:cNvPr id="51" name="Elbow Connector 37">
              <a:extLst>
                <a:ext uri="{FF2B5EF4-FFF2-40B4-BE49-F238E27FC236}">
                  <a16:creationId xmlns:a16="http://schemas.microsoft.com/office/drawing/2014/main" id="{65CA2F9D-374D-465C-B135-497932E214BB}"/>
                </a:ext>
              </a:extLst>
            </p:cNvPr>
            <p:cNvCxnSpPr>
              <a:cxnSpLocks/>
              <a:endCxn id="78" idx="0"/>
            </p:cNvCxnSpPr>
            <p:nvPr/>
          </p:nvCxnSpPr>
          <p:spPr>
            <a:xfrm rot="5400000">
              <a:off x="2771039" y="2214384"/>
              <a:ext cx="2187867" cy="338535"/>
            </a:xfrm>
            <a:prstGeom prst="bentConnector3">
              <a:avLst>
                <a:gd name="adj1" fmla="val 50000"/>
              </a:avLst>
            </a:prstGeom>
            <a:ln w="57150">
              <a:headE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Text Box 16">
              <a:extLst>
                <a:ext uri="{FF2B5EF4-FFF2-40B4-BE49-F238E27FC236}">
                  <a16:creationId xmlns:a16="http://schemas.microsoft.com/office/drawing/2014/main" id="{9B5CDB19-D1DD-4E51-A18C-C7A6F94FEB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8758" y="2536885"/>
              <a:ext cx="1298293" cy="6309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12700" cap="sq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GB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waiting for </a:t>
              </a:r>
            </a:p>
            <a:p>
              <a:pPr>
                <a:spcBef>
                  <a:spcPct val="50000"/>
                </a:spcBef>
              </a:pPr>
              <a:r>
                <a:rPr lang="en-GB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notification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14B3A17-02EF-4C8C-AC36-C1DE71670152}"/>
              </a:ext>
            </a:extLst>
          </p:cNvPr>
          <p:cNvGrpSpPr/>
          <p:nvPr/>
        </p:nvGrpSpPr>
        <p:grpSpPr>
          <a:xfrm>
            <a:off x="1846154" y="2120653"/>
            <a:ext cx="1790197" cy="1583636"/>
            <a:chOff x="1791367" y="2156362"/>
            <a:chExt cx="1790197" cy="1583636"/>
          </a:xfrm>
        </p:grpSpPr>
        <p:cxnSp>
          <p:nvCxnSpPr>
            <p:cNvPr id="54" name="Elbow Connector 35">
              <a:extLst>
                <a:ext uri="{FF2B5EF4-FFF2-40B4-BE49-F238E27FC236}">
                  <a16:creationId xmlns:a16="http://schemas.microsoft.com/office/drawing/2014/main" id="{D0AF68CF-0AEC-4240-876A-90A64FE8E183}"/>
                </a:ext>
              </a:extLst>
            </p:cNvPr>
            <p:cNvCxnSpPr>
              <a:cxnSpLocks/>
              <a:endCxn id="80" idx="0"/>
            </p:cNvCxnSpPr>
            <p:nvPr/>
          </p:nvCxnSpPr>
          <p:spPr>
            <a:xfrm rot="5400000">
              <a:off x="1773444" y="2285405"/>
              <a:ext cx="1583636" cy="1325549"/>
            </a:xfrm>
            <a:prstGeom prst="bentConnector3">
              <a:avLst>
                <a:gd name="adj1" fmla="val 50000"/>
              </a:avLst>
            </a:prstGeom>
            <a:ln w="57150">
              <a:headE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Text Box 16">
              <a:extLst>
                <a:ext uri="{FF2B5EF4-FFF2-40B4-BE49-F238E27FC236}">
                  <a16:creationId xmlns:a16="http://schemas.microsoft.com/office/drawing/2014/main" id="{CDBDCE7E-5C48-463C-9861-C38D6E1CF4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1367" y="2614731"/>
              <a:ext cx="1790197" cy="6309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12700" cap="sq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GB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acquiring </a:t>
              </a:r>
            </a:p>
            <a:p>
              <a:pPr>
                <a:spcBef>
                  <a:spcPct val="50000"/>
                </a:spcBef>
              </a:pPr>
              <a:r>
                <a:rPr lang="en-GB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lock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C7D9131-3B59-411F-BC76-46D4C8925747}"/>
              </a:ext>
            </a:extLst>
          </p:cNvPr>
          <p:cNvGrpSpPr/>
          <p:nvPr/>
        </p:nvGrpSpPr>
        <p:grpSpPr>
          <a:xfrm>
            <a:off x="661076" y="2123964"/>
            <a:ext cx="4843194" cy="2913286"/>
            <a:chOff x="869025" y="2776047"/>
            <a:chExt cx="6141083" cy="2913286"/>
          </a:xfrm>
        </p:grpSpPr>
        <p:cxnSp>
          <p:nvCxnSpPr>
            <p:cNvPr id="57" name="Elbow Connector 50">
              <a:extLst>
                <a:ext uri="{FF2B5EF4-FFF2-40B4-BE49-F238E27FC236}">
                  <a16:creationId xmlns:a16="http://schemas.microsoft.com/office/drawing/2014/main" id="{184FC4F5-F733-4FE8-AB50-84C5C2BF9886}"/>
                </a:ext>
              </a:extLst>
            </p:cNvPr>
            <p:cNvCxnSpPr>
              <a:cxnSpLocks/>
              <a:stCxn id="79" idx="4"/>
            </p:cNvCxnSpPr>
            <p:nvPr/>
          </p:nvCxnSpPr>
          <p:spPr>
            <a:xfrm rot="5400000" flipH="1">
              <a:off x="3899756" y="2340461"/>
              <a:ext cx="46919" cy="6042179"/>
            </a:xfrm>
            <a:prstGeom prst="bentConnector4">
              <a:avLst>
                <a:gd name="adj1" fmla="val -734543"/>
                <a:gd name="adj2" fmla="val 100618"/>
              </a:avLst>
            </a:prstGeom>
            <a:ln w="57150">
              <a:headEnd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Elbow Connector 56">
              <a:extLst>
                <a:ext uri="{FF2B5EF4-FFF2-40B4-BE49-F238E27FC236}">
                  <a16:creationId xmlns:a16="http://schemas.microsoft.com/office/drawing/2014/main" id="{C85DD387-2FCD-4E2C-A544-B5FF7F79D28A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000149" y="2644923"/>
              <a:ext cx="2566549" cy="2828797"/>
            </a:xfrm>
            <a:prstGeom prst="bentConnector3">
              <a:avLst>
                <a:gd name="adj1" fmla="val 86170"/>
              </a:avLst>
            </a:prstGeom>
            <a:ln w="57150">
              <a:headE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Text Box 16">
              <a:extLst>
                <a:ext uri="{FF2B5EF4-FFF2-40B4-BE49-F238E27FC236}">
                  <a16:creationId xmlns:a16="http://schemas.microsoft.com/office/drawing/2014/main" id="{4316C1D5-7B16-41CB-9811-F8B67807C6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30292" y="5381556"/>
              <a:ext cx="107981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12700" cap="sq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GB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time up</a:t>
              </a:r>
            </a:p>
          </p:txBody>
        </p:sp>
      </p:grpSp>
      <p:sp>
        <p:nvSpPr>
          <p:cNvPr id="60" name="Rounded Rectangle 4">
            <a:extLst>
              <a:ext uri="{FF2B5EF4-FFF2-40B4-BE49-F238E27FC236}">
                <a16:creationId xmlns:a16="http://schemas.microsoft.com/office/drawing/2014/main" id="{AF261D08-DC83-4953-8C1B-3CBC9AE6F605}"/>
              </a:ext>
            </a:extLst>
          </p:cNvPr>
          <p:cNvSpPr/>
          <p:nvPr/>
        </p:nvSpPr>
        <p:spPr>
          <a:xfrm>
            <a:off x="2540023" y="556885"/>
            <a:ext cx="3269718" cy="1563769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b="1" dirty="0"/>
              <a:t>Runnable</a:t>
            </a:r>
          </a:p>
          <a:p>
            <a:pPr algn="ctr"/>
            <a:endParaRPr lang="en-ZA" dirty="0"/>
          </a:p>
          <a:p>
            <a:pPr algn="ctr"/>
            <a:endParaRPr lang="en-ZA" dirty="0"/>
          </a:p>
          <a:p>
            <a:pPr algn="ctr"/>
            <a:endParaRPr lang="en-ZA" dirty="0"/>
          </a:p>
          <a:p>
            <a:pPr algn="ctr"/>
            <a:endParaRPr lang="en-ZA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99DBD83-CAA2-48CD-BED5-A091C4EE9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2799" y="723907"/>
            <a:ext cx="1362915" cy="1344309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anchor="ctr"/>
          <a:lstStyle>
            <a:defPPr>
              <a:defRPr lang="en-GB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b="1" dirty="0">
                <a:solidFill>
                  <a:schemeClr val="bg1"/>
                </a:solidFill>
              </a:rPr>
              <a:t>Terminated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FEAB549-05BE-4868-8984-59510BDA1AB8}"/>
              </a:ext>
            </a:extLst>
          </p:cNvPr>
          <p:cNvGrpSpPr/>
          <p:nvPr/>
        </p:nvGrpSpPr>
        <p:grpSpPr>
          <a:xfrm>
            <a:off x="1398412" y="1055131"/>
            <a:ext cx="1141611" cy="340928"/>
            <a:chOff x="1858044" y="1790868"/>
            <a:chExt cx="2157251" cy="232101"/>
          </a:xfrm>
        </p:grpSpPr>
        <p:sp>
          <p:nvSpPr>
            <p:cNvPr id="64" name="Line 10">
              <a:extLst>
                <a:ext uri="{FF2B5EF4-FFF2-40B4-BE49-F238E27FC236}">
                  <a16:creationId xmlns:a16="http://schemas.microsoft.com/office/drawing/2014/main" id="{EB5E459F-1531-4A32-9413-D78BA10AA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8044" y="2022969"/>
              <a:ext cx="2157251" cy="0"/>
            </a:xfrm>
            <a:prstGeom prst="line">
              <a:avLst/>
            </a:prstGeom>
            <a:ln w="57150">
              <a:headE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>
              <a:defPPr>
                <a:defRPr lang="en-GB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endParaRPr lang="en-ZA"/>
            </a:p>
          </p:txBody>
        </p:sp>
        <p:sp>
          <p:nvSpPr>
            <p:cNvPr id="65" name="Text Box 16">
              <a:extLst>
                <a:ext uri="{FF2B5EF4-FFF2-40B4-BE49-F238E27FC236}">
                  <a16:creationId xmlns:a16="http://schemas.microsoft.com/office/drawing/2014/main" id="{B7C29B89-264D-40F2-9500-0C8BBBADC2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1100" y="1790868"/>
              <a:ext cx="1765452" cy="2095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12700" cap="sq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GB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sz="1400" dirty="0">
                  <a:solidFill>
                    <a:schemeClr val="tx1"/>
                  </a:solidFill>
                  <a:latin typeface="Courier New" pitchFamily="49" charset="0"/>
                </a:rPr>
                <a:t>start()</a:t>
              </a:r>
            </a:p>
          </p:txBody>
        </p:sp>
      </p:grpSp>
      <p:sp>
        <p:nvSpPr>
          <p:cNvPr id="66" name="Title 1">
            <a:extLst>
              <a:ext uri="{FF2B5EF4-FFF2-40B4-BE49-F238E27FC236}">
                <a16:creationId xmlns:a16="http://schemas.microsoft.com/office/drawing/2014/main" id="{BD089692-68EB-452E-9744-9ADA36A98505}"/>
              </a:ext>
            </a:extLst>
          </p:cNvPr>
          <p:cNvSpPr txBox="1">
            <a:spLocks/>
          </p:cNvSpPr>
          <p:nvPr/>
        </p:nvSpPr>
        <p:spPr>
          <a:xfrm>
            <a:off x="0" y="19029"/>
            <a:ext cx="9144000" cy="607401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ZA" b="1" dirty="0">
                <a:solidFill>
                  <a:schemeClr val="accent5">
                    <a:lumMod val="50000"/>
                  </a:schemeClr>
                </a:solidFill>
              </a:rPr>
              <a:t>Thread lifecycle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4127313-E416-4085-9CDE-1C0C06F7E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723907"/>
            <a:ext cx="1362915" cy="1344309"/>
          </a:xfrm>
          <a:prstGeom prst="ellipse">
            <a:avLst/>
          </a:prstGeom>
          <a:solidFill>
            <a:srgbClr val="003057"/>
          </a:solidFill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defPPr>
              <a:defRPr lang="en-GB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>
                <a:solidFill>
                  <a:schemeClr val="bg1"/>
                </a:solidFill>
              </a:rPr>
              <a:t>New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284E02D-C9E2-4E6A-859E-AA07EE182B0C}"/>
              </a:ext>
            </a:extLst>
          </p:cNvPr>
          <p:cNvGrpSpPr/>
          <p:nvPr/>
        </p:nvGrpSpPr>
        <p:grpSpPr>
          <a:xfrm>
            <a:off x="6235138" y="3378162"/>
            <a:ext cx="2118663" cy="1728192"/>
            <a:chOff x="7104112" y="4869160"/>
            <a:chExt cx="2118663" cy="1728192"/>
          </a:xfrm>
        </p:grpSpPr>
        <p:sp>
          <p:nvSpPr>
            <p:cNvPr id="69" name="Right Brace 68">
              <a:extLst>
                <a:ext uri="{FF2B5EF4-FFF2-40B4-BE49-F238E27FC236}">
                  <a16:creationId xmlns:a16="http://schemas.microsoft.com/office/drawing/2014/main" id="{E47D4A91-8C0F-4F2A-9C4F-88BBE845A6BD}"/>
                </a:ext>
              </a:extLst>
            </p:cNvPr>
            <p:cNvSpPr/>
            <p:nvPr/>
          </p:nvSpPr>
          <p:spPr>
            <a:xfrm>
              <a:off x="7104112" y="4869160"/>
              <a:ext cx="499565" cy="1728192"/>
            </a:xfrm>
            <a:prstGeom prst="rightBrace">
              <a:avLst>
                <a:gd name="adj1" fmla="val 47607"/>
                <a:gd name="adj2" fmla="val 50000"/>
              </a:avLst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A441E37-5FD1-4CA1-A798-860F04109341}"/>
                </a:ext>
              </a:extLst>
            </p:cNvPr>
            <p:cNvSpPr txBox="1"/>
            <p:nvPr/>
          </p:nvSpPr>
          <p:spPr>
            <a:xfrm>
              <a:off x="7603677" y="5546145"/>
              <a:ext cx="1619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dirty="0"/>
                <a:t>Non-Runnable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3357334-C6FD-43B7-B6DB-45FAC5820645}"/>
              </a:ext>
            </a:extLst>
          </p:cNvPr>
          <p:cNvGrpSpPr/>
          <p:nvPr/>
        </p:nvGrpSpPr>
        <p:grpSpPr>
          <a:xfrm>
            <a:off x="693312" y="4686001"/>
            <a:ext cx="1421413" cy="394713"/>
            <a:chOff x="648620" y="4690513"/>
            <a:chExt cx="1421413" cy="545533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D3376BC-5092-43A9-BA3C-CF4CB92D5B16}"/>
                </a:ext>
              </a:extLst>
            </p:cNvPr>
            <p:cNvCxnSpPr>
              <a:stCxn id="80" idx="4"/>
            </p:cNvCxnSpPr>
            <p:nvPr/>
          </p:nvCxnSpPr>
          <p:spPr>
            <a:xfrm flipH="1">
              <a:off x="1951239" y="4690513"/>
              <a:ext cx="6035" cy="545533"/>
            </a:xfrm>
            <a:prstGeom prst="line">
              <a:avLst/>
            </a:prstGeom>
            <a:ln w="57150">
              <a:headEnd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Text Box 16">
              <a:extLst>
                <a:ext uri="{FF2B5EF4-FFF2-40B4-BE49-F238E27FC236}">
                  <a16:creationId xmlns:a16="http://schemas.microsoft.com/office/drawing/2014/main" id="{5F6395B7-3286-41B8-B4CC-4A249B5694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620" y="4750589"/>
              <a:ext cx="1421413" cy="4253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12700" cap="sq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GB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acquired lock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71E4EA7-46BE-49B8-87CA-BACE4EA3DFBC}"/>
              </a:ext>
            </a:extLst>
          </p:cNvPr>
          <p:cNvGrpSpPr/>
          <p:nvPr/>
        </p:nvGrpSpPr>
        <p:grpSpPr>
          <a:xfrm>
            <a:off x="2831304" y="4732926"/>
            <a:ext cx="966688" cy="347793"/>
            <a:chOff x="3700278" y="6223924"/>
            <a:chExt cx="966688" cy="347793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AE527D8C-B150-421C-BA91-D20D6D16FCD4}"/>
                </a:ext>
              </a:extLst>
            </p:cNvPr>
            <p:cNvCxnSpPr>
              <a:cxnSpLocks/>
            </p:cNvCxnSpPr>
            <p:nvPr/>
          </p:nvCxnSpPr>
          <p:spPr>
            <a:xfrm>
              <a:off x="4543156" y="6223924"/>
              <a:ext cx="0" cy="347793"/>
            </a:xfrm>
            <a:prstGeom prst="line">
              <a:avLst/>
            </a:prstGeom>
            <a:ln w="57150">
              <a:headEnd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6" name="Text Box 16">
              <a:extLst>
                <a:ext uri="{FF2B5EF4-FFF2-40B4-BE49-F238E27FC236}">
                  <a16:creationId xmlns:a16="http://schemas.microsoft.com/office/drawing/2014/main" id="{69CF5888-EE37-4AD2-A9D3-F6D67BC439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0278" y="6237258"/>
              <a:ext cx="96668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12700" cap="sq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GB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notified</a:t>
              </a: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98814870-6DCA-4FD8-9744-68BE021F625B}"/>
              </a:ext>
            </a:extLst>
          </p:cNvPr>
          <p:cNvSpPr txBox="1"/>
          <p:nvPr/>
        </p:nvSpPr>
        <p:spPr>
          <a:xfrm>
            <a:off x="6053829" y="-35963"/>
            <a:ext cx="32697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400" dirty="0"/>
              <a:t>Dashed shapes not </a:t>
            </a:r>
            <a:r>
              <a:rPr lang="en-ZA" sz="1400" i="1" dirty="0"/>
              <a:t>actual</a:t>
            </a:r>
            <a:r>
              <a:rPr lang="en-ZA" sz="1400" dirty="0"/>
              <a:t> states, i.e., cannot be retrieved by </a:t>
            </a:r>
            <a:r>
              <a:rPr lang="en-Z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getState</a:t>
            </a:r>
            <a:r>
              <a:rPr lang="en-Z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ZA" sz="1400" dirty="0"/>
              <a:t>method, but helps explanation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1B2A6A98-5462-40D7-99D7-5E08109B5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9628" y="3746701"/>
            <a:ext cx="1070392" cy="986225"/>
          </a:xfrm>
          <a:prstGeom prst="ellipse">
            <a:avLst/>
          </a:prstGeom>
          <a:solidFill>
            <a:srgbClr val="C00000"/>
          </a:solidFill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>
            <a:defPPr>
              <a:defRPr lang="en-GB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>
                <a:solidFill>
                  <a:schemeClr val="bg1"/>
                </a:solidFill>
              </a:rPr>
              <a:t>Waiting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EDAE14D4-E3A1-4F1B-964C-10BF8D2FE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7178" y="3746701"/>
            <a:ext cx="1070392" cy="986225"/>
          </a:xfrm>
          <a:prstGeom prst="ellipse">
            <a:avLst/>
          </a:prstGeom>
          <a:solidFill>
            <a:srgbClr val="C00000"/>
          </a:solidFill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>
            <a:defPPr>
              <a:defRPr lang="en-GB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>
                <a:solidFill>
                  <a:schemeClr val="bg1"/>
                </a:solidFill>
              </a:rPr>
              <a:t>Time</a:t>
            </a:r>
          </a:p>
          <a:p>
            <a:r>
              <a:rPr lang="en-GB" sz="1800" dirty="0">
                <a:solidFill>
                  <a:schemeClr val="bg1"/>
                </a:solidFill>
              </a:rPr>
              <a:t>Waiting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45DE11F1-2B0A-40CB-A8B9-53CF8E98D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2078" y="3704288"/>
            <a:ext cx="1070392" cy="986225"/>
          </a:xfrm>
          <a:prstGeom prst="ellipse">
            <a:avLst/>
          </a:prstGeom>
          <a:solidFill>
            <a:srgbClr val="C00000"/>
          </a:solidFill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>
            <a:defPPr>
              <a:defRPr lang="en-GB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>
                <a:solidFill>
                  <a:schemeClr val="bg1"/>
                </a:solidFill>
              </a:rPr>
              <a:t>Blocked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E7DF19C8-A2C1-42CF-99AA-3F518879D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7569" y="965536"/>
            <a:ext cx="892503" cy="886856"/>
          </a:xfrm>
          <a:prstGeom prst="ellipse">
            <a:avLst/>
          </a:prstGeom>
          <a:ln w="38100">
            <a:prstDash val="sys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en-GB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Ready</a:t>
            </a:r>
          </a:p>
          <a:p>
            <a:r>
              <a:rPr lang="en-GB" sz="1400" dirty="0"/>
              <a:t>to Run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F3AF186D-DFCD-4A29-9651-43C821E27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8124" y="974833"/>
            <a:ext cx="848243" cy="877559"/>
          </a:xfrm>
          <a:prstGeom prst="ellipse">
            <a:avLst/>
          </a:prstGeom>
          <a:ln w="38100">
            <a:prstDash val="sys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en-GB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Running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4450926-77CC-4575-9550-DFBA63EE16E0}"/>
              </a:ext>
            </a:extLst>
          </p:cNvPr>
          <p:cNvGrpSpPr/>
          <p:nvPr/>
        </p:nvGrpSpPr>
        <p:grpSpPr>
          <a:xfrm>
            <a:off x="3492933" y="941486"/>
            <a:ext cx="1351345" cy="523220"/>
            <a:chOff x="2141672" y="957801"/>
            <a:chExt cx="1258113" cy="535326"/>
          </a:xfrm>
        </p:grpSpPr>
        <p:sp>
          <p:nvSpPr>
            <p:cNvPr id="84" name="Text Box 16">
              <a:extLst>
                <a:ext uri="{FF2B5EF4-FFF2-40B4-BE49-F238E27FC236}">
                  <a16:creationId xmlns:a16="http://schemas.microsoft.com/office/drawing/2014/main" id="{0EA1C764-9CEF-4B0F-BFE8-A9CCD7F4F1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1672" y="957801"/>
              <a:ext cx="1165235" cy="535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12700" cap="sq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GB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scheduled to execute</a:t>
              </a:r>
            </a:p>
          </p:txBody>
        </p:sp>
        <p:sp>
          <p:nvSpPr>
            <p:cNvPr id="85" name="Line 10">
              <a:extLst>
                <a:ext uri="{FF2B5EF4-FFF2-40B4-BE49-F238E27FC236}">
                  <a16:creationId xmlns:a16="http://schemas.microsoft.com/office/drawing/2014/main" id="{BC0E8FD2-006D-46E5-AA44-56EFFA57E7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31830" y="1233589"/>
              <a:ext cx="1167955" cy="12427"/>
            </a:xfrm>
            <a:prstGeom prst="line">
              <a:avLst/>
            </a:prstGeom>
            <a:ln>
              <a:solidFill>
                <a:schemeClr val="bg1"/>
              </a:solidFill>
              <a:headEnd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>
              <a:defPPr>
                <a:defRPr lang="en-GB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endParaRPr lang="en-ZA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10A3E48-2101-455E-A7B3-EAF8553C5545}"/>
              </a:ext>
            </a:extLst>
          </p:cNvPr>
          <p:cNvGrpSpPr/>
          <p:nvPr/>
        </p:nvGrpSpPr>
        <p:grpSpPr>
          <a:xfrm>
            <a:off x="3492933" y="1641231"/>
            <a:ext cx="1351346" cy="307777"/>
            <a:chOff x="4008721" y="2268140"/>
            <a:chExt cx="1351346" cy="307777"/>
          </a:xfrm>
        </p:grpSpPr>
        <p:sp>
          <p:nvSpPr>
            <p:cNvPr id="87" name="Line 10">
              <a:extLst>
                <a:ext uri="{FF2B5EF4-FFF2-40B4-BE49-F238E27FC236}">
                  <a16:creationId xmlns:a16="http://schemas.microsoft.com/office/drawing/2014/main" id="{15B6BCEE-7290-42DF-8D6C-668354FE9B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08721" y="2327819"/>
              <a:ext cx="1351346" cy="0"/>
            </a:xfrm>
            <a:prstGeom prst="line">
              <a:avLst/>
            </a:prstGeom>
            <a:ln>
              <a:solidFill>
                <a:schemeClr val="bg1"/>
              </a:solidFill>
              <a:headEnd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>
              <a:defPPr>
                <a:defRPr lang="en-GB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endParaRPr lang="en-ZA"/>
            </a:p>
          </p:txBody>
        </p:sp>
        <p:sp>
          <p:nvSpPr>
            <p:cNvPr id="88" name="Text Box 16">
              <a:extLst>
                <a:ext uri="{FF2B5EF4-FFF2-40B4-BE49-F238E27FC236}">
                  <a16:creationId xmlns:a16="http://schemas.microsoft.com/office/drawing/2014/main" id="{DD85DAD1-EE55-4B23-A10E-11768563B8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8376" y="2268140"/>
              <a:ext cx="111553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12700" cap="sq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GB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accent2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suspended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212230857"/>
      </p:ext>
    </p:extLst>
  </p:cSld>
  <p:clrMapOvr>
    <a:masterClrMapping/>
  </p:clrMapOvr>
  <p:transition spd="slow" advTm="113276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2" grpId="0" animBg="1"/>
      <p:bldP spid="67" grpId="0" animBg="1"/>
      <p:bldP spid="78" grpId="0" animBg="1"/>
      <p:bldP spid="79" grpId="0" animBg="1"/>
      <p:bldP spid="80" grpId="0" animBg="1"/>
      <p:bldP spid="81" grpId="0" animBg="1"/>
      <p:bldP spid="8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5B447-CE6C-3817-3FD9-3ECC37DE2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5BD929-AC5E-B0D4-78FE-51F61EEF425B}"/>
              </a:ext>
            </a:extLst>
          </p:cNvPr>
          <p:cNvSpPr/>
          <p:nvPr/>
        </p:nvSpPr>
        <p:spPr>
          <a:xfrm>
            <a:off x="0" y="0"/>
            <a:ext cx="9180512" cy="514350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rgbClr val="00305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2391C6-ECE5-EEC5-975A-44F397091D90}"/>
              </a:ext>
            </a:extLst>
          </p:cNvPr>
          <p:cNvSpPr txBox="1"/>
          <p:nvPr/>
        </p:nvSpPr>
        <p:spPr>
          <a:xfrm>
            <a:off x="1043608" y="1059582"/>
            <a:ext cx="77768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4400" dirty="0">
                <a:solidFill>
                  <a:schemeClr val="bg1"/>
                </a:solidFill>
              </a:rPr>
              <a:t>Timers &amp; Animations using Threads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2B0402-EAC3-42C0-A1E4-2A157D4BC8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561389"/>
            <a:ext cx="2582111" cy="25821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509BF4-1592-42D1-B0FC-35A9DE053C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647" y="3696950"/>
            <a:ext cx="1446550" cy="144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972281"/>
      </p:ext>
    </p:extLst>
  </p:cSld>
  <p:clrMapOvr>
    <a:masterClrMapping/>
  </p:clrMapOvr>
  <p:transition spd="slow" advTm="7208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5B447-CE6C-3817-3FD9-3ECC37DE2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5BD929-AC5E-B0D4-78FE-51F61EEF425B}"/>
              </a:ext>
            </a:extLst>
          </p:cNvPr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rgbClr val="00305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2391C6-ECE5-EEC5-975A-44F397091D90}"/>
              </a:ext>
            </a:extLst>
          </p:cNvPr>
          <p:cNvSpPr txBox="1"/>
          <p:nvPr/>
        </p:nvSpPr>
        <p:spPr>
          <a:xfrm>
            <a:off x="679880" y="1509921"/>
            <a:ext cx="321224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4400" dirty="0">
                <a:solidFill>
                  <a:schemeClr val="bg1"/>
                </a:solidFill>
              </a:rPr>
              <a:t>What can threads be used for?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4379347-3B83-45A7-8E9B-94A467CF2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4008" y="555526"/>
            <a:ext cx="4392488" cy="4038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Timers &amp; animation</a:t>
            </a:r>
          </a:p>
          <a:p>
            <a:r>
              <a:rPr lang="en-US" kern="0" dirty="0"/>
              <a:t>Separating time-consuming calculations from UI to keep UI responsive</a:t>
            </a:r>
          </a:p>
          <a:p>
            <a:r>
              <a:rPr lang="en-US" kern="0" dirty="0"/>
              <a:t>Performing complicated calculations on different CPUs</a:t>
            </a:r>
          </a:p>
          <a:p>
            <a:r>
              <a:rPr lang="en-US" kern="0" dirty="0"/>
              <a:t>Communication (network, database, etc.)</a:t>
            </a:r>
          </a:p>
          <a:p>
            <a:pPr lvl="1"/>
            <a:r>
              <a:rPr lang="en-US" kern="0" dirty="0"/>
              <a:t>Dealing with multiple clients simply (&amp; as needed)</a:t>
            </a:r>
          </a:p>
        </p:txBody>
      </p:sp>
    </p:spTree>
    <p:extLst>
      <p:ext uri="{BB962C8B-B14F-4D97-AF65-F5344CB8AC3E}">
        <p14:creationId xmlns:p14="http://schemas.microsoft.com/office/powerpoint/2010/main" val="1555859338"/>
      </p:ext>
    </p:extLst>
  </p:cSld>
  <p:clrMapOvr>
    <a:masterClrMapping/>
  </p:clrMapOvr>
  <p:transition spd="slow" advTm="7208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C3CD-91CD-300B-1AED-7A287A6F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DA623730-44A2-7876-7832-2E4BB653C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Timers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6CF76C83-9628-82EB-EEC2-12037642C0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536" y="1551878"/>
            <a:ext cx="2880320" cy="189673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Thread that executes code at </a:t>
            </a:r>
            <a:r>
              <a:rPr lang="en-US" i="1" dirty="0"/>
              <a:t>regular intervals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F524C0-3405-4AAA-9910-8F81D7538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5856" y="1551878"/>
            <a:ext cx="5730172" cy="3454277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A6C5728-84E1-491F-BD5D-1F36FDE98B22}"/>
              </a:ext>
            </a:extLst>
          </p:cNvPr>
          <p:cNvSpPr/>
          <p:nvPr/>
        </p:nvSpPr>
        <p:spPr>
          <a:xfrm>
            <a:off x="395536" y="896938"/>
            <a:ext cx="2880320" cy="65494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Definition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A868B4-6415-4773-8A2D-C545ECBA2C4A}"/>
              </a:ext>
            </a:extLst>
          </p:cNvPr>
          <p:cNvSpPr/>
          <p:nvPr/>
        </p:nvSpPr>
        <p:spPr>
          <a:xfrm>
            <a:off x="3275856" y="896938"/>
            <a:ext cx="5730172" cy="65494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Typical structure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55B432-939D-4F3D-BDF5-3642E79A6FFE}"/>
              </a:ext>
            </a:extLst>
          </p:cNvPr>
          <p:cNvSpPr/>
          <p:nvPr/>
        </p:nvSpPr>
        <p:spPr>
          <a:xfrm>
            <a:off x="4788024" y="1520907"/>
            <a:ext cx="1584176" cy="258755"/>
          </a:xfrm>
          <a:prstGeom prst="rect">
            <a:avLst/>
          </a:prstGeom>
          <a:noFill/>
          <a:ln>
            <a:solidFill>
              <a:srgbClr val="FE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37C37D-42AD-4852-8EF3-0C410B8F131F}"/>
              </a:ext>
            </a:extLst>
          </p:cNvPr>
          <p:cNvSpPr/>
          <p:nvPr/>
        </p:nvSpPr>
        <p:spPr>
          <a:xfrm>
            <a:off x="4590406" y="2494699"/>
            <a:ext cx="2501874" cy="258755"/>
          </a:xfrm>
          <a:prstGeom prst="rect">
            <a:avLst/>
          </a:prstGeom>
          <a:noFill/>
          <a:ln>
            <a:solidFill>
              <a:srgbClr val="FE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C9491B-74F8-4658-A74D-40B242006497}"/>
              </a:ext>
            </a:extLst>
          </p:cNvPr>
          <p:cNvSpPr/>
          <p:nvPr/>
        </p:nvSpPr>
        <p:spPr>
          <a:xfrm>
            <a:off x="4499992" y="3621049"/>
            <a:ext cx="2016224" cy="258755"/>
          </a:xfrm>
          <a:prstGeom prst="rect">
            <a:avLst/>
          </a:prstGeom>
          <a:noFill/>
          <a:ln>
            <a:solidFill>
              <a:srgbClr val="FE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466618-186A-44FD-9F73-59AB79B05E38}"/>
              </a:ext>
            </a:extLst>
          </p:cNvPr>
          <p:cNvSpPr/>
          <p:nvPr/>
        </p:nvSpPr>
        <p:spPr>
          <a:xfrm>
            <a:off x="4499992" y="3781397"/>
            <a:ext cx="2016224" cy="258755"/>
          </a:xfrm>
          <a:prstGeom prst="rect">
            <a:avLst/>
          </a:prstGeom>
          <a:noFill/>
          <a:ln>
            <a:solidFill>
              <a:srgbClr val="FE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Arrow: Curved Right 1">
            <a:extLst>
              <a:ext uri="{FF2B5EF4-FFF2-40B4-BE49-F238E27FC236}">
                <a16:creationId xmlns:a16="http://schemas.microsoft.com/office/drawing/2014/main" id="{050B08C3-D7EE-4949-B97A-1FBB67C4481A}"/>
              </a:ext>
            </a:extLst>
          </p:cNvPr>
          <p:cNvSpPr/>
          <p:nvPr/>
        </p:nvSpPr>
        <p:spPr>
          <a:xfrm>
            <a:off x="3923928" y="3638551"/>
            <a:ext cx="288032" cy="482506"/>
          </a:xfrm>
          <a:prstGeom prst="curvedRightArrow">
            <a:avLst/>
          </a:prstGeom>
          <a:solidFill>
            <a:srgbClr val="FE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14" name="Arrow: Curved Right 13">
            <a:extLst>
              <a:ext uri="{FF2B5EF4-FFF2-40B4-BE49-F238E27FC236}">
                <a16:creationId xmlns:a16="http://schemas.microsoft.com/office/drawing/2014/main" id="{8F63E5B4-7161-413E-B9FF-B8C8692E4058}"/>
              </a:ext>
            </a:extLst>
          </p:cNvPr>
          <p:cNvSpPr/>
          <p:nvPr/>
        </p:nvSpPr>
        <p:spPr>
          <a:xfrm flipH="1" flipV="1">
            <a:off x="6588224" y="3591623"/>
            <a:ext cx="288032" cy="482506"/>
          </a:xfrm>
          <a:prstGeom prst="curvedRightArrow">
            <a:avLst/>
          </a:prstGeom>
          <a:solidFill>
            <a:srgbClr val="FE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3660570"/>
      </p:ext>
    </p:extLst>
  </p:cSld>
  <p:clrMapOvr>
    <a:masterClrMapping/>
  </p:clrMapOvr>
  <p:transition spd="slow" advTm="61565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12" grpId="0" animBg="1"/>
      <p:bldP spid="12" grpId="1" animBg="1"/>
      <p:bldP spid="13" grpId="0" animBg="1"/>
      <p:bldP spid="13" grpId="1" animBg="1"/>
      <p:bldP spid="2" grpId="0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C3CD-91CD-300B-1AED-7A287A6F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DA623730-44A2-7876-7832-2E4BB653C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Using threads for animation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6CF76C83-9628-82EB-EEC2-12037642C0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a thread’s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run()</a:t>
            </a:r>
            <a:r>
              <a:rPr lang="en-US" dirty="0"/>
              <a:t> method to make changes to an animated object</a:t>
            </a:r>
          </a:p>
          <a:p>
            <a:pPr lvl="1"/>
            <a:r>
              <a:rPr lang="en-US" dirty="0"/>
              <a:t>Usually use an infinite loop (pause, modification, draws, etc.)</a:t>
            </a:r>
          </a:p>
          <a:p>
            <a:r>
              <a:rPr lang="en-US" dirty="0"/>
              <a:t>Can </a:t>
            </a:r>
            <a:r>
              <a:rPr lang="en-US" i="1" dirty="0"/>
              <a:t>only</a:t>
            </a:r>
            <a:r>
              <a:rPr lang="en-US" dirty="0"/>
              <a:t> draw on the UI thread</a:t>
            </a:r>
          </a:p>
          <a:p>
            <a:pPr lvl="1"/>
            <a:r>
              <a:rPr lang="en-US" dirty="0"/>
              <a:t>So need to call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Platform.runLater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so this can happen	</a:t>
            </a:r>
          </a:p>
          <a:p>
            <a:pPr lvl="1"/>
            <a:r>
              <a:rPr lang="en-US" dirty="0"/>
              <a:t>Pass through </a:t>
            </a:r>
            <a:r>
              <a:rPr lang="en-US" i="1" dirty="0"/>
              <a:t>drawing code </a:t>
            </a:r>
            <a:r>
              <a:rPr lang="en-US" dirty="0"/>
              <a:t>that will be called later on the UI thread, when the UI thread is running</a:t>
            </a:r>
          </a:p>
          <a:p>
            <a:pPr lvl="1"/>
            <a:r>
              <a:rPr lang="en-US" dirty="0"/>
              <a:t>Only seems to be necessary if </a:t>
            </a:r>
            <a:r>
              <a:rPr lang="en-US" i="1" dirty="0"/>
              <a:t>many</a:t>
            </a:r>
            <a:r>
              <a:rPr lang="en-US" dirty="0"/>
              <a:t> threads are trying to draw on the UI at the same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9A96CB-361E-4D33-B0FD-80F2BEA5F140}"/>
              </a:ext>
            </a:extLst>
          </p:cNvPr>
          <p:cNvSpPr txBox="1"/>
          <p:nvPr/>
        </p:nvSpPr>
        <p:spPr>
          <a:xfrm>
            <a:off x="3995936" y="4625459"/>
            <a:ext cx="35283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See </a:t>
            </a:r>
            <a:r>
              <a:rPr lang="en-US" dirty="0">
                <a:solidFill>
                  <a:srgbClr val="FEC000"/>
                </a:solidFill>
              </a:rPr>
              <a:t>/Example03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8494012"/>
      </p:ext>
    </p:extLst>
  </p:cSld>
  <p:clrMapOvr>
    <a:masterClrMapping/>
  </p:clrMapOvr>
  <p:transition spd="slow" advTm="61565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5B447-CE6C-3817-3FD9-3ECC37DE2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5BD929-AC5E-B0D4-78FE-51F61EEF425B}"/>
              </a:ext>
            </a:extLst>
          </p:cNvPr>
          <p:cNvSpPr/>
          <p:nvPr/>
        </p:nvSpPr>
        <p:spPr>
          <a:xfrm>
            <a:off x="4608512" y="0"/>
            <a:ext cx="4572000" cy="514350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rgbClr val="00305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2391C6-ECE5-EEC5-975A-44F397091D90}"/>
              </a:ext>
            </a:extLst>
          </p:cNvPr>
          <p:cNvSpPr txBox="1"/>
          <p:nvPr/>
        </p:nvSpPr>
        <p:spPr>
          <a:xfrm>
            <a:off x="5218228" y="494257"/>
            <a:ext cx="335256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4400" dirty="0">
                <a:solidFill>
                  <a:schemeClr val="bg1"/>
                </a:solidFill>
              </a:rPr>
              <a:t>How do you animate multiple objects at the same time?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610309F-C817-4134-826B-1067C93A9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555526"/>
            <a:ext cx="4320481" cy="4038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kern="0" dirty="0"/>
          </a:p>
          <a:p>
            <a:endParaRPr lang="en-US" kern="0" dirty="0"/>
          </a:p>
          <a:p>
            <a:pPr marL="457200" indent="-457200">
              <a:buFont typeface="+mj-lt"/>
              <a:buAutoNum type="arabicPeriod"/>
            </a:pPr>
            <a:r>
              <a:rPr lang="en-US" b="1" kern="0" dirty="0"/>
              <a:t>Each object animates itself</a:t>
            </a:r>
          </a:p>
          <a:p>
            <a:pPr lvl="1"/>
            <a:r>
              <a:rPr lang="en-US" kern="0" dirty="0"/>
              <a:t>Each object contains their own thread</a:t>
            </a:r>
          </a:p>
          <a:p>
            <a:pPr lvl="1"/>
            <a:r>
              <a:rPr lang="en-US" kern="0" dirty="0"/>
              <a:t>Use a thread in the main class to control updating &amp; drawing itself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912DE31-705F-4EB7-BB6A-333B5A3DE1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303213"/>
            <a:ext cx="4284662" cy="593725"/>
          </a:xfrm>
        </p:spPr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Two ways…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F13C0D4-6BEA-4D61-A8E1-D521E3351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2787775"/>
            <a:ext cx="3096344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kern="0" dirty="0"/>
              <a:t>But…</a:t>
            </a:r>
            <a:endParaRPr lang="en-US" sz="1800" i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DF4616A-EE5D-43DB-8DA8-F83029F7A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3264591"/>
            <a:ext cx="3096344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kern="0" dirty="0"/>
              <a:t>Excessive resource usage</a:t>
            </a:r>
            <a:endParaRPr lang="en-US" sz="1800" i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DB8AA2A-BFAD-46BE-99C8-5A61F5DB4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204" y="3687635"/>
            <a:ext cx="4140968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kern="0" dirty="0"/>
              <a:t>Objects can get out of sync, so how do we clear the background </a:t>
            </a:r>
            <a:r>
              <a:rPr lang="en-US" i="1" kern="0" dirty="0"/>
              <a:t>once</a:t>
            </a:r>
            <a:r>
              <a:rPr lang="en-US" kern="0" dirty="0"/>
              <a:t> per frame?</a:t>
            </a:r>
            <a:endParaRPr lang="en-US" sz="1800" i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E239D-7401-4424-995B-A85FBBD459AE}"/>
              </a:ext>
            </a:extLst>
          </p:cNvPr>
          <p:cNvSpPr txBox="1"/>
          <p:nvPr/>
        </p:nvSpPr>
        <p:spPr>
          <a:xfrm>
            <a:off x="4608512" y="46131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See </a:t>
            </a:r>
            <a:r>
              <a:rPr lang="en-US" dirty="0">
                <a:solidFill>
                  <a:srgbClr val="FEC000"/>
                </a:solidFill>
              </a:rPr>
              <a:t>/Example04</a:t>
            </a:r>
          </a:p>
        </p:txBody>
      </p:sp>
      <p:pic>
        <p:nvPicPr>
          <p:cNvPr id="13" name="Graphic 12" descr="Sad face outline with solid fill">
            <a:extLst>
              <a:ext uri="{FF2B5EF4-FFF2-40B4-BE49-F238E27FC236}">
                <a16:creationId xmlns:a16="http://schemas.microsoft.com/office/drawing/2014/main" id="{AA874CD7-DD2B-48C7-AA8C-88DBEAB171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860" y="3212162"/>
            <a:ext cx="526826" cy="526826"/>
          </a:xfrm>
          <a:prstGeom prst="rect">
            <a:avLst/>
          </a:prstGeom>
        </p:spPr>
      </p:pic>
      <p:pic>
        <p:nvPicPr>
          <p:cNvPr id="14" name="Graphic 13" descr="Sad face outline with solid fill">
            <a:extLst>
              <a:ext uri="{FF2B5EF4-FFF2-40B4-BE49-F238E27FC236}">
                <a16:creationId xmlns:a16="http://schemas.microsoft.com/office/drawing/2014/main" id="{BC23E19B-BD89-41B8-A746-AE7913659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63" y="3883510"/>
            <a:ext cx="526826" cy="52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593180"/>
      </p:ext>
    </p:extLst>
  </p:cSld>
  <p:clrMapOvr>
    <a:masterClrMapping/>
  </p:clrMapOvr>
  <p:transition spd="slow" advTm="7208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  <p:bldP spid="9" grpId="0"/>
      <p:bldP spid="10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5B447-CE6C-3817-3FD9-3ECC37DE2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5BD929-AC5E-B0D4-78FE-51F61EEF425B}"/>
              </a:ext>
            </a:extLst>
          </p:cNvPr>
          <p:cNvSpPr/>
          <p:nvPr/>
        </p:nvSpPr>
        <p:spPr>
          <a:xfrm>
            <a:off x="4608512" y="0"/>
            <a:ext cx="4572000" cy="514350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rgbClr val="00305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2391C6-ECE5-EEC5-975A-44F397091D90}"/>
              </a:ext>
            </a:extLst>
          </p:cNvPr>
          <p:cNvSpPr txBox="1"/>
          <p:nvPr/>
        </p:nvSpPr>
        <p:spPr>
          <a:xfrm>
            <a:off x="5218228" y="494257"/>
            <a:ext cx="335256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4400" dirty="0">
                <a:solidFill>
                  <a:schemeClr val="bg1"/>
                </a:solidFill>
              </a:rPr>
              <a:t>How do you animate multiple objects at the same time?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610309F-C817-4134-826B-1067C93A9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555526"/>
            <a:ext cx="4320481" cy="4038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kern="0" dirty="0"/>
          </a:p>
          <a:p>
            <a:endParaRPr lang="en-US" kern="0" dirty="0"/>
          </a:p>
          <a:p>
            <a:pPr marL="457200" indent="-457200">
              <a:buFont typeface="+mj-lt"/>
              <a:buAutoNum type="arabicPeriod" startAt="2"/>
            </a:pPr>
            <a:r>
              <a:rPr lang="en-US" b="1" kern="0" dirty="0"/>
              <a:t>Single object controls all </a:t>
            </a:r>
          </a:p>
          <a:p>
            <a:pPr lvl="1"/>
            <a:r>
              <a:rPr lang="en-US" kern="0" dirty="0"/>
              <a:t>Single thread, updates all objects</a:t>
            </a:r>
          </a:p>
          <a:p>
            <a:pPr marL="174625" lvl="1" indent="0">
              <a:buNone/>
            </a:pPr>
            <a:endParaRPr lang="en-US" kern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912DE31-705F-4EB7-BB6A-333B5A3DE1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303213"/>
            <a:ext cx="4284662" cy="593725"/>
          </a:xfrm>
        </p:spPr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Two ways…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F13C0D4-6BEA-4D61-A8E1-D521E3351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2355726"/>
            <a:ext cx="3096344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kern="0" dirty="0"/>
              <a:t>Why use this method?</a:t>
            </a:r>
            <a:endParaRPr lang="en-US" sz="1800" i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DF4616A-EE5D-43DB-8DA8-F83029F7A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2848670"/>
            <a:ext cx="3312368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kern="0" dirty="0"/>
              <a:t>More efficient resource usage</a:t>
            </a:r>
            <a:endParaRPr lang="en-US" sz="1800" i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DB8AA2A-BFAD-46BE-99C8-5A61F5DB4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3291830"/>
            <a:ext cx="4032447" cy="694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kern="0" dirty="0"/>
              <a:t>Can control when background clearing occurs</a:t>
            </a:r>
            <a:endParaRPr lang="en-US" sz="1800" i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E13B438-F7B8-4FB3-8680-58F2FA566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4030538"/>
            <a:ext cx="4032448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kern="0" dirty="0"/>
              <a:t>Timing </a:t>
            </a:r>
            <a:r>
              <a:rPr lang="en-US" kern="0" dirty="0" err="1"/>
              <a:t>synchronised</a:t>
            </a:r>
            <a:endParaRPr lang="en-US" sz="1800" i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80D239-8173-467F-B462-135A1BD9E1AE}"/>
              </a:ext>
            </a:extLst>
          </p:cNvPr>
          <p:cNvSpPr txBox="1"/>
          <p:nvPr/>
        </p:nvSpPr>
        <p:spPr>
          <a:xfrm>
            <a:off x="4608512" y="46131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See </a:t>
            </a:r>
            <a:r>
              <a:rPr lang="en-US" dirty="0">
                <a:solidFill>
                  <a:srgbClr val="FEC000"/>
                </a:solidFill>
              </a:rPr>
              <a:t>/Example05</a:t>
            </a:r>
          </a:p>
        </p:txBody>
      </p:sp>
      <p:pic>
        <p:nvPicPr>
          <p:cNvPr id="4" name="Graphic 3" descr="Grinning face outline with solid fill">
            <a:extLst>
              <a:ext uri="{FF2B5EF4-FFF2-40B4-BE49-F238E27FC236}">
                <a16:creationId xmlns:a16="http://schemas.microsoft.com/office/drawing/2014/main" id="{064F5DA6-155A-4283-888C-BF452BFB67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96" y="2798886"/>
            <a:ext cx="525600" cy="525600"/>
          </a:xfrm>
          <a:prstGeom prst="rect">
            <a:avLst/>
          </a:prstGeom>
        </p:spPr>
      </p:pic>
      <p:pic>
        <p:nvPicPr>
          <p:cNvPr id="14" name="Graphic 13" descr="Grinning face outline with solid fill">
            <a:extLst>
              <a:ext uri="{FF2B5EF4-FFF2-40B4-BE49-F238E27FC236}">
                <a16:creationId xmlns:a16="http://schemas.microsoft.com/office/drawing/2014/main" id="{1090558A-B2E0-4209-BEA0-66CE4571A7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36" y="3363838"/>
            <a:ext cx="525600" cy="525600"/>
          </a:xfrm>
          <a:prstGeom prst="rect">
            <a:avLst/>
          </a:prstGeom>
        </p:spPr>
      </p:pic>
      <p:pic>
        <p:nvPicPr>
          <p:cNvPr id="15" name="Graphic 14" descr="Grinning face outline with solid fill">
            <a:extLst>
              <a:ext uri="{FF2B5EF4-FFF2-40B4-BE49-F238E27FC236}">
                <a16:creationId xmlns:a16="http://schemas.microsoft.com/office/drawing/2014/main" id="{CC0E4A85-BA05-453C-BD94-FBAA694074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36" y="3959155"/>
            <a:ext cx="525600" cy="5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021899"/>
      </p:ext>
    </p:extLst>
  </p:cSld>
  <p:clrMapOvr>
    <a:masterClrMapping/>
  </p:clrMapOvr>
  <p:transition spd="slow" advTm="7208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  <p:bldP spid="9" grpId="0"/>
      <p:bldP spid="10" grpId="0"/>
      <p:bldP spid="11" grpId="0"/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C3CD-91CD-300B-1AED-7A287A6F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DA623730-44A2-7876-7832-2E4BB653C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Custom views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6CF76C83-9628-82EB-EEC2-12037642C0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Extend View class</a:t>
            </a:r>
          </a:p>
          <a:p>
            <a:r>
              <a:rPr lang="en-US" dirty="0"/>
              <a:t>Override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onDraw</a:t>
            </a:r>
            <a:r>
              <a:rPr lang="en-US" dirty="0"/>
              <a:t> method to draw text, lines, circles &amp; images (uses a Canvas class)</a:t>
            </a:r>
          </a:p>
          <a:p>
            <a:r>
              <a:rPr lang="en-US" dirty="0"/>
              <a:t>Provide 1-, 2- &amp; 3- param constructors (inherited from View class)</a:t>
            </a:r>
          </a:p>
          <a:p>
            <a:pPr lvl="1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View(Context context)</a:t>
            </a:r>
          </a:p>
          <a:p>
            <a:pPr lvl="1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View(Context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context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AttributeSet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View(Context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context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AttributeSet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int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defStyle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/>
              <a:t>Once done, can drag &amp; drop onto the layout from the Custom View tab (select the </a:t>
            </a:r>
            <a:r>
              <a:rPr lang="en-US" dirty="0" err="1"/>
              <a:t>CustomView</a:t>
            </a:r>
            <a:r>
              <a:rPr lang="en-US" dirty="0"/>
              <a:t> control)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1EC79E-2DF2-4125-8520-93128863689B}"/>
              </a:ext>
            </a:extLst>
          </p:cNvPr>
          <p:cNvSpPr txBox="1"/>
          <p:nvPr/>
        </p:nvSpPr>
        <p:spPr>
          <a:xfrm>
            <a:off x="3995936" y="4625459"/>
            <a:ext cx="35283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See </a:t>
            </a:r>
            <a:r>
              <a:rPr lang="en-US" dirty="0">
                <a:solidFill>
                  <a:srgbClr val="FEC000"/>
                </a:solidFill>
              </a:rPr>
              <a:t>/L0701Threads01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CF2D1A-A2FC-4EEE-A3F3-34B1F77A78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00" t="54200" r="10400"/>
          <a:stretch/>
        </p:blipFill>
        <p:spPr>
          <a:xfrm rot="10800000">
            <a:off x="4427984" y="0"/>
            <a:ext cx="2880320" cy="165314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33180510"/>
      </p:ext>
    </p:extLst>
  </p:cSld>
  <p:clrMapOvr>
    <a:masterClrMapping/>
  </p:clrMapOvr>
  <p:transition spd="slow" advTm="61565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FCED2-1A29-5C7B-9125-D2AF7E03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843B51-4B40-4BD3-8546-6C233E35CA59}"/>
              </a:ext>
            </a:extLst>
          </p:cNvPr>
          <p:cNvSpPr/>
          <p:nvPr/>
        </p:nvSpPr>
        <p:spPr>
          <a:xfrm>
            <a:off x="2051720" y="1419622"/>
            <a:ext cx="5759450" cy="201612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Where can you use threads in your third year / side project?</a:t>
            </a:r>
            <a:endParaRPr lang="en-ZA" sz="3600" dirty="0"/>
          </a:p>
        </p:txBody>
      </p:sp>
      <p:pic>
        <p:nvPicPr>
          <p:cNvPr id="8" name="Graphic 3" descr="Lights On with solid fill">
            <a:extLst>
              <a:ext uri="{FF2B5EF4-FFF2-40B4-BE49-F238E27FC236}">
                <a16:creationId xmlns:a16="http://schemas.microsoft.com/office/drawing/2014/main" id="{9F99FAFB-68CE-4004-9303-88D8118DD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08" y="2010241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CA9A81-C97A-49BE-B1EC-0A47D73E4044}"/>
              </a:ext>
            </a:extLst>
          </p:cNvPr>
          <p:cNvSpPr txBox="1"/>
          <p:nvPr/>
        </p:nvSpPr>
        <p:spPr>
          <a:xfrm>
            <a:off x="107504" y="51470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Background data loading in a GUI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(recipe app fetching ingredients from a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db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&amp; user browsing at same time)</a:t>
            </a:r>
            <a:endParaRPr lang="en-ZA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A0F9AE-A3A6-473C-9C92-C3BE9B392184}"/>
              </a:ext>
            </a:extLst>
          </p:cNvPr>
          <p:cNvSpPr txBox="1"/>
          <p:nvPr/>
        </p:nvSpPr>
        <p:spPr>
          <a:xfrm>
            <a:off x="5436096" y="81866"/>
            <a:ext cx="35272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dirty="0"/>
              <a:t>Periodic tasks / timers </a:t>
            </a:r>
            <a:r>
              <a:rPr lang="en-ZA" dirty="0">
                <a:solidFill>
                  <a:schemeClr val="accent5">
                    <a:lumMod val="50000"/>
                  </a:schemeClr>
                </a:solidFill>
              </a:rPr>
              <a:t>(auto-saving progress every 5 min)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E15690-B907-496D-A34B-5F8495664ACC}"/>
              </a:ext>
            </a:extLst>
          </p:cNvPr>
          <p:cNvSpPr txBox="1"/>
          <p:nvPr/>
        </p:nvSpPr>
        <p:spPr>
          <a:xfrm>
            <a:off x="107504" y="886924"/>
            <a:ext cx="20162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dirty="0"/>
              <a:t>Network requests </a:t>
            </a:r>
            <a:r>
              <a:rPr lang="en-ZA" dirty="0">
                <a:solidFill>
                  <a:schemeClr val="accent5">
                    <a:lumMod val="50000"/>
                  </a:schemeClr>
                </a:solidFill>
              </a:rPr>
              <a:t>(fetching chat app messages)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6AF662-D2B1-45BC-AF06-6E4C966D349E}"/>
              </a:ext>
            </a:extLst>
          </p:cNvPr>
          <p:cNvSpPr txBox="1"/>
          <p:nvPr/>
        </p:nvSpPr>
        <p:spPr>
          <a:xfrm>
            <a:off x="5364088" y="3577617"/>
            <a:ext cx="35272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dirty="0"/>
              <a:t>Computationally intensive tasks </a:t>
            </a:r>
            <a:r>
              <a:rPr lang="en-ZA" dirty="0">
                <a:solidFill>
                  <a:schemeClr val="accent5">
                    <a:lumMod val="50000"/>
                  </a:schemeClr>
                </a:solidFill>
              </a:rPr>
              <a:t>(large dataset or simulations)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7D7423-4066-4CAB-BC19-B35ACD751EB1}"/>
              </a:ext>
            </a:extLst>
          </p:cNvPr>
          <p:cNvSpPr txBox="1"/>
          <p:nvPr/>
        </p:nvSpPr>
        <p:spPr>
          <a:xfrm>
            <a:off x="107504" y="3610245"/>
            <a:ext cx="49686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dirty="0"/>
              <a:t>Parallel processing for efficiency </a:t>
            </a:r>
            <a:r>
              <a:rPr lang="en-ZA" dirty="0">
                <a:solidFill>
                  <a:schemeClr val="accent5">
                    <a:lumMod val="50000"/>
                  </a:schemeClr>
                </a:solidFill>
              </a:rPr>
              <a:t>(rendering parts of a graphic scene concurrently)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25AF76-D519-4190-AC20-211F8FA4F80F}"/>
              </a:ext>
            </a:extLst>
          </p:cNvPr>
          <p:cNvSpPr txBox="1"/>
          <p:nvPr/>
        </p:nvSpPr>
        <p:spPr>
          <a:xfrm>
            <a:off x="3491880" y="799132"/>
            <a:ext cx="49686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dirty="0"/>
              <a:t>Real-time updates / monitoring </a:t>
            </a:r>
            <a:r>
              <a:rPr lang="en-ZA" dirty="0">
                <a:solidFill>
                  <a:schemeClr val="accent5">
                    <a:lumMod val="50000"/>
                  </a:schemeClr>
                </a:solidFill>
              </a:rPr>
              <a:t>(stock prices or game scores in real-time)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073DB2-9B94-4328-A1FD-DAF465950541}"/>
              </a:ext>
            </a:extLst>
          </p:cNvPr>
          <p:cNvSpPr txBox="1"/>
          <p:nvPr/>
        </p:nvSpPr>
        <p:spPr>
          <a:xfrm>
            <a:off x="3131840" y="4247079"/>
            <a:ext cx="49686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dirty="0"/>
              <a:t>Handling multiple user requests </a:t>
            </a:r>
            <a:r>
              <a:rPr lang="en-ZA" dirty="0">
                <a:solidFill>
                  <a:schemeClr val="accent5">
                    <a:lumMod val="50000"/>
                  </a:schemeClr>
                </a:solidFill>
              </a:rPr>
              <a:t>(multiplayer games or chat server)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D06ABE-7296-4351-BDC5-743534CE1672}"/>
              </a:ext>
            </a:extLst>
          </p:cNvPr>
          <p:cNvSpPr txBox="1"/>
          <p:nvPr/>
        </p:nvSpPr>
        <p:spPr>
          <a:xfrm>
            <a:off x="7811170" y="1731245"/>
            <a:ext cx="12961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dirty="0"/>
              <a:t>File I/O operations </a:t>
            </a:r>
            <a:r>
              <a:rPr lang="en-ZA" dirty="0">
                <a:solidFill>
                  <a:schemeClr val="accent5">
                    <a:lumMod val="50000"/>
                  </a:schemeClr>
                </a:solidFill>
              </a:rPr>
              <a:t>(exporting large CSV files)</a:t>
            </a:r>
          </a:p>
        </p:txBody>
      </p:sp>
    </p:spTree>
    <p:extLst>
      <p:ext uri="{BB962C8B-B14F-4D97-AF65-F5344CB8AC3E}">
        <p14:creationId xmlns:p14="http://schemas.microsoft.com/office/powerpoint/2010/main" val="80744794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1" grpId="0"/>
      <p:bldP spid="13" grpId="0"/>
      <p:bldP spid="15" grpId="0"/>
      <p:bldP spid="17" grpId="0"/>
      <p:bldP spid="1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D76F8-6062-3D40-C7FB-DDDC5469C42F}"/>
              </a:ext>
            </a:extLst>
          </p:cNvPr>
          <p:cNvSpPr/>
          <p:nvPr/>
        </p:nvSpPr>
        <p:spPr>
          <a:xfrm>
            <a:off x="0" y="4011910"/>
            <a:ext cx="9144000" cy="675530"/>
          </a:xfrm>
          <a:prstGeom prst="rect">
            <a:avLst/>
          </a:prstGeom>
          <a:solidFill>
            <a:srgbClr val="FE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1922" name="Title 1">
            <a:extLst>
              <a:ext uri="{FF2B5EF4-FFF2-40B4-BE49-F238E27FC236}">
                <a16:creationId xmlns:a16="http://schemas.microsoft.com/office/drawing/2014/main" id="{65BFE1D5-329E-BB29-CE8A-ED38134D0C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Assignments &amp; tasks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562DB8-8D1E-47C9-AAF8-92BA4FC1F5BA}"/>
              </a:ext>
            </a:extLst>
          </p:cNvPr>
          <p:cNvSpPr/>
          <p:nvPr/>
        </p:nvSpPr>
        <p:spPr>
          <a:xfrm>
            <a:off x="755576" y="1491630"/>
            <a:ext cx="3240360" cy="2304256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Assignment 2: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Peer reviews – Due today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E37EF9-198E-461B-B235-F32727DB9297}"/>
              </a:ext>
            </a:extLst>
          </p:cNvPr>
          <p:cNvSpPr/>
          <p:nvPr/>
        </p:nvSpPr>
        <p:spPr>
          <a:xfrm>
            <a:off x="5004048" y="1491630"/>
            <a:ext cx="3240360" cy="2304256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Assignment 3: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Due – 08 September 2026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Peer reviews – By 11 September 2026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B542A7-2956-E459-BC94-B83EE5767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30" y="4066257"/>
            <a:ext cx="84963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algn="ctr"/>
            <a:r>
              <a:rPr lang="en-US" altLang="en-US" sz="2000" b="1" kern="0" dirty="0">
                <a:latin typeface="Avenir Medium" pitchFamily="2" charset="0"/>
                <a:ea typeface="ＭＳ Ｐゴシック" panose="020B0600070205080204" pitchFamily="34" charset="-128"/>
              </a:rPr>
              <a:t>Assignment 4 will be uploaded this week</a:t>
            </a:r>
          </a:p>
        </p:txBody>
      </p:sp>
    </p:spTree>
  </p:cSld>
  <p:clrMapOvr>
    <a:masterClrMapping/>
  </p:clrMapOvr>
  <p:transition spd="slow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8763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8|23.6|22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|5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|5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|5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8|23.6|22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|5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|5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|5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8|23.6|22.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8|23.6|22.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8|23.6|22.6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23604</TotalTime>
  <Words>3576</Words>
  <Application>Microsoft Office PowerPoint</Application>
  <PresentationFormat>On-screen Show (16:9)</PresentationFormat>
  <Paragraphs>472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ＭＳ Ｐゴシック</vt:lpstr>
      <vt:lpstr>Aptos</vt:lpstr>
      <vt:lpstr>Arial</vt:lpstr>
      <vt:lpstr>Avenir Black</vt:lpstr>
      <vt:lpstr>Avenir Book</vt:lpstr>
      <vt:lpstr>Avenir LT 45 Book</vt:lpstr>
      <vt:lpstr>Avenir Medium</vt:lpstr>
      <vt:lpstr>Courier New</vt:lpstr>
      <vt:lpstr>Wingdings</vt:lpstr>
      <vt:lpstr>Default Design</vt:lpstr>
      <vt:lpstr>Lecture 7: Multithreading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are threads defined?</vt:lpstr>
      <vt:lpstr>How are threads started?</vt:lpstr>
      <vt:lpstr>So, what is happening in Example 1?</vt:lpstr>
      <vt:lpstr>So, what is happening in Example 1?</vt:lpstr>
      <vt:lpstr>PowerPoint Presentation</vt:lpstr>
      <vt:lpstr>How does the JVM decide which thread to execute?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Timers</vt:lpstr>
      <vt:lpstr>Using threads for animation</vt:lpstr>
      <vt:lpstr>Two ways…</vt:lpstr>
      <vt:lpstr>Two ways…</vt:lpstr>
      <vt:lpstr>Custom views</vt:lpstr>
      <vt:lpstr>PowerPoint Presentation</vt:lpstr>
      <vt:lpstr>Assignments &amp; tasks</vt:lpstr>
      <vt:lpstr>PowerPoint Presentation</vt:lpstr>
    </vt:vector>
  </TitlesOfParts>
  <Company>NMMU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CSchonknecht</dc:creator>
  <cp:lastModifiedBy>Beets, Simone (Dr) (Summerstrand Campus South)</cp:lastModifiedBy>
  <cp:revision>202</cp:revision>
  <dcterms:created xsi:type="dcterms:W3CDTF">2006-12-05T12:30:39Z</dcterms:created>
  <dcterms:modified xsi:type="dcterms:W3CDTF">2026-09-07T08:15:18Z</dcterms:modified>
</cp:coreProperties>
</file>